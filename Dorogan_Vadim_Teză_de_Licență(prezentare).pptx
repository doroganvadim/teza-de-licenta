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4.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5.xml" ContentType="application/vnd.openxmlformats-officedocument.theme+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6.xml" ContentType="application/vnd.openxmlformats-officedocument.theme+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7.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1" r:id="rId2"/>
    <p:sldMasterId id="2147483696" r:id="rId3"/>
    <p:sldMasterId id="2147483721" r:id="rId4"/>
    <p:sldMasterId id="2147483724" r:id="rId5"/>
    <p:sldMasterId id="2147483756" r:id="rId6"/>
    <p:sldMasterId id="2147483760" r:id="rId7"/>
    <p:sldMasterId id="2147483780" r:id="rId8"/>
  </p:sldMasterIdLst>
  <p:notesMasterIdLst>
    <p:notesMasterId r:id="rId27"/>
  </p:notesMasterIdLst>
  <p:sldIdLst>
    <p:sldId id="256" r:id="rId9"/>
    <p:sldId id="259" r:id="rId10"/>
    <p:sldId id="260" r:id="rId11"/>
    <p:sldId id="261" r:id="rId12"/>
    <p:sldId id="263" r:id="rId13"/>
    <p:sldId id="264" r:id="rId14"/>
    <p:sldId id="265" r:id="rId15"/>
    <p:sldId id="266" r:id="rId16"/>
    <p:sldId id="267" r:id="rId17"/>
    <p:sldId id="268" r:id="rId18"/>
    <p:sldId id="275" r:id="rId19"/>
    <p:sldId id="269" r:id="rId20"/>
    <p:sldId id="270" r:id="rId21"/>
    <p:sldId id="271" r:id="rId22"/>
    <p:sldId id="272" r:id="rId23"/>
    <p:sldId id="273" r:id="rId24"/>
    <p:sldId id="274" r:id="rId25"/>
    <p:sldId id="276"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8040" autoAdjust="0"/>
  </p:normalViewPr>
  <p:slideViewPr>
    <p:cSldViewPr snapToGrid="0">
      <p:cViewPr varScale="1">
        <p:scale>
          <a:sx n="41" d="100"/>
          <a:sy n="41" d="100"/>
        </p:scale>
        <p:origin x="2261" y="29"/>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43C32E-D864-412F-A8C2-66FA60B6B2A8}" type="datetimeFigureOut">
              <a:rPr lang="en-US" smtClean="0"/>
              <a:t>6/18/2025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01BD69-05E8-440D-AC10-273BAE9BB367}" type="slidenum">
              <a:rPr lang="en-US" smtClean="0"/>
              <a:t>‹#›</a:t>
            </a:fld>
            <a:endParaRPr lang="en-US"/>
          </a:p>
        </p:txBody>
      </p:sp>
    </p:spTree>
    <p:extLst>
      <p:ext uri="{BB962C8B-B14F-4D97-AF65-F5344CB8AC3E}">
        <p14:creationId xmlns:p14="http://schemas.microsoft.com/office/powerpoint/2010/main" val="1551361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r>
              <a:rPr lang="ro-MD" sz="1200" kern="1200" dirty="0">
                <a:solidFill>
                  <a:schemeClr val="tx1"/>
                </a:solidFill>
                <a:effectLst/>
                <a:latin typeface="Times New Roman" panose="02020603050405020304" pitchFamily="18" charset="0"/>
                <a:ea typeface="+mn-ea"/>
                <a:cs typeface="Times New Roman" panose="02020603050405020304" pitchFamily="18" charset="0"/>
              </a:rPr>
              <a:t>În era contemporană, odată cu avansul digitalizării, aplicațiile software joacă un rol tot mai important în diverse domenii ale vieții sociale, inclusiv educație, comerț, sănătate și administrație publică.</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a:lnSpc>
                <a:spcPct val="100000"/>
              </a:lnSpc>
            </a:pPr>
            <a:endParaRPr lang="ro-MD" sz="1200" kern="1200" dirty="0">
              <a:solidFill>
                <a:schemeClr val="tx1"/>
              </a:solidFill>
              <a:effectLst/>
              <a:latin typeface="Times New Roman" panose="02020603050405020304" pitchFamily="18" charset="0"/>
              <a:ea typeface="+mn-ea"/>
              <a:cs typeface="Times New Roman" panose="02020603050405020304" pitchFamily="18" charset="0"/>
            </a:endParaRPr>
          </a:p>
          <a:p>
            <a:pPr>
              <a:lnSpc>
                <a:spcPct val="100000"/>
              </a:lnSpc>
            </a:pPr>
            <a:r>
              <a:rPr lang="ro-MD" sz="1200" kern="1200" dirty="0">
                <a:solidFill>
                  <a:schemeClr val="tx1"/>
                </a:solidFill>
                <a:effectLst/>
                <a:latin typeface="Times New Roman" panose="02020603050405020304" pitchFamily="18" charset="0"/>
                <a:ea typeface="+mn-ea"/>
                <a:cs typeface="Times New Roman" panose="02020603050405020304" pitchFamily="18" charset="0"/>
              </a:rPr>
              <a:t>Pe măsură ce aceste aplicații devin </a:t>
            </a:r>
            <a:r>
              <a:rPr lang="ro-MD" sz="1200" b="0" kern="1200" dirty="0">
                <a:solidFill>
                  <a:schemeClr val="tx1"/>
                </a:solidFill>
                <a:effectLst/>
                <a:latin typeface="Times New Roman" panose="02020603050405020304" pitchFamily="18" charset="0"/>
                <a:ea typeface="+mn-ea"/>
                <a:cs typeface="Times New Roman" panose="02020603050405020304" pitchFamily="18" charset="0"/>
              </a:rPr>
              <a:t>din ce în ce mai </a:t>
            </a:r>
            <a:r>
              <a:rPr lang="ro-MD" sz="1200" kern="1200" dirty="0">
                <a:solidFill>
                  <a:schemeClr val="tx1"/>
                </a:solidFill>
                <a:effectLst/>
                <a:latin typeface="Times New Roman" panose="02020603050405020304" pitchFamily="18" charset="0"/>
                <a:ea typeface="+mn-ea"/>
                <a:cs typeface="Times New Roman" panose="02020603050405020304" pitchFamily="18" charset="0"/>
              </a:rPr>
              <a:t>complexe, apare o nevoie clară pentru soluții de arhitectură software care să fie nu doar funcționale, ci și scalabile, robuste si ușor de întreținut (și, nu în ultimul rând, sigure).</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a:lnSpc>
                <a:spcPct val="100000"/>
              </a:lnSpc>
            </a:pPr>
            <a:endParaRPr lang="ro-MD" sz="1200" kern="1200" dirty="0">
              <a:solidFill>
                <a:schemeClr val="tx1"/>
              </a:solidFill>
              <a:effectLst/>
              <a:latin typeface="Times New Roman" panose="02020603050405020304" pitchFamily="18" charset="0"/>
              <a:ea typeface="+mn-ea"/>
              <a:cs typeface="Times New Roman" panose="02020603050405020304" pitchFamily="18" charset="0"/>
            </a:endParaRPr>
          </a:p>
          <a:p>
            <a:pPr>
              <a:lnSpc>
                <a:spcPct val="100000"/>
              </a:lnSpc>
            </a:pPr>
            <a:r>
              <a:rPr lang="ro-MD" sz="1200" kern="1200" dirty="0">
                <a:solidFill>
                  <a:schemeClr val="tx1"/>
                </a:solidFill>
                <a:effectLst/>
                <a:latin typeface="Times New Roman" panose="02020603050405020304" pitchFamily="18" charset="0"/>
                <a:ea typeface="+mn-ea"/>
                <a:cs typeface="Times New Roman" panose="02020603050405020304" pitchFamily="18" charset="0"/>
              </a:rPr>
              <a:t>Tema această este actuală, deoarece abordează problema esențială a structurării eficiente a aplicațiilor moderne, astfel încât acestea să îndeplinească cerințele de performanță, securitate și </a:t>
            </a:r>
            <a:r>
              <a:rPr lang="ro-MD" sz="1200" kern="1200" dirty="0" err="1">
                <a:solidFill>
                  <a:schemeClr val="tx1"/>
                </a:solidFill>
                <a:effectLst/>
                <a:latin typeface="Times New Roman" panose="02020603050405020304" pitchFamily="18" charset="0"/>
                <a:ea typeface="+mn-ea"/>
                <a:cs typeface="Times New Roman" panose="02020603050405020304" pitchFamily="18" charset="0"/>
              </a:rPr>
              <a:t>mentenabilitate</a:t>
            </a:r>
            <a:r>
              <a:rPr lang="ro-MD" sz="1200" kern="1200" dirty="0">
                <a:solidFill>
                  <a:schemeClr val="tx1"/>
                </a:solidFill>
                <a:effectLst/>
                <a:latin typeface="Times New Roman" panose="02020603050405020304" pitchFamily="18" charset="0"/>
                <a:ea typeface="+mn-ea"/>
                <a:cs typeface="Times New Roman" panose="02020603050405020304" pitchFamily="18" charset="0"/>
              </a:rPr>
              <a:t>.</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a:lnSpc>
                <a:spcPct val="100000"/>
              </a:lnSpc>
            </a:pPr>
            <a:r>
              <a:rPr lang="ro-MD" sz="1200" kern="1200" dirty="0">
                <a:solidFill>
                  <a:schemeClr val="tx1"/>
                </a:solidFill>
                <a:effectLst/>
                <a:latin typeface="Times New Roman" panose="02020603050405020304" pitchFamily="18" charset="0"/>
                <a:ea typeface="+mn-ea"/>
                <a:cs typeface="Times New Roman" panose="02020603050405020304" pitchFamily="18" charset="0"/>
              </a:rPr>
              <a:t>În plus, tema are relevanță practică pentru dezvoltarea sistemelor software moderne, care trebuie să asigure adaptabilitate și sustenabilitate pe termen lung.</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p>
            <a:pPr>
              <a:lnSpc>
                <a:spcPct val="100000"/>
              </a:lnSpc>
            </a:pPr>
            <a:endParaRPr lang="en-US" sz="1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7001BD69-05E8-440D-AC10-273BAE9BB367}" type="slidenum">
              <a:rPr lang="en-US" smtClean="0"/>
              <a:t>2</a:t>
            </a:fld>
            <a:endParaRPr lang="en-US"/>
          </a:p>
        </p:txBody>
      </p:sp>
    </p:spTree>
    <p:extLst>
      <p:ext uri="{BB962C8B-B14F-4D97-AF65-F5344CB8AC3E}">
        <p14:creationId xmlns:p14="http://schemas.microsoft.com/office/powerpoint/2010/main" val="4088562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Scopul principal al acestei lucrări este realizarea unei analize asupra șabloanelor arhitecturale utilizate în dezvoltarea aplicațiilor web, cu accent pe trei modele în particular: MVC, MVP și MVVM.</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Pentru a atinge acest scop, am urmărit mai multe obiective. În primul rând, am definit conceptul teoretic de șablon arhitectural și am realizat o clasificare a acestora în funcție de caracteristici structurale și funcționale.</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Ulterior, am realizat o analiză a structurii șabloanelor arhitecturale MVP, MVVM și MVC, evidențiind modul în care acestea sunt organizate și utilizate în dezvoltarea aplicațiilor. Fiecare model a fost prezentat individual, iar apoi a fost realizată o comparație între ele, pe baza unor criterii specifice. În final, am implementat un studiu de caz concret folosind arhitectura MVC, pentru a evidenția aplicabilitatea practică a celor studiate.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3</a:t>
            </a:fld>
            <a:endParaRPr lang="en-US"/>
          </a:p>
        </p:txBody>
      </p:sp>
    </p:spTree>
    <p:extLst>
      <p:ext uri="{BB962C8B-B14F-4D97-AF65-F5344CB8AC3E}">
        <p14:creationId xmlns:p14="http://schemas.microsoft.com/office/powerpoint/2010/main" val="1861007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Înainte de a discuta despre clasificările șabloanelor, este important să clarificăm ce înseamnă, de fapt, un șablon arhitectural.</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Este vorba despre o soluție reutilizabilă, validată în practică, care oferă o structură logică generală pentru un sistem software. Aceasta definește ce componente ar trebui să conțină aplicația și cum comunică între ele (în funcție de cerințele de date).</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Pe lângă șabloanele arhitecturale, în dezvoltarea software întâlnim și șabloane de design. Deși pot fi confundate, ele au scopuri diferite: șabloanele arhitecturale oferă structura generală a aplicației, în timp ce șabloanele de design se aplică local, în cod, pentru a rezolva probleme specifice de implementare.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4</a:t>
            </a:fld>
            <a:endParaRPr lang="en-US"/>
          </a:p>
        </p:txBody>
      </p:sp>
    </p:spTree>
    <p:extLst>
      <p:ext uri="{BB962C8B-B14F-4D97-AF65-F5344CB8AC3E}">
        <p14:creationId xmlns:p14="http://schemas.microsoft.com/office/powerpoint/2010/main" val="313842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În cadrul lucrării, am folosit o clasificare generală a șabloanelor arhitecturale, (structurată pe patru categorii)</a:t>
            </a:r>
            <a:endParaRPr lang="en-US" sz="1200" kern="1200" dirty="0">
              <a:solidFill>
                <a:schemeClr val="tx1"/>
              </a:solidFill>
              <a:effectLst/>
              <a:latin typeface="+mn-lt"/>
              <a:ea typeface="+mn-ea"/>
              <a:cs typeface="+mn-cs"/>
            </a:endParaRPr>
          </a:p>
          <a:p>
            <a:pPr lvl="0"/>
            <a:endParaRPr lang="ro-MD" sz="1200" kern="1200" dirty="0">
              <a:solidFill>
                <a:schemeClr val="tx1"/>
              </a:solidFill>
              <a:effectLst/>
              <a:latin typeface="+mn-lt"/>
              <a:ea typeface="+mn-ea"/>
              <a:cs typeface="+mn-cs"/>
            </a:endParaRPr>
          </a:p>
          <a:p>
            <a:pPr lvl="0"/>
            <a:r>
              <a:rPr lang="ro-MD" sz="1200" kern="1200" dirty="0">
                <a:solidFill>
                  <a:schemeClr val="tx1"/>
                </a:solidFill>
                <a:effectLst/>
                <a:latin typeface="+mn-lt"/>
                <a:ea typeface="+mn-ea"/>
                <a:cs typeface="+mn-cs"/>
              </a:rPr>
              <a:t>Șabloanele structurale definesc organizarea ierarhică sau stratificată a aplicației – cum este, de exemplu, </a:t>
            </a:r>
            <a:r>
              <a:rPr lang="ro-MD" sz="1200" kern="1200" dirty="0" err="1">
                <a:solidFill>
                  <a:schemeClr val="tx1"/>
                </a:solidFill>
                <a:effectLst/>
                <a:latin typeface="+mn-lt"/>
                <a:ea typeface="+mn-ea"/>
                <a:cs typeface="+mn-cs"/>
              </a:rPr>
              <a:t>Layered</a:t>
            </a:r>
            <a:r>
              <a:rPr lang="ro-MD" sz="1200" kern="1200" dirty="0">
                <a:solidFill>
                  <a:schemeClr val="tx1"/>
                </a:solidFill>
                <a:effectLst/>
                <a:latin typeface="+mn-lt"/>
                <a:ea typeface="+mn-ea"/>
                <a:cs typeface="+mn-cs"/>
              </a:rPr>
              <a:t> </a:t>
            </a:r>
            <a:r>
              <a:rPr lang="ro-MD" sz="1200" kern="1200" dirty="0" err="1">
                <a:solidFill>
                  <a:schemeClr val="tx1"/>
                </a:solidFill>
                <a:effectLst/>
                <a:latin typeface="+mn-lt"/>
                <a:ea typeface="+mn-ea"/>
                <a:cs typeface="+mn-cs"/>
              </a:rPr>
              <a:t>Architecture</a:t>
            </a:r>
            <a:r>
              <a:rPr lang="ro-MD" sz="1200" kern="1200" dirty="0">
                <a:solidFill>
                  <a:schemeClr val="tx1"/>
                </a:solidFill>
                <a:effectLst/>
                <a:latin typeface="+mn-lt"/>
                <a:ea typeface="+mn-ea"/>
                <a:cs typeface="+mn-cs"/>
              </a:rPr>
              <a:t> (sau model pe straturi);</a:t>
            </a:r>
            <a:endParaRPr lang="en-US" sz="1200" kern="1200" dirty="0">
              <a:solidFill>
                <a:schemeClr val="tx1"/>
              </a:solidFill>
              <a:effectLst/>
              <a:latin typeface="+mn-lt"/>
              <a:ea typeface="+mn-ea"/>
              <a:cs typeface="+mn-cs"/>
            </a:endParaRPr>
          </a:p>
          <a:p>
            <a:pPr lvl="0"/>
            <a:endParaRPr lang="ro-MD" sz="1200" kern="1200" dirty="0">
              <a:solidFill>
                <a:schemeClr val="tx1"/>
              </a:solidFill>
              <a:effectLst/>
              <a:latin typeface="+mn-lt"/>
              <a:ea typeface="+mn-ea"/>
              <a:cs typeface="+mn-cs"/>
            </a:endParaRPr>
          </a:p>
          <a:p>
            <a:pPr lvl="0"/>
            <a:r>
              <a:rPr lang="ro-MD" sz="1200" kern="1200" dirty="0">
                <a:solidFill>
                  <a:schemeClr val="tx1"/>
                </a:solidFill>
                <a:effectLst/>
                <a:latin typeface="+mn-lt"/>
                <a:ea typeface="+mn-ea"/>
                <a:cs typeface="+mn-cs"/>
              </a:rPr>
              <a:t>Șabloanele de comunicare și interacțiune definesc fluxul de date dintre componente, fiind utile în aplicații precum Event-</a:t>
            </a:r>
            <a:r>
              <a:rPr lang="ro-MD" sz="1200" kern="1200" dirty="0" err="1">
                <a:solidFill>
                  <a:schemeClr val="tx1"/>
                </a:solidFill>
                <a:effectLst/>
                <a:latin typeface="+mn-lt"/>
                <a:ea typeface="+mn-ea"/>
                <a:cs typeface="+mn-cs"/>
              </a:rPr>
              <a:t>Driven</a:t>
            </a:r>
            <a:r>
              <a:rPr lang="ro-MD" sz="1200" kern="1200" dirty="0">
                <a:solidFill>
                  <a:schemeClr val="tx1"/>
                </a:solidFill>
                <a:effectLst/>
                <a:latin typeface="+mn-lt"/>
                <a:ea typeface="+mn-ea"/>
                <a:cs typeface="+mn-cs"/>
              </a:rPr>
              <a:t> </a:t>
            </a:r>
            <a:r>
              <a:rPr lang="ro-MD" sz="1200" kern="1200" dirty="0" err="1">
                <a:solidFill>
                  <a:schemeClr val="tx1"/>
                </a:solidFill>
                <a:effectLst/>
                <a:latin typeface="+mn-lt"/>
                <a:ea typeface="+mn-ea"/>
                <a:cs typeface="+mn-cs"/>
              </a:rPr>
              <a:t>Architecture</a:t>
            </a:r>
            <a:r>
              <a:rPr lang="ro-MD" sz="1200" kern="1200" dirty="0">
                <a:solidFill>
                  <a:schemeClr val="tx1"/>
                </a:solidFill>
                <a:effectLst/>
                <a:latin typeface="+mn-lt"/>
                <a:ea typeface="+mn-ea"/>
                <a:cs typeface="+mn-cs"/>
              </a:rPr>
              <a:t> (bazat pe evenimente);</a:t>
            </a:r>
            <a:endParaRPr lang="en-US" sz="1200" kern="1200" dirty="0">
              <a:solidFill>
                <a:schemeClr val="tx1"/>
              </a:solidFill>
              <a:effectLst/>
              <a:latin typeface="+mn-lt"/>
              <a:ea typeface="+mn-ea"/>
              <a:cs typeface="+mn-cs"/>
            </a:endParaRPr>
          </a:p>
          <a:p>
            <a:pPr lvl="0"/>
            <a:endParaRPr lang="ro-MD" sz="1200" kern="1200" dirty="0">
              <a:solidFill>
                <a:schemeClr val="tx1"/>
              </a:solidFill>
              <a:effectLst/>
              <a:latin typeface="+mn-lt"/>
              <a:ea typeface="+mn-ea"/>
              <a:cs typeface="+mn-cs"/>
            </a:endParaRPr>
          </a:p>
          <a:p>
            <a:pPr lvl="0"/>
            <a:r>
              <a:rPr lang="ro-MD" sz="1200" kern="1200" dirty="0">
                <a:solidFill>
                  <a:schemeClr val="tx1"/>
                </a:solidFill>
                <a:effectLst/>
                <a:latin typeface="+mn-lt"/>
                <a:ea typeface="+mn-ea"/>
                <a:cs typeface="+mn-cs"/>
              </a:rPr>
              <a:t>Șabloanele distribuite definesc sisteme răspândite pe mai multe noduri de rețea – aici intră Service-</a:t>
            </a:r>
            <a:r>
              <a:rPr lang="ro-MD" sz="1200" kern="1200" dirty="0" err="1">
                <a:solidFill>
                  <a:schemeClr val="tx1"/>
                </a:solidFill>
                <a:effectLst/>
                <a:latin typeface="+mn-lt"/>
                <a:ea typeface="+mn-ea"/>
                <a:cs typeface="+mn-cs"/>
              </a:rPr>
              <a:t>Oriented</a:t>
            </a:r>
            <a:r>
              <a:rPr lang="ro-MD" sz="1200" kern="1200" dirty="0">
                <a:solidFill>
                  <a:schemeClr val="tx1"/>
                </a:solidFill>
                <a:effectLst/>
                <a:latin typeface="+mn-lt"/>
                <a:ea typeface="+mn-ea"/>
                <a:cs typeface="+mn-cs"/>
              </a:rPr>
              <a:t> </a:t>
            </a:r>
            <a:r>
              <a:rPr lang="ro-MD" sz="1200" kern="1200" dirty="0" err="1">
                <a:solidFill>
                  <a:schemeClr val="tx1"/>
                </a:solidFill>
                <a:effectLst/>
                <a:latin typeface="+mn-lt"/>
                <a:ea typeface="+mn-ea"/>
                <a:cs typeface="+mn-cs"/>
              </a:rPr>
              <a:t>Architecture</a:t>
            </a:r>
            <a:r>
              <a:rPr lang="ro-MD" sz="1200" kern="1200" dirty="0">
                <a:solidFill>
                  <a:schemeClr val="tx1"/>
                </a:solidFill>
                <a:effectLst/>
                <a:latin typeface="+mn-lt"/>
                <a:ea typeface="+mn-ea"/>
                <a:cs typeface="+mn-cs"/>
              </a:rPr>
              <a:t> sau Peer-</a:t>
            </a:r>
            <a:r>
              <a:rPr lang="ro-MD" sz="1200" kern="1200" dirty="0" err="1">
                <a:solidFill>
                  <a:schemeClr val="tx1"/>
                </a:solidFill>
                <a:effectLst/>
                <a:latin typeface="+mn-lt"/>
                <a:ea typeface="+mn-ea"/>
                <a:cs typeface="+mn-cs"/>
              </a:rPr>
              <a:t>to</a:t>
            </a:r>
            <a:r>
              <a:rPr lang="ro-MD" sz="1200" kern="1200" dirty="0">
                <a:solidFill>
                  <a:schemeClr val="tx1"/>
                </a:solidFill>
                <a:effectLst/>
                <a:latin typeface="+mn-lt"/>
                <a:ea typeface="+mn-ea"/>
                <a:cs typeface="+mn-cs"/>
              </a:rPr>
              <a:t>-Peer;</a:t>
            </a:r>
            <a:endParaRPr lang="en-US" sz="1200" kern="1200" dirty="0">
              <a:solidFill>
                <a:schemeClr val="tx1"/>
              </a:solidFill>
              <a:effectLst/>
              <a:latin typeface="+mn-lt"/>
              <a:ea typeface="+mn-ea"/>
              <a:cs typeface="+mn-cs"/>
            </a:endParaRPr>
          </a:p>
          <a:p>
            <a:pPr lvl="0"/>
            <a:endParaRPr lang="ro-MD" sz="1200" kern="1200" dirty="0">
              <a:solidFill>
                <a:schemeClr val="tx1"/>
              </a:solidFill>
              <a:effectLst/>
              <a:latin typeface="+mn-lt"/>
              <a:ea typeface="+mn-ea"/>
              <a:cs typeface="+mn-cs"/>
            </a:endParaRPr>
          </a:p>
          <a:p>
            <a:pPr lvl="0"/>
            <a:r>
              <a:rPr lang="ro-MD" sz="1200" kern="1200" dirty="0">
                <a:solidFill>
                  <a:schemeClr val="tx1"/>
                </a:solidFill>
                <a:effectLst/>
                <a:latin typeface="+mn-lt"/>
                <a:ea typeface="+mn-ea"/>
                <a:cs typeface="+mn-cs"/>
              </a:rPr>
              <a:t>Iar șabloanele de control al datelor se ocupă de modul în care informația este procesată sau partajate – cum este Pipe &amp; </a:t>
            </a:r>
            <a:r>
              <a:rPr lang="ro-MD" sz="1200" kern="1200" dirty="0" err="1">
                <a:solidFill>
                  <a:schemeClr val="tx1"/>
                </a:solidFill>
                <a:effectLst/>
                <a:latin typeface="+mn-lt"/>
                <a:ea typeface="+mn-ea"/>
                <a:cs typeface="+mn-cs"/>
              </a:rPr>
              <a:t>Filter</a:t>
            </a:r>
            <a:r>
              <a:rPr lang="ro-MD" sz="1200" kern="1200" dirty="0">
                <a:solidFill>
                  <a:schemeClr val="tx1"/>
                </a:solidFill>
                <a:effectLst/>
                <a:latin typeface="+mn-lt"/>
                <a:ea typeface="+mn-ea"/>
                <a:cs typeface="+mn-cs"/>
              </a:rPr>
              <a:t> sau </a:t>
            </a:r>
            <a:r>
              <a:rPr lang="ro-MD" sz="1200" kern="1200" dirty="0" err="1">
                <a:solidFill>
                  <a:schemeClr val="tx1"/>
                </a:solidFill>
                <a:effectLst/>
                <a:latin typeface="+mn-lt"/>
                <a:ea typeface="+mn-ea"/>
                <a:cs typeface="+mn-cs"/>
              </a:rPr>
              <a:t>Repository</a:t>
            </a:r>
            <a:r>
              <a:rPr lang="ro-MD"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5</a:t>
            </a:fld>
            <a:endParaRPr lang="en-US"/>
          </a:p>
        </p:txBody>
      </p:sp>
    </p:spTree>
    <p:extLst>
      <p:ext uri="{BB962C8B-B14F-4D97-AF65-F5344CB8AC3E}">
        <p14:creationId xmlns:p14="http://schemas.microsoft.com/office/powerpoint/2010/main" val="3011244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În această lucrare, am analizat în detaliu trei șabloane arhitecturale orientate pe interfața cu utilizatorul: </a:t>
            </a:r>
            <a:r>
              <a:rPr lang="ro-MD" sz="1200" b="1" kern="1200" dirty="0">
                <a:solidFill>
                  <a:schemeClr val="tx1"/>
                </a:solidFill>
                <a:effectLst/>
                <a:latin typeface="+mn-lt"/>
                <a:ea typeface="+mn-ea"/>
                <a:cs typeface="+mn-cs"/>
              </a:rPr>
              <a:t>MVC</a:t>
            </a:r>
            <a:r>
              <a:rPr lang="ro-MD" sz="1200" kern="1200" dirty="0">
                <a:solidFill>
                  <a:schemeClr val="tx1"/>
                </a:solidFill>
                <a:effectLst/>
                <a:latin typeface="+mn-lt"/>
                <a:ea typeface="+mn-ea"/>
                <a:cs typeface="+mn-cs"/>
              </a:rPr>
              <a:t>, </a:t>
            </a:r>
            <a:r>
              <a:rPr lang="ro-MD" sz="1200" b="1" kern="1200" dirty="0">
                <a:solidFill>
                  <a:schemeClr val="tx1"/>
                </a:solidFill>
                <a:effectLst/>
                <a:latin typeface="+mn-lt"/>
                <a:ea typeface="+mn-ea"/>
                <a:cs typeface="+mn-cs"/>
              </a:rPr>
              <a:t>MVP</a:t>
            </a:r>
            <a:r>
              <a:rPr lang="ro-MD" sz="1200" kern="1200" dirty="0">
                <a:solidFill>
                  <a:schemeClr val="tx1"/>
                </a:solidFill>
                <a:effectLst/>
                <a:latin typeface="+mn-lt"/>
                <a:ea typeface="+mn-ea"/>
                <a:cs typeface="+mn-cs"/>
              </a:rPr>
              <a:t> și </a:t>
            </a:r>
            <a:r>
              <a:rPr lang="ro-MD" sz="1200" b="1" kern="1200" dirty="0">
                <a:solidFill>
                  <a:schemeClr val="tx1"/>
                </a:solidFill>
                <a:effectLst/>
                <a:latin typeface="+mn-lt"/>
                <a:ea typeface="+mn-ea"/>
                <a:cs typeface="+mn-cs"/>
              </a:rPr>
              <a:t>MVVM</a:t>
            </a:r>
            <a:r>
              <a:rPr lang="ro-MD" sz="1200" kern="1200" dirty="0">
                <a:solidFill>
                  <a:schemeClr val="tx1"/>
                </a:solidFill>
                <a:effectLst/>
                <a:latin typeface="+mn-lt"/>
                <a:ea typeface="+mn-ea"/>
                <a:cs typeface="+mn-cs"/>
              </a:rPr>
              <a:t>.</a:t>
            </a:r>
            <a:br>
              <a:rPr lang="ro-MD" sz="1200" kern="1200" dirty="0">
                <a:solidFill>
                  <a:schemeClr val="tx1"/>
                </a:solidFill>
                <a:effectLst/>
                <a:latin typeface="+mn-lt"/>
                <a:ea typeface="+mn-ea"/>
                <a:cs typeface="+mn-cs"/>
              </a:rPr>
            </a:br>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Acestea fac parte din categoria </a:t>
            </a:r>
            <a:r>
              <a:rPr lang="ro-MD" sz="1200" b="1" kern="1200" dirty="0">
                <a:solidFill>
                  <a:schemeClr val="tx1"/>
                </a:solidFill>
                <a:effectLst/>
                <a:latin typeface="+mn-lt"/>
                <a:ea typeface="+mn-ea"/>
                <a:cs typeface="+mn-cs"/>
              </a:rPr>
              <a:t>UI </a:t>
            </a:r>
            <a:r>
              <a:rPr lang="ro-MD" sz="1200" b="1" kern="1200" dirty="0" err="1">
                <a:solidFill>
                  <a:schemeClr val="tx1"/>
                </a:solidFill>
                <a:effectLst/>
                <a:latin typeface="+mn-lt"/>
                <a:ea typeface="+mn-ea"/>
                <a:cs typeface="+mn-cs"/>
              </a:rPr>
              <a:t>Architectural</a:t>
            </a:r>
            <a:r>
              <a:rPr lang="ro-MD" sz="1200" b="1" kern="1200" dirty="0">
                <a:solidFill>
                  <a:schemeClr val="tx1"/>
                </a:solidFill>
                <a:effectLst/>
                <a:latin typeface="+mn-lt"/>
                <a:ea typeface="+mn-ea"/>
                <a:cs typeface="+mn-cs"/>
              </a:rPr>
              <a:t> </a:t>
            </a:r>
            <a:r>
              <a:rPr lang="ro-MD" sz="1200" b="1" kern="1200" dirty="0" err="1">
                <a:solidFill>
                  <a:schemeClr val="tx1"/>
                </a:solidFill>
                <a:effectLst/>
                <a:latin typeface="+mn-lt"/>
                <a:ea typeface="+mn-ea"/>
                <a:cs typeface="+mn-cs"/>
              </a:rPr>
              <a:t>Patterns</a:t>
            </a:r>
            <a:r>
              <a:rPr lang="ro-MD" sz="1200" kern="1200" dirty="0">
                <a:solidFill>
                  <a:schemeClr val="tx1"/>
                </a:solidFill>
                <a:effectLst/>
                <a:latin typeface="+mn-lt"/>
                <a:ea typeface="+mn-ea"/>
                <a:cs typeface="+mn-cs"/>
              </a:rPr>
              <a:t>, deoarece se concentrează pe modul în care este structurată și separată interfața față de logica aplicației.</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Am ales aceste modele deoarece răspund unor nevoi diferite ale aplicațiilor web, în special în ceea ce privește interacțiunea cu utilizatorul. Unele sunt mai ușor de implementat, altele oferă mai multă flexibilitate, suport mai bun pentru testare sau se integrează ușor cu tehnologii moderne.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6</a:t>
            </a:fld>
            <a:endParaRPr lang="en-US"/>
          </a:p>
        </p:txBody>
      </p:sp>
    </p:spTree>
    <p:extLst>
      <p:ext uri="{BB962C8B-B14F-4D97-AF65-F5344CB8AC3E}">
        <p14:creationId xmlns:p14="http://schemas.microsoft.com/office/powerpoint/2010/main" val="2587009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Modelul MVC împarte aplicația în trei componente distincte: Modelul, care gestionează logica datelor și starea aplicației, Vizualizarea, care afișează informațiile către utilizator și Controlerul, care acționează ca intermediar, preluând acțiunile utilizatorului și coordonând celelalte componente. </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Atunci când utilizatorul interacționează cu aplicația, Controlerul procesează inputul, modifică Modelul, iar acesta notifică Vizualizarea pentru a reflecta schimbările.</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Această separare încurajează o dezvoltare modulară și clară.</a:t>
            </a:r>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7</a:t>
            </a:fld>
            <a:endParaRPr lang="en-US"/>
          </a:p>
        </p:txBody>
      </p:sp>
    </p:spTree>
    <p:extLst>
      <p:ext uri="{BB962C8B-B14F-4D97-AF65-F5344CB8AC3E}">
        <p14:creationId xmlns:p14="http://schemas.microsoft.com/office/powerpoint/2010/main" val="3497459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În arhitectura MVP, Vizualizarea are un rol strict de afișare a datelor și comunică doar cu Prezentatorul.</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Prezentatorul primește input-</a:t>
            </a:r>
            <a:r>
              <a:rPr lang="ro-MD" sz="1200" kern="1200" dirty="0" err="1">
                <a:solidFill>
                  <a:schemeClr val="tx1"/>
                </a:solidFill>
                <a:effectLst/>
                <a:latin typeface="+mn-lt"/>
                <a:ea typeface="+mn-ea"/>
                <a:cs typeface="+mn-cs"/>
              </a:rPr>
              <a:t>ul</a:t>
            </a:r>
            <a:r>
              <a:rPr lang="ro-MD" sz="1200" kern="1200" dirty="0">
                <a:solidFill>
                  <a:schemeClr val="tx1"/>
                </a:solidFill>
                <a:effectLst/>
                <a:latin typeface="+mn-lt"/>
                <a:ea typeface="+mn-ea"/>
                <a:cs typeface="+mn-cs"/>
              </a:rPr>
              <a:t> utilizatorului, îl procesează, interacționează cu Modelul și actualizează Vizualizarea.</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Comparativ cu MVC, fluxul de date este mai bine organizat, ceea ce asigură un control total asupra logicii interfeței, însă necesită mai mult cod suplimentar.</a:t>
            </a:r>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8</a:t>
            </a:fld>
            <a:endParaRPr lang="en-US"/>
          </a:p>
        </p:txBody>
      </p:sp>
    </p:spTree>
    <p:extLst>
      <p:ext uri="{BB962C8B-B14F-4D97-AF65-F5344CB8AC3E}">
        <p14:creationId xmlns:p14="http://schemas.microsoft.com/office/powerpoint/2010/main" val="3475393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MVVM este ideal pentru aplicații ce rulează în medii care oferă suport nativ pentru Data </a:t>
            </a:r>
            <a:r>
              <a:rPr lang="ro-MD" sz="1200" kern="1200" dirty="0" err="1">
                <a:solidFill>
                  <a:schemeClr val="tx1"/>
                </a:solidFill>
                <a:effectLst/>
                <a:latin typeface="+mn-lt"/>
                <a:ea typeface="+mn-ea"/>
                <a:cs typeface="+mn-cs"/>
              </a:rPr>
              <a:t>Binding</a:t>
            </a:r>
            <a:r>
              <a:rPr lang="ro-MD" sz="1200" kern="1200" dirty="0">
                <a:solidFill>
                  <a:schemeClr val="tx1"/>
                </a:solidFill>
                <a:effectLst/>
                <a:latin typeface="+mn-lt"/>
                <a:ea typeface="+mn-ea"/>
                <a:cs typeface="+mn-cs"/>
              </a:rPr>
              <a:t>, precum WPF.</a:t>
            </a:r>
            <a:br>
              <a:rPr lang="ro-MD" sz="1200" kern="1200" dirty="0">
                <a:solidFill>
                  <a:schemeClr val="tx1"/>
                </a:solidFill>
                <a:effectLst/>
                <a:latin typeface="+mn-lt"/>
                <a:ea typeface="+mn-ea"/>
                <a:cs typeface="+mn-cs"/>
              </a:rPr>
            </a:br>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Vizualizarea este lipsit de logică și se conectează automat la proprietățile și metodele din Modelul de vizualizare.</a:t>
            </a:r>
            <a:br>
              <a:rPr lang="ro-MD" sz="1200" kern="1200" dirty="0">
                <a:solidFill>
                  <a:schemeClr val="tx1"/>
                </a:solidFill>
                <a:effectLst/>
                <a:latin typeface="+mn-lt"/>
                <a:ea typeface="+mn-ea"/>
                <a:cs typeface="+mn-cs"/>
              </a:rPr>
            </a:br>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Cu toate acestea, spre deosebire de MVP, controlul asupra Vizualizării este mai redus, dat fiind că doar logica UI este preluată în mare parte de </a:t>
            </a:r>
            <a:r>
              <a:rPr lang="ro-MD" sz="1200" kern="1200" dirty="0" err="1">
                <a:solidFill>
                  <a:schemeClr val="tx1"/>
                </a:solidFill>
                <a:effectLst/>
                <a:latin typeface="+mn-lt"/>
                <a:ea typeface="+mn-ea"/>
                <a:cs typeface="+mn-cs"/>
              </a:rPr>
              <a:t>ViewModel</a:t>
            </a:r>
            <a:r>
              <a:rPr lang="ro-MD" sz="120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9</a:t>
            </a:fld>
            <a:endParaRPr lang="en-US"/>
          </a:p>
        </p:txBody>
      </p:sp>
    </p:spTree>
    <p:extLst>
      <p:ext uri="{BB962C8B-B14F-4D97-AF65-F5344CB8AC3E}">
        <p14:creationId xmlns:p14="http://schemas.microsoft.com/office/powerpoint/2010/main" val="1311583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În continuare, am realizat compararea între MVC, MVP și MVVM pe baza unor criterii esențiale precum separarea responsabilităților, fluxul de date, testabilitatea, complexitatea și potrivirea cu diferite tipuri de aplicații.</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MVC oferă o separare moderată și este potrivit pentru aplicații simple sau medii, dar poate deveni greu de menținut dacă Vizualizarea interacționează direct cu Modelul.</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MVP aduce o separare clară: Vizualizarea este pasiv, iar toată logica este concentrată în Prezentator, ceea ce crește testabilitatea și controlul.</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MVVM este cel mai evoluat dintre cele trei, având o separare foarte clară și un flux bidirecțional prin data-</a:t>
            </a:r>
            <a:r>
              <a:rPr lang="ro-MD" sz="1200" kern="1200" dirty="0" err="1">
                <a:solidFill>
                  <a:schemeClr val="tx1"/>
                </a:solidFill>
                <a:effectLst/>
                <a:latin typeface="+mn-lt"/>
                <a:ea typeface="+mn-ea"/>
                <a:cs typeface="+mn-cs"/>
              </a:rPr>
              <a:t>binding</a:t>
            </a:r>
            <a:r>
              <a:rPr lang="ro-MD" sz="1200" kern="1200" dirty="0">
                <a:solidFill>
                  <a:schemeClr val="tx1"/>
                </a:solidFill>
                <a:effectLst/>
                <a:latin typeface="+mn-lt"/>
                <a:ea typeface="+mn-ea"/>
                <a:cs typeface="+mn-cs"/>
              </a:rPr>
              <a:t>. Este ideal pentru aplicații moderne cu interfețe complexe, însă presupune un grad mai mare de complexitate și </a:t>
            </a:r>
            <a:r>
              <a:rPr lang="ro-MD" sz="1200" kern="1200" dirty="0" err="1">
                <a:solidFill>
                  <a:schemeClr val="tx1"/>
                </a:solidFill>
                <a:effectLst/>
                <a:latin typeface="+mn-lt"/>
                <a:ea typeface="+mn-ea"/>
                <a:cs typeface="+mn-cs"/>
              </a:rPr>
              <a:t>framework</a:t>
            </a:r>
            <a:r>
              <a:rPr lang="ro-MD" sz="1200" kern="1200" dirty="0">
                <a:solidFill>
                  <a:schemeClr val="tx1"/>
                </a:solidFill>
                <a:effectLst/>
                <a:latin typeface="+mn-lt"/>
                <a:ea typeface="+mn-ea"/>
                <a:cs typeface="+mn-cs"/>
              </a:rPr>
              <a:t>-uri care suportă </a:t>
            </a:r>
            <a:r>
              <a:rPr lang="ro-MD" sz="1200" kern="1200" dirty="0" err="1">
                <a:solidFill>
                  <a:schemeClr val="tx1"/>
                </a:solidFill>
                <a:effectLst/>
                <a:latin typeface="+mn-lt"/>
                <a:ea typeface="+mn-ea"/>
                <a:cs typeface="+mn-cs"/>
              </a:rPr>
              <a:t>binding</a:t>
            </a:r>
            <a:r>
              <a:rPr lang="ro-MD" sz="1200" kern="1200" dirty="0">
                <a:solidFill>
                  <a:schemeClr val="tx1"/>
                </a:solidFill>
                <a:effectLst/>
                <a:latin typeface="+mn-lt"/>
                <a:ea typeface="+mn-ea"/>
                <a:cs typeface="+mn-cs"/>
              </a:rPr>
              <a:t> nativ.</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Astfel, nu există un șablon ideal universal, fiecare având avantaje și dezavantaje în funcție de cerințele specifice ale aplicației și de contextul tehnologic disponibil.</a:t>
            </a:r>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10</a:t>
            </a:fld>
            <a:endParaRPr lang="en-US"/>
          </a:p>
        </p:txBody>
      </p:sp>
    </p:spTree>
    <p:extLst>
      <p:ext uri="{BB962C8B-B14F-4D97-AF65-F5344CB8AC3E}">
        <p14:creationId xmlns:p14="http://schemas.microsoft.com/office/powerpoint/2010/main" val="3936300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În continuare, am realizat compararea între MVC, MVP și MVVM pe baza unor criterii esențiale precum separarea responsabilităților, fluxul de date, testabilitatea, complexitatea și potrivirea cu diferite tipuri de aplicații.</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MVC oferă o separare moderată și este potrivit pentru aplicații simple sau medii, dar poate deveni greu de menținut dacă Vizualizarea interacționează direct cu Modelul.</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MVP aduce o separare clară: Vizualizarea este pasiv, iar toată logica este concentrată în Prezentator, ceea ce crește testabilitatea și controlul.</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MVVM este cel mai evoluat dintre cele trei, având o separare foarte clară și un flux bidirecțional prin data-</a:t>
            </a:r>
            <a:r>
              <a:rPr lang="ro-MD" sz="1200" kern="1200" dirty="0" err="1">
                <a:solidFill>
                  <a:schemeClr val="tx1"/>
                </a:solidFill>
                <a:effectLst/>
                <a:latin typeface="+mn-lt"/>
                <a:ea typeface="+mn-ea"/>
                <a:cs typeface="+mn-cs"/>
              </a:rPr>
              <a:t>binding</a:t>
            </a:r>
            <a:r>
              <a:rPr lang="ro-MD" sz="1200" kern="1200" dirty="0">
                <a:solidFill>
                  <a:schemeClr val="tx1"/>
                </a:solidFill>
                <a:effectLst/>
                <a:latin typeface="+mn-lt"/>
                <a:ea typeface="+mn-ea"/>
                <a:cs typeface="+mn-cs"/>
              </a:rPr>
              <a:t>. Este ideal pentru aplicații moderne cu interfețe complexe, însă presupune un grad mai mare de complexitate și </a:t>
            </a:r>
            <a:r>
              <a:rPr lang="ro-MD" sz="1200" kern="1200" dirty="0" err="1">
                <a:solidFill>
                  <a:schemeClr val="tx1"/>
                </a:solidFill>
                <a:effectLst/>
                <a:latin typeface="+mn-lt"/>
                <a:ea typeface="+mn-ea"/>
                <a:cs typeface="+mn-cs"/>
              </a:rPr>
              <a:t>framework</a:t>
            </a:r>
            <a:r>
              <a:rPr lang="ro-MD" sz="1200" kern="1200" dirty="0">
                <a:solidFill>
                  <a:schemeClr val="tx1"/>
                </a:solidFill>
                <a:effectLst/>
                <a:latin typeface="+mn-lt"/>
                <a:ea typeface="+mn-ea"/>
                <a:cs typeface="+mn-cs"/>
              </a:rPr>
              <a:t>-uri care suportă </a:t>
            </a:r>
            <a:r>
              <a:rPr lang="ro-MD" sz="1200" kern="1200" dirty="0" err="1">
                <a:solidFill>
                  <a:schemeClr val="tx1"/>
                </a:solidFill>
                <a:effectLst/>
                <a:latin typeface="+mn-lt"/>
                <a:ea typeface="+mn-ea"/>
                <a:cs typeface="+mn-cs"/>
              </a:rPr>
              <a:t>binding</a:t>
            </a:r>
            <a:r>
              <a:rPr lang="ro-MD" sz="1200" kern="1200" dirty="0">
                <a:solidFill>
                  <a:schemeClr val="tx1"/>
                </a:solidFill>
                <a:effectLst/>
                <a:latin typeface="+mn-lt"/>
                <a:ea typeface="+mn-ea"/>
                <a:cs typeface="+mn-cs"/>
              </a:rPr>
              <a:t> nativ.</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Astfel, nu există un șablon ideal universal, fiecare având avantaje și dezavantaje în funcție de cerințele specifice ale aplicației și de contextul tehnologic disponibil.</a:t>
            </a:r>
            <a:endParaRPr lang="en-US" dirty="0"/>
          </a:p>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11</a:t>
            </a:fld>
            <a:endParaRPr lang="en-US"/>
          </a:p>
        </p:txBody>
      </p:sp>
    </p:spTree>
    <p:extLst>
      <p:ext uri="{BB962C8B-B14F-4D97-AF65-F5344CB8AC3E}">
        <p14:creationId xmlns:p14="http://schemas.microsoft.com/office/powerpoint/2010/main" val="37549374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În această etapă, am analizat problema practică și am ajuns la: dificultatea accesării serviciilor medicale din cauza lipsei unui sistem digital eficient.</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Am formulat obiectivul aplicației – să permită programarea online la medic, într-un mod intuitiv și rapid.</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Am stabilit cerințe funcționale, precum autentificare, vizualizarea medicilor, notificări prin e-mail, dar și cerințe nefuncționale precum securitate, </a:t>
            </a:r>
            <a:r>
              <a:rPr lang="ro-MD" sz="1200" kern="1200" dirty="0" err="1">
                <a:solidFill>
                  <a:schemeClr val="tx1"/>
                </a:solidFill>
                <a:effectLst/>
                <a:latin typeface="+mn-lt"/>
                <a:ea typeface="+mn-ea"/>
                <a:cs typeface="+mn-cs"/>
              </a:rPr>
              <a:t>scalabilitate</a:t>
            </a:r>
            <a:r>
              <a:rPr lang="ro-MD" sz="1200" kern="1200" dirty="0">
                <a:solidFill>
                  <a:schemeClr val="tx1"/>
                </a:solidFill>
                <a:effectLst/>
                <a:latin typeface="+mn-lt"/>
                <a:ea typeface="+mn-ea"/>
                <a:cs typeface="+mn-cs"/>
              </a:rPr>
              <a:t> și localizare multilingvă.</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12</a:t>
            </a:fld>
            <a:endParaRPr lang="en-US"/>
          </a:p>
        </p:txBody>
      </p:sp>
    </p:spTree>
    <p:extLst>
      <p:ext uri="{BB962C8B-B14F-4D97-AF65-F5344CB8AC3E}">
        <p14:creationId xmlns:p14="http://schemas.microsoft.com/office/powerpoint/2010/main" val="2914624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13</a:t>
            </a:fld>
            <a:endParaRPr lang="en-US"/>
          </a:p>
        </p:txBody>
      </p:sp>
    </p:spTree>
    <p:extLst>
      <p:ext uri="{BB962C8B-B14F-4D97-AF65-F5344CB8AC3E}">
        <p14:creationId xmlns:p14="http://schemas.microsoft.com/office/powerpoint/2010/main" val="23023863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Aplicația a fost dezvoltată folosind </a:t>
            </a:r>
            <a:r>
              <a:rPr lang="ro-MD" sz="1200" kern="1200" dirty="0" err="1">
                <a:solidFill>
                  <a:schemeClr val="tx1"/>
                </a:solidFill>
                <a:effectLst/>
                <a:latin typeface="+mn-lt"/>
                <a:ea typeface="+mn-ea"/>
                <a:cs typeface="+mn-cs"/>
              </a:rPr>
              <a:t>framework-ul</a:t>
            </a:r>
            <a:r>
              <a:rPr lang="ro-MD" sz="1200" kern="1200" dirty="0">
                <a:solidFill>
                  <a:schemeClr val="tx1"/>
                </a:solidFill>
                <a:effectLst/>
                <a:latin typeface="+mn-lt"/>
                <a:ea typeface="+mn-ea"/>
                <a:cs typeface="+mn-cs"/>
              </a:rPr>
              <a:t> </a:t>
            </a:r>
            <a:r>
              <a:rPr lang="ro-MD" sz="1200" b="1" kern="1200" dirty="0">
                <a:solidFill>
                  <a:schemeClr val="tx1"/>
                </a:solidFill>
                <a:effectLst/>
                <a:latin typeface="+mn-lt"/>
                <a:ea typeface="+mn-ea"/>
                <a:cs typeface="+mn-cs"/>
              </a:rPr>
              <a:t>ASP.NET Core MVC</a:t>
            </a:r>
            <a:r>
              <a:rPr lang="ro-MD" sz="1200" kern="1200" dirty="0">
                <a:solidFill>
                  <a:schemeClr val="tx1"/>
                </a:solidFill>
                <a:effectLst/>
                <a:latin typeface="+mn-lt"/>
                <a:ea typeface="+mn-ea"/>
                <a:cs typeface="+mn-cs"/>
              </a:rPr>
              <a:t>, organizată clar în directoare pentru modele, vizualizări, controlere și servicii.</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Controlerele principale includ: </a:t>
            </a:r>
            <a:r>
              <a:rPr lang="ro-MD" sz="1200" b="1" kern="1200" dirty="0" err="1">
                <a:solidFill>
                  <a:schemeClr val="tx1"/>
                </a:solidFill>
                <a:effectLst/>
                <a:latin typeface="+mn-lt"/>
                <a:ea typeface="+mn-ea"/>
                <a:cs typeface="+mn-cs"/>
              </a:rPr>
              <a:t>AccountController</a:t>
            </a:r>
            <a:r>
              <a:rPr lang="ro-MD" sz="1200" kern="1200" dirty="0">
                <a:solidFill>
                  <a:schemeClr val="tx1"/>
                </a:solidFill>
                <a:effectLst/>
                <a:latin typeface="+mn-lt"/>
                <a:ea typeface="+mn-ea"/>
                <a:cs typeface="+mn-cs"/>
              </a:rPr>
              <a:t> (gestionarea conturilor), </a:t>
            </a:r>
            <a:r>
              <a:rPr lang="ro-MD" sz="1200" b="1" kern="1200" dirty="0" err="1">
                <a:solidFill>
                  <a:schemeClr val="tx1"/>
                </a:solidFill>
                <a:effectLst/>
                <a:latin typeface="+mn-lt"/>
                <a:ea typeface="+mn-ea"/>
                <a:cs typeface="+mn-cs"/>
              </a:rPr>
              <a:t>HomeController</a:t>
            </a:r>
            <a:r>
              <a:rPr lang="ro-MD" sz="1200" kern="1200" dirty="0">
                <a:solidFill>
                  <a:schemeClr val="tx1"/>
                </a:solidFill>
                <a:effectLst/>
                <a:latin typeface="+mn-lt"/>
                <a:ea typeface="+mn-ea"/>
                <a:cs typeface="+mn-cs"/>
              </a:rPr>
              <a:t> (pagini publice și programări), </a:t>
            </a:r>
            <a:r>
              <a:rPr lang="ro-MD" sz="1200" b="1" kern="1200" dirty="0" err="1">
                <a:solidFill>
                  <a:schemeClr val="tx1"/>
                </a:solidFill>
                <a:effectLst/>
                <a:latin typeface="+mn-lt"/>
                <a:ea typeface="+mn-ea"/>
                <a:cs typeface="+mn-cs"/>
              </a:rPr>
              <a:t>DoctorController</a:t>
            </a:r>
            <a:r>
              <a:rPr lang="ro-MD" sz="1200" kern="1200" dirty="0">
                <a:solidFill>
                  <a:schemeClr val="tx1"/>
                </a:solidFill>
                <a:effectLst/>
                <a:latin typeface="+mn-lt"/>
                <a:ea typeface="+mn-ea"/>
                <a:cs typeface="+mn-cs"/>
              </a:rPr>
              <a:t> (gestionarea datelor medicale) și </a:t>
            </a:r>
            <a:r>
              <a:rPr lang="ro-MD" sz="1200" b="1" kern="1200" dirty="0" err="1">
                <a:solidFill>
                  <a:schemeClr val="tx1"/>
                </a:solidFill>
                <a:effectLst/>
                <a:latin typeface="+mn-lt"/>
                <a:ea typeface="+mn-ea"/>
                <a:cs typeface="+mn-cs"/>
              </a:rPr>
              <a:t>LocalizationController</a:t>
            </a:r>
            <a:r>
              <a:rPr lang="ro-MD" sz="1200" kern="1200" dirty="0">
                <a:solidFill>
                  <a:schemeClr val="tx1"/>
                </a:solidFill>
                <a:effectLst/>
                <a:latin typeface="+mn-lt"/>
                <a:ea typeface="+mn-ea"/>
                <a:cs typeface="+mn-cs"/>
              </a:rPr>
              <a:t> (comutarea limbii).</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Modelele reflectă entitățile persistente, precum </a:t>
            </a:r>
            <a:r>
              <a:rPr lang="ro-MD" sz="1200" b="1" kern="1200" dirty="0" err="1">
                <a:solidFill>
                  <a:schemeClr val="tx1"/>
                </a:solidFill>
                <a:effectLst/>
                <a:latin typeface="+mn-lt"/>
                <a:ea typeface="+mn-ea"/>
                <a:cs typeface="+mn-cs"/>
              </a:rPr>
              <a:t>Account</a:t>
            </a:r>
            <a:r>
              <a:rPr lang="ro-MD" sz="1200" kern="1200" dirty="0">
                <a:solidFill>
                  <a:schemeClr val="tx1"/>
                </a:solidFill>
                <a:effectLst/>
                <a:latin typeface="+mn-lt"/>
                <a:ea typeface="+mn-ea"/>
                <a:cs typeface="+mn-cs"/>
              </a:rPr>
              <a:t>, </a:t>
            </a:r>
            <a:r>
              <a:rPr lang="ro-MD" sz="1200" b="1" kern="1200" dirty="0" err="1">
                <a:solidFill>
                  <a:schemeClr val="tx1"/>
                </a:solidFill>
                <a:effectLst/>
                <a:latin typeface="+mn-lt"/>
                <a:ea typeface="+mn-ea"/>
                <a:cs typeface="+mn-cs"/>
              </a:rPr>
              <a:t>Appointment</a:t>
            </a:r>
            <a:r>
              <a:rPr lang="ro-MD" sz="1200" kern="1200" dirty="0">
                <a:solidFill>
                  <a:schemeClr val="tx1"/>
                </a:solidFill>
                <a:effectLst/>
                <a:latin typeface="+mn-lt"/>
                <a:ea typeface="+mn-ea"/>
                <a:cs typeface="+mn-cs"/>
              </a:rPr>
              <a:t> și </a:t>
            </a:r>
            <a:r>
              <a:rPr lang="ro-MD" sz="1200" b="1" kern="1200" dirty="0">
                <a:solidFill>
                  <a:schemeClr val="tx1"/>
                </a:solidFill>
                <a:effectLst/>
                <a:latin typeface="+mn-lt"/>
                <a:ea typeface="+mn-ea"/>
                <a:cs typeface="+mn-cs"/>
              </a:rPr>
              <a:t>Doctor</a:t>
            </a:r>
            <a:r>
              <a:rPr lang="ro-MD" sz="1200" kern="1200" dirty="0">
                <a:solidFill>
                  <a:schemeClr val="tx1"/>
                </a:solidFill>
                <a:effectLst/>
                <a:latin typeface="+mn-lt"/>
                <a:ea typeface="+mn-ea"/>
                <a:cs typeface="+mn-cs"/>
              </a:rPr>
              <a:t>, iar interfața este construită pe baza </a:t>
            </a:r>
            <a:r>
              <a:rPr lang="ro-MD" sz="1200" b="1" kern="1200" dirty="0" err="1">
                <a:solidFill>
                  <a:schemeClr val="tx1"/>
                </a:solidFill>
                <a:effectLst/>
                <a:latin typeface="+mn-lt"/>
                <a:ea typeface="+mn-ea"/>
                <a:cs typeface="+mn-cs"/>
              </a:rPr>
              <a:t>Razor</a:t>
            </a:r>
            <a:r>
              <a:rPr lang="ro-MD" sz="1200" b="1" kern="1200" dirty="0">
                <a:solidFill>
                  <a:schemeClr val="tx1"/>
                </a:solidFill>
                <a:effectLst/>
                <a:latin typeface="+mn-lt"/>
                <a:ea typeface="+mn-ea"/>
                <a:cs typeface="+mn-cs"/>
              </a:rPr>
              <a:t> </a:t>
            </a:r>
            <a:r>
              <a:rPr lang="ro-MD" sz="1200" b="1" kern="1200" dirty="0" err="1">
                <a:solidFill>
                  <a:schemeClr val="tx1"/>
                </a:solidFill>
                <a:effectLst/>
                <a:latin typeface="+mn-lt"/>
                <a:ea typeface="+mn-ea"/>
                <a:cs typeface="+mn-cs"/>
              </a:rPr>
              <a:t>Views</a:t>
            </a:r>
            <a:r>
              <a:rPr lang="ro-MD"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Pentru trimiterea notificărilor prin e-mail a fost folosită biblioteca </a:t>
            </a:r>
            <a:r>
              <a:rPr lang="ro-MD" sz="1200" b="1" kern="1200" dirty="0" err="1">
                <a:solidFill>
                  <a:schemeClr val="tx1"/>
                </a:solidFill>
                <a:effectLst/>
                <a:latin typeface="+mn-lt"/>
                <a:ea typeface="+mn-ea"/>
                <a:cs typeface="+mn-cs"/>
              </a:rPr>
              <a:t>MailKit</a:t>
            </a:r>
            <a:r>
              <a:rPr lang="ro-MD" sz="1200" kern="1200" dirty="0">
                <a:solidFill>
                  <a:schemeClr val="tx1"/>
                </a:solidFill>
                <a:effectLst/>
                <a:latin typeface="+mn-lt"/>
                <a:ea typeface="+mn-ea"/>
                <a:cs typeface="+mn-cs"/>
              </a:rPr>
              <a:t>, iar persistarea datelor se realizează cu </a:t>
            </a:r>
            <a:r>
              <a:rPr lang="ro-MD" sz="1200" b="1" kern="1200" dirty="0" err="1">
                <a:solidFill>
                  <a:schemeClr val="tx1"/>
                </a:solidFill>
                <a:effectLst/>
                <a:latin typeface="+mn-lt"/>
                <a:ea typeface="+mn-ea"/>
                <a:cs typeface="+mn-cs"/>
              </a:rPr>
              <a:t>Entity</a:t>
            </a:r>
            <a:r>
              <a:rPr lang="ro-MD" sz="1200" b="1" kern="1200" dirty="0">
                <a:solidFill>
                  <a:schemeClr val="tx1"/>
                </a:solidFill>
                <a:effectLst/>
                <a:latin typeface="+mn-lt"/>
                <a:ea typeface="+mn-ea"/>
                <a:cs typeface="+mn-cs"/>
              </a:rPr>
              <a:t> Framework Core</a:t>
            </a:r>
            <a:r>
              <a:rPr lang="ro-MD" sz="1200" kern="1200" dirty="0">
                <a:solidFill>
                  <a:schemeClr val="tx1"/>
                </a:solidFill>
                <a:effectLst/>
                <a:latin typeface="+mn-lt"/>
                <a:ea typeface="+mn-ea"/>
                <a:cs typeface="+mn-cs"/>
              </a:rPr>
              <a:t> conectat la </a:t>
            </a:r>
            <a:r>
              <a:rPr lang="ro-MD" sz="1200" b="1" kern="1200" dirty="0">
                <a:solidFill>
                  <a:schemeClr val="tx1"/>
                </a:solidFill>
                <a:effectLst/>
                <a:latin typeface="+mn-lt"/>
                <a:ea typeface="+mn-ea"/>
                <a:cs typeface="+mn-cs"/>
              </a:rPr>
              <a:t>SQL Server</a:t>
            </a:r>
            <a:r>
              <a:rPr lang="ro-MD" sz="1200" kern="1200" dirty="0">
                <a:solidFill>
                  <a:schemeClr val="tx1"/>
                </a:solidFill>
                <a:effectLst/>
                <a:latin typeface="+mn-lt"/>
                <a:ea typeface="+mn-ea"/>
                <a:cs typeface="+mn-cs"/>
              </a:rPr>
              <a:t>. Interfața este stilizată cu </a:t>
            </a:r>
            <a:r>
              <a:rPr lang="ro-MD" sz="1200" b="1" kern="1200" dirty="0" err="1">
                <a:solidFill>
                  <a:schemeClr val="tx1"/>
                </a:solidFill>
                <a:effectLst/>
                <a:latin typeface="+mn-lt"/>
                <a:ea typeface="+mn-ea"/>
                <a:cs typeface="+mn-cs"/>
              </a:rPr>
              <a:t>Bootstrap</a:t>
            </a:r>
            <a:r>
              <a:rPr lang="ro-MD" sz="1200" kern="1200" dirty="0">
                <a:solidFill>
                  <a:schemeClr val="tx1"/>
                </a:solidFill>
                <a:effectLst/>
                <a:latin typeface="+mn-lt"/>
                <a:ea typeface="+mn-ea"/>
                <a:cs typeface="+mn-cs"/>
              </a:rPr>
              <a:t> pentru a asigura </a:t>
            </a:r>
            <a:r>
              <a:rPr lang="ro-MD" sz="1200" kern="1200" dirty="0" err="1">
                <a:solidFill>
                  <a:schemeClr val="tx1"/>
                </a:solidFill>
                <a:effectLst/>
                <a:latin typeface="+mn-lt"/>
                <a:ea typeface="+mn-ea"/>
                <a:cs typeface="+mn-cs"/>
              </a:rPr>
              <a:t>responsivitatea</a:t>
            </a:r>
            <a:r>
              <a:rPr lang="ro-MD"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14</a:t>
            </a:fld>
            <a:endParaRPr lang="en-US"/>
          </a:p>
        </p:txBody>
      </p:sp>
    </p:spTree>
    <p:extLst>
      <p:ext uri="{BB962C8B-B14F-4D97-AF65-F5344CB8AC3E}">
        <p14:creationId xmlns:p14="http://schemas.microsoft.com/office/powerpoint/2010/main" val="1271699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MD" sz="1200" kern="1200" dirty="0">
                <a:solidFill>
                  <a:schemeClr val="tx1"/>
                </a:solidFill>
                <a:effectLst/>
                <a:latin typeface="+mn-lt"/>
                <a:ea typeface="+mn-ea"/>
                <a:cs typeface="+mn-cs"/>
              </a:rPr>
              <a:t>Autentificarea și autorizarea au fost implementate printr-un sistem propriu, fără utilizarea soluției standard ASP.NET </a:t>
            </a:r>
            <a:r>
              <a:rPr lang="ro-MD" sz="1200" kern="1200" dirty="0" err="1">
                <a:solidFill>
                  <a:schemeClr val="tx1"/>
                </a:solidFill>
                <a:effectLst/>
                <a:latin typeface="+mn-lt"/>
                <a:ea typeface="+mn-ea"/>
                <a:cs typeface="+mn-cs"/>
              </a:rPr>
              <a:t>Identity</a:t>
            </a:r>
            <a:r>
              <a:rPr lang="ro-MD" sz="1200"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Aplicația creează sesiuni de autentificare pe bază de cookie-uri și atribuie roluri utilizatorilor. Activarea contului se face printr-un cod trimis pe e-mail, pentru a asigura validitatea adresei.</a:t>
            </a:r>
            <a:br>
              <a:rPr lang="ro-MD" sz="1200" kern="1200" dirty="0">
                <a:solidFill>
                  <a:schemeClr val="tx1"/>
                </a:solidFill>
                <a:effectLst/>
                <a:latin typeface="+mn-lt"/>
                <a:ea typeface="+mn-ea"/>
                <a:cs typeface="+mn-cs"/>
              </a:rPr>
            </a:br>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Am definit patru roluri: Oaspete, Utilizator, Doctor, Administrator, fiecare având acces la funcționalități diferite.</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Pentru localizare, am dezvoltat un sistem personalizat, care încarcă textele traduse dintr-o bază de date, folosind clase speciale scrise de mine. Utilizatorul poate selecta limba din interfață, iar aplicația actualizează automat conținutul afișat.</a:t>
            </a:r>
            <a:endParaRPr lang="en-US" sz="1200" kern="1200" dirty="0">
              <a:solidFill>
                <a:schemeClr val="tx1"/>
              </a:solidFill>
              <a:effectLst/>
              <a:latin typeface="+mn-lt"/>
              <a:ea typeface="+mn-ea"/>
              <a:cs typeface="+mn-cs"/>
            </a:endParaRPr>
          </a:p>
          <a:p>
            <a:endParaRPr lang="ro-MD" sz="1200" kern="1200" dirty="0">
              <a:solidFill>
                <a:schemeClr val="tx1"/>
              </a:solidFill>
              <a:effectLst/>
              <a:latin typeface="+mn-lt"/>
              <a:ea typeface="+mn-ea"/>
              <a:cs typeface="+mn-cs"/>
            </a:endParaRPr>
          </a:p>
          <a:p>
            <a:r>
              <a:rPr lang="ro-MD" sz="1200" kern="1200" dirty="0">
                <a:solidFill>
                  <a:schemeClr val="tx1"/>
                </a:solidFill>
                <a:effectLst/>
                <a:latin typeface="+mn-lt"/>
                <a:ea typeface="+mn-ea"/>
                <a:cs typeface="+mn-cs"/>
              </a:rPr>
              <a:t>De asemenea, aplicația trimite notificări prin e-mail în funcție de acțiuni și </a:t>
            </a:r>
            <a:r>
              <a:rPr lang="ro-MD" sz="1200" kern="1200" dirty="0" err="1">
                <a:solidFill>
                  <a:schemeClr val="tx1"/>
                </a:solidFill>
                <a:effectLst/>
                <a:latin typeface="+mn-lt"/>
                <a:ea typeface="+mn-ea"/>
                <a:cs typeface="+mn-cs"/>
              </a:rPr>
              <a:t>jurnalizează</a:t>
            </a:r>
            <a:r>
              <a:rPr lang="ro-MD" sz="1200" kern="1200" dirty="0">
                <a:solidFill>
                  <a:schemeClr val="tx1"/>
                </a:solidFill>
                <a:effectLst/>
                <a:latin typeface="+mn-lt"/>
                <a:ea typeface="+mn-ea"/>
                <a:cs typeface="+mn-cs"/>
              </a:rPr>
              <a:t> acțiunile efectuate în cadrul aplicației, precum autentificări sau modificări de date.</a:t>
            </a:r>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15</a:t>
            </a:fld>
            <a:endParaRPr lang="en-US"/>
          </a:p>
        </p:txBody>
      </p:sp>
    </p:spTree>
    <p:extLst>
      <p:ext uri="{BB962C8B-B14F-4D97-AF65-F5344CB8AC3E}">
        <p14:creationId xmlns:p14="http://schemas.microsoft.com/office/powerpoint/2010/main" val="26060359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sz="1200" kern="1200" dirty="0">
                <a:solidFill>
                  <a:schemeClr val="tx1"/>
                </a:solidFill>
                <a:effectLst/>
                <a:latin typeface="+mn-lt"/>
                <a:ea typeface="+mn-ea"/>
                <a:cs typeface="+mn-cs"/>
              </a:rPr>
              <a:t>În concluzie, această lucrare a demonstrat relevanța și aplicabilitatea modelelor arhitecturale clasice în dezvoltarea aplicațiilor web.</a:t>
            </a:r>
            <a:endParaRPr lang="en-US" sz="1200" kern="1200" dirty="0">
              <a:solidFill>
                <a:schemeClr val="tx1"/>
              </a:solidFill>
              <a:effectLst/>
              <a:latin typeface="+mn-lt"/>
              <a:ea typeface="+mn-ea"/>
              <a:cs typeface="+mn-cs"/>
            </a:endParaRPr>
          </a:p>
          <a:p>
            <a:endParaRPr lang="ro-RO" sz="1200" kern="1200" dirty="0">
              <a:solidFill>
                <a:schemeClr val="tx1"/>
              </a:solidFill>
              <a:effectLst/>
              <a:latin typeface="+mn-lt"/>
              <a:ea typeface="+mn-ea"/>
              <a:cs typeface="+mn-cs"/>
            </a:endParaRPr>
          </a:p>
          <a:p>
            <a:r>
              <a:rPr lang="ro-RO" sz="1200" kern="1200" dirty="0">
                <a:solidFill>
                  <a:schemeClr val="tx1"/>
                </a:solidFill>
                <a:effectLst/>
                <a:latin typeface="+mn-lt"/>
                <a:ea typeface="+mn-ea"/>
                <a:cs typeface="+mn-cs"/>
              </a:rPr>
              <a:t>Am analizat în detaliu trei șabloane – MVC, MVP și MVVM – și am arătat că alegerea unui model depinde de contextul aplicației.</a:t>
            </a:r>
            <a:endParaRPr lang="en-US" sz="1200" kern="1200" dirty="0">
              <a:solidFill>
                <a:schemeClr val="tx1"/>
              </a:solidFill>
              <a:effectLst/>
              <a:latin typeface="+mn-lt"/>
              <a:ea typeface="+mn-ea"/>
              <a:cs typeface="+mn-cs"/>
            </a:endParaRPr>
          </a:p>
          <a:p>
            <a:endParaRPr lang="ro-RO" sz="1200" kern="1200" dirty="0">
              <a:solidFill>
                <a:schemeClr val="tx1"/>
              </a:solidFill>
              <a:effectLst/>
              <a:latin typeface="+mn-lt"/>
              <a:ea typeface="+mn-ea"/>
              <a:cs typeface="+mn-cs"/>
            </a:endParaRPr>
          </a:p>
          <a:p>
            <a:r>
              <a:rPr lang="ro-RO" sz="1200" kern="1200" dirty="0">
                <a:solidFill>
                  <a:schemeClr val="tx1"/>
                </a:solidFill>
                <a:effectLst/>
                <a:latin typeface="+mn-lt"/>
                <a:ea typeface="+mn-ea"/>
                <a:cs typeface="+mn-cs"/>
              </a:rPr>
              <a:t>Arhitectura MVC s-a dovedit a fi o alegere potrivită pentru aplicația dezvoltată, datorită clarității structurale și suportului oferit de ASP.NET Core.</a:t>
            </a:r>
            <a:endParaRPr lang="en-US" sz="1200" kern="1200" dirty="0">
              <a:solidFill>
                <a:schemeClr val="tx1"/>
              </a:solidFill>
              <a:effectLst/>
              <a:latin typeface="+mn-lt"/>
              <a:ea typeface="+mn-ea"/>
              <a:cs typeface="+mn-cs"/>
            </a:endParaRPr>
          </a:p>
          <a:p>
            <a:endParaRPr lang="ro-RO" sz="1200" kern="1200" dirty="0">
              <a:solidFill>
                <a:schemeClr val="tx1"/>
              </a:solidFill>
              <a:effectLst/>
              <a:latin typeface="+mn-lt"/>
              <a:ea typeface="+mn-ea"/>
              <a:cs typeface="+mn-cs"/>
            </a:endParaRPr>
          </a:p>
          <a:p>
            <a:r>
              <a:rPr lang="ro-RO" sz="1200" kern="1200" dirty="0">
                <a:solidFill>
                  <a:schemeClr val="tx1"/>
                </a:solidFill>
                <a:effectLst/>
                <a:latin typeface="+mn-lt"/>
                <a:ea typeface="+mn-ea"/>
                <a:cs typeface="+mn-cs"/>
              </a:rPr>
              <a:t>Din punct de vedere practic, am dezvoltat o aplicație funcțională pentru programări medicale, care include funcționalități esențiale precum autentificare/autorizare, localizare, confirmarea prin e-mailuri și </a:t>
            </a:r>
            <a:r>
              <a:rPr lang="ro-RO" sz="1200" kern="1200" dirty="0" err="1">
                <a:solidFill>
                  <a:schemeClr val="tx1"/>
                </a:solidFill>
                <a:effectLst/>
                <a:latin typeface="+mn-lt"/>
                <a:ea typeface="+mn-ea"/>
                <a:cs typeface="+mn-cs"/>
              </a:rPr>
              <a:t>logarea</a:t>
            </a:r>
            <a:r>
              <a:rPr lang="ro-RO" sz="1200" kern="1200" dirty="0">
                <a:solidFill>
                  <a:schemeClr val="tx1"/>
                </a:solidFill>
                <a:effectLst/>
                <a:latin typeface="+mn-lt"/>
                <a:ea typeface="+mn-ea"/>
                <a:cs typeface="+mn-cs"/>
              </a:rPr>
              <a:t> evenimentelor.</a:t>
            </a:r>
            <a:endParaRPr lang="en-US" sz="1200" kern="1200" dirty="0">
              <a:solidFill>
                <a:schemeClr val="tx1"/>
              </a:solidFill>
              <a:effectLst/>
              <a:latin typeface="+mn-lt"/>
              <a:ea typeface="+mn-ea"/>
              <a:cs typeface="+mn-cs"/>
            </a:endParaRPr>
          </a:p>
          <a:p>
            <a:endParaRPr lang="ro-RO" sz="1200" kern="1200">
              <a:solidFill>
                <a:schemeClr val="tx1"/>
              </a:solidFill>
              <a:effectLst/>
              <a:latin typeface="+mn-lt"/>
              <a:ea typeface="+mn-ea"/>
              <a:cs typeface="+mn-cs"/>
            </a:endParaRPr>
          </a:p>
          <a:p>
            <a:r>
              <a:rPr lang="ro-RO" sz="1200" kern="1200">
                <a:solidFill>
                  <a:schemeClr val="tx1"/>
                </a:solidFill>
                <a:effectLst/>
                <a:latin typeface="+mn-lt"/>
                <a:ea typeface="+mn-ea"/>
                <a:cs typeface="+mn-cs"/>
              </a:rPr>
              <a:t>În </a:t>
            </a:r>
            <a:r>
              <a:rPr lang="ro-RO" sz="1200" kern="1200" dirty="0">
                <a:solidFill>
                  <a:schemeClr val="tx1"/>
                </a:solidFill>
                <a:effectLst/>
                <a:latin typeface="+mn-lt"/>
                <a:ea typeface="+mn-ea"/>
                <a:cs typeface="+mn-cs"/>
              </a:rPr>
              <a:t>concluzie, acest proiect mi-a oferit posibilitatea de a folosi cunoștințele teoretice și practice și de a-mi îmbunătăți abilitățile în analiza arhitecturilor software și dezvoltarea aplicațiilor web moderne.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17</a:t>
            </a:fld>
            <a:endParaRPr lang="en-US"/>
          </a:p>
        </p:txBody>
      </p:sp>
    </p:spTree>
    <p:extLst>
      <p:ext uri="{BB962C8B-B14F-4D97-AF65-F5344CB8AC3E}">
        <p14:creationId xmlns:p14="http://schemas.microsoft.com/office/powerpoint/2010/main" val="1786008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01BD69-05E8-440D-AC10-273BAE9BB367}" type="slidenum">
              <a:rPr lang="en-US" smtClean="0"/>
              <a:t>18</a:t>
            </a:fld>
            <a:endParaRPr lang="en-US"/>
          </a:p>
        </p:txBody>
      </p:sp>
    </p:spTree>
    <p:extLst>
      <p:ext uri="{BB962C8B-B14F-4D97-AF65-F5344CB8AC3E}">
        <p14:creationId xmlns:p14="http://schemas.microsoft.com/office/powerpoint/2010/main" val="12648523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3.png"/><Relationship Id="rId1" Type="http://schemas.openxmlformats.org/officeDocument/2006/relationships/slideMaster" Target="../slideMasters/slideMaster5.xml"/><Relationship Id="rId4" Type="http://schemas.openxmlformats.org/officeDocument/2006/relationships/hyperlink" Target="http://bit.ly/2TtBDfr" TargetMode="Externa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7.xml"/><Relationship Id="rId4" Type="http://schemas.openxmlformats.org/officeDocument/2006/relationships/hyperlink" Target="http://bit.ly/2TtBDfr" TargetMode="Externa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4340240" y="-3867699"/>
            <a:ext cx="13386573" cy="9161505"/>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33" name="Google Shape;33;p2"/>
          <p:cNvGrpSpPr/>
          <p:nvPr/>
        </p:nvGrpSpPr>
        <p:grpSpPr>
          <a:xfrm>
            <a:off x="8514314" y="4052934"/>
            <a:ext cx="5227335" cy="42851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54" name="Google Shape;54;p2"/>
          <p:cNvSpPr txBox="1">
            <a:spLocks noGrp="1"/>
          </p:cNvSpPr>
          <p:nvPr>
            <p:ph type="ctrTitle"/>
          </p:nvPr>
        </p:nvSpPr>
        <p:spPr>
          <a:xfrm>
            <a:off x="1462467" y="1088432"/>
            <a:ext cx="9299600" cy="31020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55" name="Google Shape;55;p2"/>
          <p:cNvSpPr txBox="1">
            <a:spLocks noGrp="1"/>
          </p:cNvSpPr>
          <p:nvPr>
            <p:ph type="subTitle" idx="1"/>
          </p:nvPr>
        </p:nvSpPr>
        <p:spPr>
          <a:xfrm>
            <a:off x="1462467" y="4608333"/>
            <a:ext cx="6510000" cy="634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2133"/>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grpSp>
        <p:nvGrpSpPr>
          <p:cNvPr id="56" name="Google Shape;56;p2"/>
          <p:cNvGrpSpPr/>
          <p:nvPr/>
        </p:nvGrpSpPr>
        <p:grpSpPr>
          <a:xfrm>
            <a:off x="-413180" y="4823208"/>
            <a:ext cx="1931765" cy="2985072"/>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712432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960000" y="2772433"/>
            <a:ext cx="7464000" cy="1122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97" name="Google Shape;97;p3"/>
          <p:cNvSpPr txBox="1">
            <a:spLocks noGrp="1"/>
          </p:cNvSpPr>
          <p:nvPr>
            <p:ph type="title" idx="2" hasCustomPrompt="1"/>
          </p:nvPr>
        </p:nvSpPr>
        <p:spPr>
          <a:xfrm>
            <a:off x="960000" y="1367633"/>
            <a:ext cx="2270000" cy="1324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266">
                <a:latin typeface="Poppins"/>
                <a:ea typeface="Poppins"/>
                <a:cs typeface="Poppins"/>
                <a:sym typeface="Poppins"/>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98" name="Google Shape;98;p3"/>
          <p:cNvSpPr txBox="1">
            <a:spLocks noGrp="1"/>
          </p:cNvSpPr>
          <p:nvPr>
            <p:ph type="subTitle" idx="1"/>
          </p:nvPr>
        </p:nvSpPr>
        <p:spPr>
          <a:xfrm>
            <a:off x="960000" y="4336500"/>
            <a:ext cx="7464000" cy="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99" name="Google Shape;99;p3"/>
          <p:cNvGrpSpPr/>
          <p:nvPr/>
        </p:nvGrpSpPr>
        <p:grpSpPr>
          <a:xfrm>
            <a:off x="-718941" y="-2290633"/>
            <a:ext cx="5862924" cy="5562209"/>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750137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40"/>
        <p:cNvGrpSpPr/>
        <p:nvPr/>
      </p:nvGrpSpPr>
      <p:grpSpPr>
        <a:xfrm>
          <a:off x="0" y="0"/>
          <a:ext cx="0" cy="0"/>
          <a:chOff x="0" y="0"/>
          <a:chExt cx="0" cy="0"/>
        </a:xfrm>
      </p:grpSpPr>
      <p:sp>
        <p:nvSpPr>
          <p:cNvPr id="141" name="Google Shape;141;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42" name="Google Shape;142;p4"/>
          <p:cNvSpPr txBox="1">
            <a:spLocks noGrp="1"/>
          </p:cNvSpPr>
          <p:nvPr>
            <p:ph type="body" idx="1"/>
          </p:nvPr>
        </p:nvSpPr>
        <p:spPr>
          <a:xfrm>
            <a:off x="960000" y="1519401"/>
            <a:ext cx="10272000" cy="5484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Clr>
                <a:srgbClr val="434343"/>
              </a:buClr>
              <a:buSzPts val="1400"/>
              <a:buAutoNum type="arabicPeriod"/>
              <a:defRPr>
                <a:solidFill>
                  <a:srgbClr val="191919"/>
                </a:solidFill>
              </a:defRPr>
            </a:lvl1pPr>
            <a:lvl2pPr marL="1219170" lvl="1" indent="-423323"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marL="1828754" lvl="2" indent="-423323"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marL="2438339" lvl="3" indent="-423323"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marL="3047924" lvl="4" indent="-423323"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marL="3657509" lvl="5" indent="-423323"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marL="4267093" lvl="6" indent="-423323"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marL="4876678" lvl="7" indent="-423323"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marL="5486263" lvl="8" indent="-423323"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a:pPr lvl="0"/>
            <a:r>
              <a:rPr lang="en-US"/>
              <a:t>Click to edit Master text styles</a:t>
            </a:r>
          </a:p>
        </p:txBody>
      </p:sp>
      <p:grpSp>
        <p:nvGrpSpPr>
          <p:cNvPr id="143" name="Google Shape;143;p4"/>
          <p:cNvGrpSpPr/>
          <p:nvPr/>
        </p:nvGrpSpPr>
        <p:grpSpPr>
          <a:xfrm>
            <a:off x="9820200" y="-1530399"/>
            <a:ext cx="4977499" cy="8716005"/>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grpSp>
        <p:nvGrpSpPr>
          <p:cNvPr id="160" name="Google Shape;160;p4"/>
          <p:cNvGrpSpPr/>
          <p:nvPr/>
        </p:nvGrpSpPr>
        <p:grpSpPr>
          <a:xfrm rot="-2529045">
            <a:off x="140989" y="4906947"/>
            <a:ext cx="788921" cy="3013693"/>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3" name="Google Shape;163;p4"/>
          <p:cNvGrpSpPr/>
          <p:nvPr/>
        </p:nvGrpSpPr>
        <p:grpSpPr>
          <a:xfrm>
            <a:off x="-693530" y="-764219"/>
            <a:ext cx="2003055" cy="3742456"/>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027624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6" name="Google Shape;176;p5"/>
          <p:cNvSpPr txBox="1">
            <a:spLocks noGrp="1"/>
          </p:cNvSpPr>
          <p:nvPr>
            <p:ph type="subTitle" idx="1"/>
          </p:nvPr>
        </p:nvSpPr>
        <p:spPr>
          <a:xfrm>
            <a:off x="6666537" y="3163333"/>
            <a:ext cx="3120400" cy="17608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77" name="Google Shape;177;p5"/>
          <p:cNvSpPr txBox="1">
            <a:spLocks noGrp="1"/>
          </p:cNvSpPr>
          <p:nvPr>
            <p:ph type="subTitle" idx="2"/>
          </p:nvPr>
        </p:nvSpPr>
        <p:spPr>
          <a:xfrm>
            <a:off x="2405067" y="3163333"/>
            <a:ext cx="3120400" cy="17608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78" name="Google Shape;178;p5"/>
          <p:cNvSpPr txBox="1">
            <a:spLocks noGrp="1"/>
          </p:cNvSpPr>
          <p:nvPr>
            <p:ph type="subTitle" idx="3"/>
          </p:nvPr>
        </p:nvSpPr>
        <p:spPr>
          <a:xfrm>
            <a:off x="6666544" y="2731317"/>
            <a:ext cx="31204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79" name="Google Shape;179;p5"/>
          <p:cNvSpPr txBox="1">
            <a:spLocks noGrp="1"/>
          </p:cNvSpPr>
          <p:nvPr>
            <p:ph type="subTitle" idx="4"/>
          </p:nvPr>
        </p:nvSpPr>
        <p:spPr>
          <a:xfrm>
            <a:off x="2405067" y="2731317"/>
            <a:ext cx="31204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grpSp>
        <p:nvGrpSpPr>
          <p:cNvPr id="180" name="Google Shape;180;p5"/>
          <p:cNvGrpSpPr/>
          <p:nvPr/>
        </p:nvGrpSpPr>
        <p:grpSpPr>
          <a:xfrm>
            <a:off x="10105485" y="-1187199"/>
            <a:ext cx="3864367" cy="4043933"/>
            <a:chOff x="7198113" y="-890399"/>
            <a:chExt cx="2898275" cy="3032950"/>
          </a:xfrm>
        </p:grpSpPr>
        <p:pic>
          <p:nvPicPr>
            <p:cNvPr id="181" name="Google Shape;181;p5"/>
            <p:cNvPicPr preferRelativeResize="0"/>
            <p:nvPr/>
          </p:nvPicPr>
          <p:blipFill rotWithShape="1">
            <a:blip r:embed="rId2">
              <a:alphaModFix/>
            </a:blip>
            <a:srcRect l="16960" t="24718" r="7121" b="26177"/>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86" name="Google Shape;186;p5"/>
          <p:cNvGrpSpPr/>
          <p:nvPr/>
        </p:nvGrpSpPr>
        <p:grpSpPr>
          <a:xfrm>
            <a:off x="-818560" y="4924808"/>
            <a:ext cx="2730743" cy="2985072"/>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34" name="Google Shape;234;p5"/>
          <p:cNvGrpSpPr/>
          <p:nvPr/>
        </p:nvGrpSpPr>
        <p:grpSpPr>
          <a:xfrm>
            <a:off x="-3136700" y="-536091"/>
            <a:ext cx="7076687" cy="3251140"/>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43" name="Google Shape;243;p5"/>
          <p:cNvGrpSpPr/>
          <p:nvPr/>
        </p:nvGrpSpPr>
        <p:grpSpPr>
          <a:xfrm>
            <a:off x="9060134" y="4126951"/>
            <a:ext cx="6078623" cy="3251140"/>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679792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1"/>
        <p:cNvGrpSpPr/>
        <p:nvPr/>
      </p:nvGrpSpPr>
      <p:grpSpPr>
        <a:xfrm>
          <a:off x="0" y="0"/>
          <a:ext cx="0" cy="0"/>
          <a:chOff x="0" y="0"/>
          <a:chExt cx="0" cy="0"/>
        </a:xfrm>
      </p:grpSpPr>
      <p:grpSp>
        <p:nvGrpSpPr>
          <p:cNvPr id="252" name="Google Shape;252;p6"/>
          <p:cNvGrpSpPr/>
          <p:nvPr/>
        </p:nvGrpSpPr>
        <p:grpSpPr>
          <a:xfrm rot="-8100000">
            <a:off x="-2173268" y="-1517741"/>
            <a:ext cx="5046919" cy="4057495"/>
            <a:chOff x="7103825" y="-713112"/>
            <a:chExt cx="3785226" cy="3043150"/>
          </a:xfrm>
        </p:grpSpPr>
        <p:sp>
          <p:nvSpPr>
            <p:cNvPr id="253" name="Google Shape;253;p6"/>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pic>
          <p:nvPicPr>
            <p:cNvPr id="254" name="Google Shape;254;p6"/>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255" name="Google Shape;255;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256" name="Google Shape;256;p6"/>
          <p:cNvGrpSpPr/>
          <p:nvPr/>
        </p:nvGrpSpPr>
        <p:grpSpPr>
          <a:xfrm>
            <a:off x="10808372" y="-1125883"/>
            <a:ext cx="2388176" cy="3690444"/>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9" name="Google Shape;259;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69" name="Google Shape;269;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84" name="Google Shape;28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0" name="Google Shape;290;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1" name="Google Shape;291;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94" name="Google Shape;294;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95" name="Google Shape;295;p6"/>
          <p:cNvGrpSpPr/>
          <p:nvPr/>
        </p:nvGrpSpPr>
        <p:grpSpPr>
          <a:xfrm>
            <a:off x="-1998666" y="4243405"/>
            <a:ext cx="6078623" cy="4475817"/>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8" name="Google Shape;298;p6"/>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4" name="Google Shape;304;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5" name="Google Shape;305;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6" name="Google Shape;306;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7" name="Google Shape;307;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08" name="Google Shape;308;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1" name="Google Shape;311;p6"/>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2" name="Google Shape;312;p6"/>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 name="Google Shape;313;p6"/>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23" name="Google Shape;32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6"/>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6"/>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6"/>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6"/>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33" name="Google Shape;333;p6"/>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336" name="Google Shape;336;p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37" name="Google Shape;337;p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721493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38"/>
        <p:cNvGrpSpPr/>
        <p:nvPr/>
      </p:nvGrpSpPr>
      <p:grpSpPr>
        <a:xfrm>
          <a:off x="0" y="0"/>
          <a:ext cx="0" cy="0"/>
          <a:chOff x="0" y="0"/>
          <a:chExt cx="0" cy="0"/>
        </a:xfrm>
      </p:grpSpPr>
      <p:sp>
        <p:nvSpPr>
          <p:cNvPr id="339" name="Google Shape;339;p7"/>
          <p:cNvSpPr txBox="1">
            <a:spLocks noGrp="1"/>
          </p:cNvSpPr>
          <p:nvPr>
            <p:ph type="subTitle" idx="1"/>
          </p:nvPr>
        </p:nvSpPr>
        <p:spPr>
          <a:xfrm>
            <a:off x="950967" y="1547700"/>
            <a:ext cx="10281200" cy="4607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AutoNum type="arabicPeriod"/>
              <a:defRPr sz="1867"/>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a:r>
              <a:rPr lang="en-US"/>
              <a:t>Click to edit Master subtitle style</a:t>
            </a:r>
            <a:endParaRPr/>
          </a:p>
        </p:txBody>
      </p:sp>
      <p:sp>
        <p:nvSpPr>
          <p:cNvPr id="340" name="Google Shape;340;p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341" name="Google Shape;341;p7"/>
          <p:cNvGrpSpPr/>
          <p:nvPr/>
        </p:nvGrpSpPr>
        <p:grpSpPr>
          <a:xfrm>
            <a:off x="11912900" y="5257917"/>
            <a:ext cx="585600" cy="585467"/>
            <a:chOff x="1101075" y="2142375"/>
            <a:chExt cx="439200" cy="439100"/>
          </a:xfrm>
        </p:grpSpPr>
        <p:sp>
          <p:nvSpPr>
            <p:cNvPr id="342" name="Google Shape;34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44" name="Google Shape;344;p7"/>
          <p:cNvGrpSpPr/>
          <p:nvPr/>
        </p:nvGrpSpPr>
        <p:grpSpPr>
          <a:xfrm>
            <a:off x="7308792" y="-4156819"/>
            <a:ext cx="7939112" cy="8190345"/>
            <a:chOff x="5329194" y="-2965215"/>
            <a:chExt cx="5954334" cy="6142759"/>
          </a:xfrm>
        </p:grpSpPr>
        <p:sp>
          <p:nvSpPr>
            <p:cNvPr id="345" name="Google Shape;345;p7"/>
            <p:cNvSpPr/>
            <p:nvPr/>
          </p:nvSpPr>
          <p:spPr>
            <a:xfrm rot="-2700000">
              <a:off x="6677338" y="-23069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7"/>
            <p:cNvSpPr/>
            <p:nvPr/>
          </p:nvSpPr>
          <p:spPr>
            <a:xfrm rot="-2700000">
              <a:off x="6782013" y="-2600033"/>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349" name="Google Shape;349;p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350" name="Google Shape;350;p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351" name="Google Shape;351;p7"/>
          <p:cNvGrpSpPr/>
          <p:nvPr/>
        </p:nvGrpSpPr>
        <p:grpSpPr>
          <a:xfrm flipH="1">
            <a:off x="-671354" y="5315905"/>
            <a:ext cx="6999145" cy="3989632"/>
            <a:chOff x="-258616" y="3430829"/>
            <a:chExt cx="5249359" cy="2992224"/>
          </a:xfrm>
        </p:grpSpPr>
        <p:pic>
          <p:nvPicPr>
            <p:cNvPr id="352" name="Google Shape;352;p7"/>
            <p:cNvPicPr preferRelativeResize="0"/>
            <p:nvPr/>
          </p:nvPicPr>
          <p:blipFill rotWithShape="1">
            <a:blip r:embed="rId2">
              <a:alphaModFix/>
            </a:blip>
            <a:srcRect l="16960" t="24718" r="7121" b="26177"/>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7"/>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7"/>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7"/>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 name="Google Shape;357;p7"/>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 name="Google Shape;363;p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346288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64"/>
        <p:cNvGrpSpPr/>
        <p:nvPr/>
      </p:nvGrpSpPr>
      <p:grpSpPr>
        <a:xfrm>
          <a:off x="0" y="0"/>
          <a:ext cx="0" cy="0"/>
          <a:chOff x="0" y="0"/>
          <a:chExt cx="0" cy="0"/>
        </a:xfrm>
      </p:grpSpPr>
      <p:sp>
        <p:nvSpPr>
          <p:cNvPr id="365" name="Google Shape;365;p8"/>
          <p:cNvSpPr txBox="1">
            <a:spLocks noGrp="1"/>
          </p:cNvSpPr>
          <p:nvPr>
            <p:ph type="title"/>
          </p:nvPr>
        </p:nvSpPr>
        <p:spPr>
          <a:xfrm>
            <a:off x="950967" y="2830133"/>
            <a:ext cx="9730000" cy="12136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grpSp>
        <p:nvGrpSpPr>
          <p:cNvPr id="366" name="Google Shape;366;p8"/>
          <p:cNvGrpSpPr/>
          <p:nvPr/>
        </p:nvGrpSpPr>
        <p:grpSpPr>
          <a:xfrm>
            <a:off x="8634415" y="-2055497"/>
            <a:ext cx="3444480" cy="3212913"/>
            <a:chOff x="6475811" y="-1541623"/>
            <a:chExt cx="2583360" cy="2409685"/>
          </a:xfrm>
        </p:grpSpPr>
        <p:grpSp>
          <p:nvGrpSpPr>
            <p:cNvPr id="367" name="Google Shape;367;p8"/>
            <p:cNvGrpSpPr/>
            <p:nvPr/>
          </p:nvGrpSpPr>
          <p:grpSpPr>
            <a:xfrm rot="-5400000">
              <a:off x="5879041" y="-944853"/>
              <a:ext cx="2133442" cy="939904"/>
              <a:chOff x="-149984" y="3754784"/>
              <a:chExt cx="2133442" cy="939904"/>
            </a:xfrm>
          </p:grpSpPr>
          <p:sp>
            <p:nvSpPr>
              <p:cNvPr id="368" name="Google Shape;368;p8"/>
              <p:cNvSpPr/>
              <p:nvPr/>
            </p:nvSpPr>
            <p:spPr>
              <a:xfrm rot="5400000">
                <a:off x="707379" y="3056155"/>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8"/>
              <p:cNvSpPr/>
              <p:nvPr/>
            </p:nvSpPr>
            <p:spPr>
              <a:xfrm rot="5400000">
                <a:off x="391825" y="3465468"/>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70" name="Google Shape;370;p8"/>
            <p:cNvSpPr/>
            <p:nvPr/>
          </p:nvSpPr>
          <p:spPr>
            <a:xfrm rot="5400000">
              <a:off x="7783092" y="-77047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8"/>
            <p:cNvSpPr/>
            <p:nvPr/>
          </p:nvSpPr>
          <p:spPr>
            <a:xfrm rot="5400000">
              <a:off x="7617537" y="-361157"/>
              <a:ext cx="687411" cy="1771028"/>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72" name="Google Shape;372;p8"/>
            <p:cNvGrpSpPr/>
            <p:nvPr/>
          </p:nvGrpSpPr>
          <p:grpSpPr>
            <a:xfrm>
              <a:off x="7741638" y="-258450"/>
              <a:ext cx="439200" cy="439100"/>
              <a:chOff x="1101075" y="2142375"/>
              <a:chExt cx="439200" cy="439100"/>
            </a:xfrm>
          </p:grpSpPr>
          <p:sp>
            <p:nvSpPr>
              <p:cNvPr id="373" name="Google Shape;373;p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415151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5"/>
        <p:cNvGrpSpPr/>
        <p:nvPr/>
      </p:nvGrpSpPr>
      <p:grpSpPr>
        <a:xfrm>
          <a:off x="0" y="0"/>
          <a:ext cx="0" cy="0"/>
          <a:chOff x="0" y="0"/>
          <a:chExt cx="0" cy="0"/>
        </a:xfrm>
      </p:grpSpPr>
      <p:sp>
        <p:nvSpPr>
          <p:cNvPr id="376" name="Google Shape;376;p9"/>
          <p:cNvSpPr txBox="1">
            <a:spLocks noGrp="1"/>
          </p:cNvSpPr>
          <p:nvPr>
            <p:ph type="title"/>
          </p:nvPr>
        </p:nvSpPr>
        <p:spPr>
          <a:xfrm>
            <a:off x="960000" y="639667"/>
            <a:ext cx="4193600" cy="24580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77" name="Google Shape;377;p9"/>
          <p:cNvSpPr txBox="1">
            <a:spLocks noGrp="1"/>
          </p:cNvSpPr>
          <p:nvPr>
            <p:ph type="subTitle" idx="1"/>
          </p:nvPr>
        </p:nvSpPr>
        <p:spPr>
          <a:xfrm>
            <a:off x="960000" y="3145867"/>
            <a:ext cx="4193600" cy="2999200"/>
          </a:xfrm>
          <a:prstGeom prst="rect">
            <a:avLst/>
          </a:prstGeom>
        </p:spPr>
        <p:txBody>
          <a:bodyPr spcFirstLastPara="1" wrap="square" lIns="91425" tIns="91425" rIns="91425" bIns="91425" anchor="t" anchorCtr="0">
            <a:noAutofit/>
          </a:bodyPr>
          <a:lstStyle>
            <a:lvl1pPr lvl="0" rtl="0">
              <a:spcBef>
                <a:spcPts val="0"/>
              </a:spcBef>
              <a:spcAft>
                <a:spcPts val="0"/>
              </a:spcAft>
              <a:buSzPts val="800"/>
              <a:buFont typeface="Open Sans"/>
              <a:buChar char="●"/>
              <a:defRPr/>
            </a:lvl1pPr>
            <a:lvl2pPr lvl="1" algn="ctr" rtl="0">
              <a:lnSpc>
                <a:spcPct val="100000"/>
              </a:lnSpc>
              <a:spcBef>
                <a:spcPts val="0"/>
              </a:spcBef>
              <a:spcAft>
                <a:spcPts val="0"/>
              </a:spcAft>
              <a:buSzPts val="800"/>
              <a:buFont typeface="Open Sans"/>
              <a:buChar char="○"/>
              <a:defRPr/>
            </a:lvl2pPr>
            <a:lvl3pPr lvl="2" algn="ctr" rtl="0">
              <a:lnSpc>
                <a:spcPct val="100000"/>
              </a:lnSpc>
              <a:spcBef>
                <a:spcPts val="0"/>
              </a:spcBef>
              <a:spcAft>
                <a:spcPts val="0"/>
              </a:spcAft>
              <a:buSzPts val="800"/>
              <a:buFont typeface="Open Sans"/>
              <a:buChar char="■"/>
              <a:defRPr/>
            </a:lvl3pPr>
            <a:lvl4pPr lvl="3" algn="ctr" rtl="0">
              <a:lnSpc>
                <a:spcPct val="100000"/>
              </a:lnSpc>
              <a:spcBef>
                <a:spcPts val="0"/>
              </a:spcBef>
              <a:spcAft>
                <a:spcPts val="0"/>
              </a:spcAft>
              <a:buSzPts val="800"/>
              <a:buFont typeface="Open Sans"/>
              <a:buChar char="●"/>
              <a:defRPr/>
            </a:lvl4pPr>
            <a:lvl5pPr lvl="4" algn="ctr" rtl="0">
              <a:lnSpc>
                <a:spcPct val="100000"/>
              </a:lnSpc>
              <a:spcBef>
                <a:spcPts val="0"/>
              </a:spcBef>
              <a:spcAft>
                <a:spcPts val="0"/>
              </a:spcAft>
              <a:buSzPts val="1200"/>
              <a:buFont typeface="Open Sans"/>
              <a:buChar char="○"/>
              <a:defRPr/>
            </a:lvl5pPr>
            <a:lvl6pPr lvl="5" algn="ctr" rtl="0">
              <a:lnSpc>
                <a:spcPct val="100000"/>
              </a:lnSpc>
              <a:spcBef>
                <a:spcPts val="0"/>
              </a:spcBef>
              <a:spcAft>
                <a:spcPts val="0"/>
              </a:spcAft>
              <a:buSzPts val="1200"/>
              <a:buFont typeface="Open Sans"/>
              <a:buChar char="■"/>
              <a:defRPr/>
            </a:lvl6pPr>
            <a:lvl7pPr lvl="6" algn="ctr" rtl="0">
              <a:lnSpc>
                <a:spcPct val="100000"/>
              </a:lnSpc>
              <a:spcBef>
                <a:spcPts val="0"/>
              </a:spcBef>
              <a:spcAft>
                <a:spcPts val="0"/>
              </a:spcAft>
              <a:buSzPts val="700"/>
              <a:buFont typeface="Open Sans"/>
              <a:buChar char="●"/>
              <a:defRPr/>
            </a:lvl7pPr>
            <a:lvl8pPr lvl="7" algn="ctr" rtl="0">
              <a:lnSpc>
                <a:spcPct val="100000"/>
              </a:lnSpc>
              <a:spcBef>
                <a:spcPts val="0"/>
              </a:spcBef>
              <a:spcAft>
                <a:spcPts val="0"/>
              </a:spcAft>
              <a:buSzPts val="700"/>
              <a:buFont typeface="Open Sans"/>
              <a:buChar char="○"/>
              <a:defRPr/>
            </a:lvl8pPr>
            <a:lvl9pPr lvl="8" algn="ctr" rtl="0">
              <a:lnSpc>
                <a:spcPct val="100000"/>
              </a:lnSpc>
              <a:spcBef>
                <a:spcPts val="0"/>
              </a:spcBef>
              <a:spcAft>
                <a:spcPts val="0"/>
              </a:spcAft>
              <a:buSzPts val="600"/>
              <a:buFont typeface="Open Sans"/>
              <a:buChar char="■"/>
              <a:defRPr/>
            </a:lvl9pPr>
          </a:lstStyle>
          <a:p>
            <a:r>
              <a:rPr lang="en-US"/>
              <a:t>Click to edit Master subtitle style</a:t>
            </a:r>
            <a:endParaRPr/>
          </a:p>
        </p:txBody>
      </p:sp>
      <p:sp>
        <p:nvSpPr>
          <p:cNvPr id="378" name="Google Shape;378;p9"/>
          <p:cNvSpPr>
            <a:spLocks noGrp="1"/>
          </p:cNvSpPr>
          <p:nvPr>
            <p:ph type="pic" idx="2"/>
          </p:nvPr>
        </p:nvSpPr>
        <p:spPr>
          <a:xfrm>
            <a:off x="5514400" y="719333"/>
            <a:ext cx="5726800" cy="5425600"/>
          </a:xfrm>
          <a:prstGeom prst="snip1Rect">
            <a:avLst>
              <a:gd name="adj" fmla="val 16667"/>
            </a:avLst>
          </a:prstGeom>
          <a:noFill/>
          <a:ln>
            <a:noFill/>
          </a:ln>
        </p:spPr>
      </p:sp>
      <p:grpSp>
        <p:nvGrpSpPr>
          <p:cNvPr id="379" name="Google Shape;379;p9"/>
          <p:cNvGrpSpPr/>
          <p:nvPr/>
        </p:nvGrpSpPr>
        <p:grpSpPr>
          <a:xfrm>
            <a:off x="-3191286" y="-2180717"/>
            <a:ext cx="6280553" cy="7126207"/>
            <a:chOff x="-2317265" y="-1559338"/>
            <a:chExt cx="4710415" cy="5344655"/>
          </a:xfrm>
        </p:grpSpPr>
        <p:pic>
          <p:nvPicPr>
            <p:cNvPr id="380" name="Google Shape;380;p9"/>
            <p:cNvPicPr preferRelativeResize="0"/>
            <p:nvPr/>
          </p:nvPicPr>
          <p:blipFill rotWithShape="1">
            <a:blip r:embed="rId2">
              <a:alphaModFix/>
            </a:blip>
            <a:srcRect l="16960" t="24718" r="7121" b="26177"/>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1" name="Google Shape;391;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9"/>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98" name="Google Shape;398;p9"/>
            <p:cNvSpPr/>
            <p:nvPr/>
          </p:nvSpPr>
          <p:spPr>
            <a:xfrm rot="5400000">
              <a:off x="501466" y="-1277128"/>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9"/>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9"/>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9"/>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9"/>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9"/>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9"/>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407" name="Google Shape;407;p9"/>
          <p:cNvGrpSpPr/>
          <p:nvPr/>
        </p:nvGrpSpPr>
        <p:grpSpPr>
          <a:xfrm>
            <a:off x="8959881" y="3864417"/>
            <a:ext cx="5227335" cy="4285199"/>
            <a:chOff x="6643710" y="2822113"/>
            <a:chExt cx="3920501" cy="3213899"/>
          </a:xfrm>
        </p:grpSpPr>
        <p:sp>
          <p:nvSpPr>
            <p:cNvPr id="408" name="Google Shape;408;p9"/>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pic>
          <p:nvPicPr>
            <p:cNvPr id="409" name="Google Shape;409;p9"/>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9"/>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9"/>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6" name="Google Shape;416;p9"/>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7" name="Google Shape;417;p9"/>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18" name="Google Shape;418;p9"/>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9" name="Google Shape;419;p9"/>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20" name="Google Shape;420;p9"/>
          <p:cNvGrpSpPr/>
          <p:nvPr/>
        </p:nvGrpSpPr>
        <p:grpSpPr>
          <a:xfrm>
            <a:off x="-2604233" y="6421935"/>
            <a:ext cx="6078623" cy="178800"/>
            <a:chOff x="796100" y="3019701"/>
            <a:chExt cx="4558967" cy="134100"/>
          </a:xfrm>
        </p:grpSpPr>
        <p:sp>
          <p:nvSpPr>
            <p:cNvPr id="421" name="Google Shape;421;p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422" name="Google Shape;422;p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423" name="Google Shape;423;p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740951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24"/>
        <p:cNvGrpSpPr/>
        <p:nvPr/>
      </p:nvGrpSpPr>
      <p:grpSpPr>
        <a:xfrm>
          <a:off x="0" y="0"/>
          <a:ext cx="0" cy="0"/>
          <a:chOff x="0" y="0"/>
          <a:chExt cx="0" cy="0"/>
        </a:xfrm>
      </p:grpSpPr>
      <p:sp>
        <p:nvSpPr>
          <p:cNvPr id="425" name="Google Shape;425;p10"/>
          <p:cNvSpPr>
            <a:spLocks noGrp="1"/>
          </p:cNvSpPr>
          <p:nvPr>
            <p:ph type="pic" idx="2"/>
          </p:nvPr>
        </p:nvSpPr>
        <p:spPr>
          <a:xfrm>
            <a:off x="0" y="0"/>
            <a:ext cx="12192000" cy="6858000"/>
          </a:xfrm>
          <a:prstGeom prst="rect">
            <a:avLst/>
          </a:prstGeom>
          <a:noFill/>
          <a:ln>
            <a:noFill/>
          </a:ln>
        </p:spPr>
      </p:sp>
      <p:sp>
        <p:nvSpPr>
          <p:cNvPr id="426" name="Google Shape;426;p10"/>
          <p:cNvSpPr txBox="1">
            <a:spLocks noGrp="1"/>
          </p:cNvSpPr>
          <p:nvPr>
            <p:ph type="title"/>
          </p:nvPr>
        </p:nvSpPr>
        <p:spPr>
          <a:xfrm>
            <a:off x="960000" y="719333"/>
            <a:ext cx="4896000" cy="12436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sz="3333"/>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1084174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27"/>
        <p:cNvGrpSpPr/>
        <p:nvPr/>
      </p:nvGrpSpPr>
      <p:grpSpPr>
        <a:xfrm>
          <a:off x="0" y="0"/>
          <a:ext cx="0" cy="0"/>
          <a:chOff x="0" y="0"/>
          <a:chExt cx="0" cy="0"/>
        </a:xfrm>
      </p:grpSpPr>
      <p:sp>
        <p:nvSpPr>
          <p:cNvPr id="428" name="Google Shape;428;p11"/>
          <p:cNvSpPr txBox="1">
            <a:spLocks noGrp="1"/>
          </p:cNvSpPr>
          <p:nvPr>
            <p:ph type="title" hasCustomPrompt="1"/>
          </p:nvPr>
        </p:nvSpPr>
        <p:spPr>
          <a:xfrm>
            <a:off x="950967" y="2355300"/>
            <a:ext cx="8768000" cy="1381600"/>
          </a:xfrm>
          <a:prstGeom prst="rect">
            <a:avLst/>
          </a:prstGeom>
        </p:spPr>
        <p:txBody>
          <a:bodyPr spcFirstLastPara="1" wrap="square" lIns="91425" tIns="91425" rIns="91425" bIns="91425" anchor="b" anchorCtr="0">
            <a:noAutofit/>
          </a:bodyPr>
          <a:lstStyle>
            <a:lvl1pPr lvl="0">
              <a:spcBef>
                <a:spcPts val="0"/>
              </a:spcBef>
              <a:spcAft>
                <a:spcPts val="0"/>
              </a:spcAft>
              <a:buSzPts val="9600"/>
              <a:buFont typeface="Poppins"/>
              <a:buNone/>
              <a:defRPr sz="8000">
                <a:latin typeface="Poppins"/>
                <a:ea typeface="Poppins"/>
                <a:cs typeface="Poppins"/>
                <a:sym typeface="Poppins"/>
              </a:defRPr>
            </a:lvl1pPr>
            <a:lvl2pPr lvl="1" algn="ctr">
              <a:spcBef>
                <a:spcPts val="0"/>
              </a:spcBef>
              <a:spcAft>
                <a:spcPts val="0"/>
              </a:spcAft>
              <a:buSzPts val="9600"/>
              <a:buFont typeface="Poppins"/>
              <a:buNone/>
              <a:defRPr sz="12800">
                <a:latin typeface="Poppins"/>
                <a:ea typeface="Poppins"/>
                <a:cs typeface="Poppins"/>
                <a:sym typeface="Poppins"/>
              </a:defRPr>
            </a:lvl2pPr>
            <a:lvl3pPr lvl="2" algn="ctr">
              <a:spcBef>
                <a:spcPts val="0"/>
              </a:spcBef>
              <a:spcAft>
                <a:spcPts val="0"/>
              </a:spcAft>
              <a:buSzPts val="9600"/>
              <a:buFont typeface="Poppins"/>
              <a:buNone/>
              <a:defRPr sz="12800">
                <a:latin typeface="Poppins"/>
                <a:ea typeface="Poppins"/>
                <a:cs typeface="Poppins"/>
                <a:sym typeface="Poppins"/>
              </a:defRPr>
            </a:lvl3pPr>
            <a:lvl4pPr lvl="3" algn="ctr">
              <a:spcBef>
                <a:spcPts val="0"/>
              </a:spcBef>
              <a:spcAft>
                <a:spcPts val="0"/>
              </a:spcAft>
              <a:buSzPts val="9600"/>
              <a:buFont typeface="Poppins"/>
              <a:buNone/>
              <a:defRPr sz="12800">
                <a:latin typeface="Poppins"/>
                <a:ea typeface="Poppins"/>
                <a:cs typeface="Poppins"/>
                <a:sym typeface="Poppins"/>
              </a:defRPr>
            </a:lvl4pPr>
            <a:lvl5pPr lvl="4" algn="ctr">
              <a:spcBef>
                <a:spcPts val="0"/>
              </a:spcBef>
              <a:spcAft>
                <a:spcPts val="0"/>
              </a:spcAft>
              <a:buSzPts val="9600"/>
              <a:buFont typeface="Poppins"/>
              <a:buNone/>
              <a:defRPr sz="12800">
                <a:latin typeface="Poppins"/>
                <a:ea typeface="Poppins"/>
                <a:cs typeface="Poppins"/>
                <a:sym typeface="Poppins"/>
              </a:defRPr>
            </a:lvl5pPr>
            <a:lvl6pPr lvl="5" algn="ctr">
              <a:spcBef>
                <a:spcPts val="0"/>
              </a:spcBef>
              <a:spcAft>
                <a:spcPts val="0"/>
              </a:spcAft>
              <a:buSzPts val="9600"/>
              <a:buFont typeface="Poppins"/>
              <a:buNone/>
              <a:defRPr sz="12800">
                <a:latin typeface="Poppins"/>
                <a:ea typeface="Poppins"/>
                <a:cs typeface="Poppins"/>
                <a:sym typeface="Poppins"/>
              </a:defRPr>
            </a:lvl6pPr>
            <a:lvl7pPr lvl="6" algn="ctr">
              <a:spcBef>
                <a:spcPts val="0"/>
              </a:spcBef>
              <a:spcAft>
                <a:spcPts val="0"/>
              </a:spcAft>
              <a:buSzPts val="9600"/>
              <a:buFont typeface="Poppins"/>
              <a:buNone/>
              <a:defRPr sz="12800">
                <a:latin typeface="Poppins"/>
                <a:ea typeface="Poppins"/>
                <a:cs typeface="Poppins"/>
                <a:sym typeface="Poppins"/>
              </a:defRPr>
            </a:lvl7pPr>
            <a:lvl8pPr lvl="7" algn="ctr">
              <a:spcBef>
                <a:spcPts val="0"/>
              </a:spcBef>
              <a:spcAft>
                <a:spcPts val="0"/>
              </a:spcAft>
              <a:buSzPts val="9600"/>
              <a:buFont typeface="Poppins"/>
              <a:buNone/>
              <a:defRPr sz="12800">
                <a:latin typeface="Poppins"/>
                <a:ea typeface="Poppins"/>
                <a:cs typeface="Poppins"/>
                <a:sym typeface="Poppins"/>
              </a:defRPr>
            </a:lvl8pPr>
            <a:lvl9pPr lvl="8" algn="ctr">
              <a:spcBef>
                <a:spcPts val="0"/>
              </a:spcBef>
              <a:spcAft>
                <a:spcPts val="0"/>
              </a:spcAft>
              <a:buSzPts val="9600"/>
              <a:buFont typeface="Poppins"/>
              <a:buNone/>
              <a:defRPr sz="12800">
                <a:latin typeface="Poppins"/>
                <a:ea typeface="Poppins"/>
                <a:cs typeface="Poppins"/>
                <a:sym typeface="Poppins"/>
              </a:defRPr>
            </a:lvl9pPr>
          </a:lstStyle>
          <a:p>
            <a:r>
              <a:t>xx%</a:t>
            </a:r>
          </a:p>
        </p:txBody>
      </p:sp>
      <p:sp>
        <p:nvSpPr>
          <p:cNvPr id="429" name="Google Shape;429;p11"/>
          <p:cNvSpPr txBox="1">
            <a:spLocks noGrp="1"/>
          </p:cNvSpPr>
          <p:nvPr>
            <p:ph type="subTitle" idx="1"/>
          </p:nvPr>
        </p:nvSpPr>
        <p:spPr>
          <a:xfrm>
            <a:off x="950967" y="4157833"/>
            <a:ext cx="87680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grpSp>
        <p:nvGrpSpPr>
          <p:cNvPr id="430" name="Google Shape;430;p11"/>
          <p:cNvGrpSpPr/>
          <p:nvPr/>
        </p:nvGrpSpPr>
        <p:grpSpPr>
          <a:xfrm>
            <a:off x="-1186538" y="5444181"/>
            <a:ext cx="5969409" cy="3115248"/>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3" name="Google Shape;433;p11"/>
              <p:cNvSpPr/>
              <p:nvPr/>
            </p:nvSpPr>
            <p:spPr>
              <a:xfrm rot="-5400000">
                <a:off x="891329" y="3148090"/>
                <a:ext cx="1793675" cy="3576323"/>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6" name="Google Shape;436;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1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1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1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1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1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1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1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453" name="Google Shape;453;p11"/>
          <p:cNvGrpSpPr/>
          <p:nvPr/>
        </p:nvGrpSpPr>
        <p:grpSpPr>
          <a:xfrm>
            <a:off x="-3484556" y="-3843213"/>
            <a:ext cx="10885891" cy="8457945"/>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1" name="Google Shape;461;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62" name="Google Shape;462;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6" name="Google Shape;466;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7" name="Google Shape;467;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70" name="Google Shape;470;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4" name="Google Shape;474;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5" name="Google Shape;475;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6" name="Google Shape;476;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7" name="Google Shape;477;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78" name="Google Shape;478;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2" name="Google Shape;482;p11"/>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3" name="Google Shape;483;p11"/>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4" name="Google Shape;484;p11"/>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5" name="Google Shape;485;p11"/>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86" name="Google Shape;486;p11"/>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pic>
            <p:nvPicPr>
              <p:cNvPr id="489" name="Google Shape;489;p11"/>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11"/>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693671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extLst>
      <p:ext uri="{BB962C8B-B14F-4D97-AF65-F5344CB8AC3E}">
        <p14:creationId xmlns:p14="http://schemas.microsoft.com/office/powerpoint/2010/main" val="3149683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496" name="Google Shape;496;p13"/>
          <p:cNvSpPr txBox="1">
            <a:spLocks noGrp="1"/>
          </p:cNvSpPr>
          <p:nvPr>
            <p:ph type="subTitle" idx="1"/>
          </p:nvPr>
        </p:nvSpPr>
        <p:spPr>
          <a:xfrm>
            <a:off x="960000" y="2992967"/>
            <a:ext cx="3548000" cy="80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97" name="Google Shape;497;p13"/>
          <p:cNvSpPr txBox="1">
            <a:spLocks noGrp="1"/>
          </p:cNvSpPr>
          <p:nvPr>
            <p:ph type="subTitle" idx="2"/>
          </p:nvPr>
        </p:nvSpPr>
        <p:spPr>
          <a:xfrm>
            <a:off x="5822267" y="2992967"/>
            <a:ext cx="3548000" cy="80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98" name="Google Shape;498;p13"/>
          <p:cNvSpPr txBox="1">
            <a:spLocks noGrp="1"/>
          </p:cNvSpPr>
          <p:nvPr>
            <p:ph type="subTitle" idx="3"/>
          </p:nvPr>
        </p:nvSpPr>
        <p:spPr>
          <a:xfrm>
            <a:off x="960000" y="5254533"/>
            <a:ext cx="3548000" cy="80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99" name="Google Shape;499;p13"/>
          <p:cNvSpPr txBox="1">
            <a:spLocks noGrp="1"/>
          </p:cNvSpPr>
          <p:nvPr>
            <p:ph type="subTitle" idx="4"/>
          </p:nvPr>
        </p:nvSpPr>
        <p:spPr>
          <a:xfrm>
            <a:off x="5822267" y="5254533"/>
            <a:ext cx="3548000" cy="805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00" name="Google Shape;500;p13"/>
          <p:cNvSpPr txBox="1">
            <a:spLocks noGrp="1"/>
          </p:cNvSpPr>
          <p:nvPr>
            <p:ph type="title" idx="5" hasCustomPrompt="1"/>
          </p:nvPr>
        </p:nvSpPr>
        <p:spPr>
          <a:xfrm>
            <a:off x="960004" y="1793033"/>
            <a:ext cx="1410000" cy="8536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4000">
                <a:latin typeface="IBM Plex Mono"/>
                <a:ea typeface="IBM Plex Mono"/>
                <a:cs typeface="IBM Plex Mono"/>
                <a:sym typeface="IBM Plex Mono"/>
              </a:defRPr>
            </a:lvl2pPr>
            <a:lvl3pPr lvl="2" rtl="0">
              <a:spcBef>
                <a:spcPts val="0"/>
              </a:spcBef>
              <a:spcAft>
                <a:spcPts val="0"/>
              </a:spcAft>
              <a:buSzPts val="3000"/>
              <a:buFont typeface="IBM Plex Mono"/>
              <a:buNone/>
              <a:defRPr sz="4000">
                <a:latin typeface="IBM Plex Mono"/>
                <a:ea typeface="IBM Plex Mono"/>
                <a:cs typeface="IBM Plex Mono"/>
                <a:sym typeface="IBM Plex Mono"/>
              </a:defRPr>
            </a:lvl3pPr>
            <a:lvl4pPr lvl="3" rtl="0">
              <a:spcBef>
                <a:spcPts val="0"/>
              </a:spcBef>
              <a:spcAft>
                <a:spcPts val="0"/>
              </a:spcAft>
              <a:buSzPts val="3000"/>
              <a:buFont typeface="IBM Plex Mono"/>
              <a:buNone/>
              <a:defRPr sz="4000">
                <a:latin typeface="IBM Plex Mono"/>
                <a:ea typeface="IBM Plex Mono"/>
                <a:cs typeface="IBM Plex Mono"/>
                <a:sym typeface="IBM Plex Mono"/>
              </a:defRPr>
            </a:lvl4pPr>
            <a:lvl5pPr lvl="4" rtl="0">
              <a:spcBef>
                <a:spcPts val="0"/>
              </a:spcBef>
              <a:spcAft>
                <a:spcPts val="0"/>
              </a:spcAft>
              <a:buSzPts val="3000"/>
              <a:buFont typeface="IBM Plex Mono"/>
              <a:buNone/>
              <a:defRPr sz="4000">
                <a:latin typeface="IBM Plex Mono"/>
                <a:ea typeface="IBM Plex Mono"/>
                <a:cs typeface="IBM Plex Mono"/>
                <a:sym typeface="IBM Plex Mono"/>
              </a:defRPr>
            </a:lvl5pPr>
            <a:lvl6pPr lvl="5" rtl="0">
              <a:spcBef>
                <a:spcPts val="0"/>
              </a:spcBef>
              <a:spcAft>
                <a:spcPts val="0"/>
              </a:spcAft>
              <a:buSzPts val="3000"/>
              <a:buFont typeface="IBM Plex Mono"/>
              <a:buNone/>
              <a:defRPr sz="4000">
                <a:latin typeface="IBM Plex Mono"/>
                <a:ea typeface="IBM Plex Mono"/>
                <a:cs typeface="IBM Plex Mono"/>
                <a:sym typeface="IBM Plex Mono"/>
              </a:defRPr>
            </a:lvl6pPr>
            <a:lvl7pPr lvl="6" rtl="0">
              <a:spcBef>
                <a:spcPts val="0"/>
              </a:spcBef>
              <a:spcAft>
                <a:spcPts val="0"/>
              </a:spcAft>
              <a:buSzPts val="3000"/>
              <a:buFont typeface="IBM Plex Mono"/>
              <a:buNone/>
              <a:defRPr sz="4000">
                <a:latin typeface="IBM Plex Mono"/>
                <a:ea typeface="IBM Plex Mono"/>
                <a:cs typeface="IBM Plex Mono"/>
                <a:sym typeface="IBM Plex Mono"/>
              </a:defRPr>
            </a:lvl7pPr>
            <a:lvl8pPr lvl="7" rtl="0">
              <a:spcBef>
                <a:spcPts val="0"/>
              </a:spcBef>
              <a:spcAft>
                <a:spcPts val="0"/>
              </a:spcAft>
              <a:buSzPts val="3000"/>
              <a:buFont typeface="IBM Plex Mono"/>
              <a:buNone/>
              <a:defRPr sz="4000">
                <a:latin typeface="IBM Plex Mono"/>
                <a:ea typeface="IBM Plex Mono"/>
                <a:cs typeface="IBM Plex Mono"/>
                <a:sym typeface="IBM Plex Mono"/>
              </a:defRPr>
            </a:lvl8pPr>
            <a:lvl9pPr lvl="8" rtl="0">
              <a:spcBef>
                <a:spcPts val="0"/>
              </a:spcBef>
              <a:spcAft>
                <a:spcPts val="0"/>
              </a:spcAft>
              <a:buSzPts val="3000"/>
              <a:buFont typeface="IBM Plex Mono"/>
              <a:buNone/>
              <a:defRPr sz="4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960004" y="4054628"/>
            <a:ext cx="1410000" cy="8536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4000">
                <a:latin typeface="IBM Plex Mono"/>
                <a:ea typeface="IBM Plex Mono"/>
                <a:cs typeface="IBM Plex Mono"/>
                <a:sym typeface="IBM Plex Mono"/>
              </a:defRPr>
            </a:lvl2pPr>
            <a:lvl3pPr lvl="2" rtl="0">
              <a:spcBef>
                <a:spcPts val="0"/>
              </a:spcBef>
              <a:spcAft>
                <a:spcPts val="0"/>
              </a:spcAft>
              <a:buSzPts val="3000"/>
              <a:buFont typeface="IBM Plex Mono"/>
              <a:buNone/>
              <a:defRPr sz="4000">
                <a:latin typeface="IBM Plex Mono"/>
                <a:ea typeface="IBM Plex Mono"/>
                <a:cs typeface="IBM Plex Mono"/>
                <a:sym typeface="IBM Plex Mono"/>
              </a:defRPr>
            </a:lvl3pPr>
            <a:lvl4pPr lvl="3" rtl="0">
              <a:spcBef>
                <a:spcPts val="0"/>
              </a:spcBef>
              <a:spcAft>
                <a:spcPts val="0"/>
              </a:spcAft>
              <a:buSzPts val="3000"/>
              <a:buFont typeface="IBM Plex Mono"/>
              <a:buNone/>
              <a:defRPr sz="4000">
                <a:latin typeface="IBM Plex Mono"/>
                <a:ea typeface="IBM Plex Mono"/>
                <a:cs typeface="IBM Plex Mono"/>
                <a:sym typeface="IBM Plex Mono"/>
              </a:defRPr>
            </a:lvl4pPr>
            <a:lvl5pPr lvl="4" rtl="0">
              <a:spcBef>
                <a:spcPts val="0"/>
              </a:spcBef>
              <a:spcAft>
                <a:spcPts val="0"/>
              </a:spcAft>
              <a:buSzPts val="3000"/>
              <a:buFont typeface="IBM Plex Mono"/>
              <a:buNone/>
              <a:defRPr sz="4000">
                <a:latin typeface="IBM Plex Mono"/>
                <a:ea typeface="IBM Plex Mono"/>
                <a:cs typeface="IBM Plex Mono"/>
                <a:sym typeface="IBM Plex Mono"/>
              </a:defRPr>
            </a:lvl5pPr>
            <a:lvl6pPr lvl="5" rtl="0">
              <a:spcBef>
                <a:spcPts val="0"/>
              </a:spcBef>
              <a:spcAft>
                <a:spcPts val="0"/>
              </a:spcAft>
              <a:buSzPts val="3000"/>
              <a:buFont typeface="IBM Plex Mono"/>
              <a:buNone/>
              <a:defRPr sz="4000">
                <a:latin typeface="IBM Plex Mono"/>
                <a:ea typeface="IBM Plex Mono"/>
                <a:cs typeface="IBM Plex Mono"/>
                <a:sym typeface="IBM Plex Mono"/>
              </a:defRPr>
            </a:lvl6pPr>
            <a:lvl7pPr lvl="6" rtl="0">
              <a:spcBef>
                <a:spcPts val="0"/>
              </a:spcBef>
              <a:spcAft>
                <a:spcPts val="0"/>
              </a:spcAft>
              <a:buSzPts val="3000"/>
              <a:buFont typeface="IBM Plex Mono"/>
              <a:buNone/>
              <a:defRPr sz="4000">
                <a:latin typeface="IBM Plex Mono"/>
                <a:ea typeface="IBM Plex Mono"/>
                <a:cs typeface="IBM Plex Mono"/>
                <a:sym typeface="IBM Plex Mono"/>
              </a:defRPr>
            </a:lvl7pPr>
            <a:lvl8pPr lvl="7" rtl="0">
              <a:spcBef>
                <a:spcPts val="0"/>
              </a:spcBef>
              <a:spcAft>
                <a:spcPts val="0"/>
              </a:spcAft>
              <a:buSzPts val="3000"/>
              <a:buFont typeface="IBM Plex Mono"/>
              <a:buNone/>
              <a:defRPr sz="4000">
                <a:latin typeface="IBM Plex Mono"/>
                <a:ea typeface="IBM Plex Mono"/>
                <a:cs typeface="IBM Plex Mono"/>
                <a:sym typeface="IBM Plex Mono"/>
              </a:defRPr>
            </a:lvl8pPr>
            <a:lvl9pPr lvl="8" rtl="0">
              <a:spcBef>
                <a:spcPts val="0"/>
              </a:spcBef>
              <a:spcAft>
                <a:spcPts val="0"/>
              </a:spcAft>
              <a:buSzPts val="3000"/>
              <a:buFont typeface="IBM Plex Mono"/>
              <a:buNone/>
              <a:defRPr sz="4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5822264" y="1793033"/>
            <a:ext cx="1410000" cy="8536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4000">
                <a:latin typeface="IBM Plex Mono"/>
                <a:ea typeface="IBM Plex Mono"/>
                <a:cs typeface="IBM Plex Mono"/>
                <a:sym typeface="IBM Plex Mono"/>
              </a:defRPr>
            </a:lvl2pPr>
            <a:lvl3pPr lvl="2" rtl="0">
              <a:spcBef>
                <a:spcPts val="0"/>
              </a:spcBef>
              <a:spcAft>
                <a:spcPts val="0"/>
              </a:spcAft>
              <a:buSzPts val="3000"/>
              <a:buFont typeface="IBM Plex Mono"/>
              <a:buNone/>
              <a:defRPr sz="4000">
                <a:latin typeface="IBM Plex Mono"/>
                <a:ea typeface="IBM Plex Mono"/>
                <a:cs typeface="IBM Plex Mono"/>
                <a:sym typeface="IBM Plex Mono"/>
              </a:defRPr>
            </a:lvl3pPr>
            <a:lvl4pPr lvl="3" rtl="0">
              <a:spcBef>
                <a:spcPts val="0"/>
              </a:spcBef>
              <a:spcAft>
                <a:spcPts val="0"/>
              </a:spcAft>
              <a:buSzPts val="3000"/>
              <a:buFont typeface="IBM Plex Mono"/>
              <a:buNone/>
              <a:defRPr sz="4000">
                <a:latin typeface="IBM Plex Mono"/>
                <a:ea typeface="IBM Plex Mono"/>
                <a:cs typeface="IBM Plex Mono"/>
                <a:sym typeface="IBM Plex Mono"/>
              </a:defRPr>
            </a:lvl4pPr>
            <a:lvl5pPr lvl="4" rtl="0">
              <a:spcBef>
                <a:spcPts val="0"/>
              </a:spcBef>
              <a:spcAft>
                <a:spcPts val="0"/>
              </a:spcAft>
              <a:buSzPts val="3000"/>
              <a:buFont typeface="IBM Plex Mono"/>
              <a:buNone/>
              <a:defRPr sz="4000">
                <a:latin typeface="IBM Plex Mono"/>
                <a:ea typeface="IBM Plex Mono"/>
                <a:cs typeface="IBM Plex Mono"/>
                <a:sym typeface="IBM Plex Mono"/>
              </a:defRPr>
            </a:lvl5pPr>
            <a:lvl6pPr lvl="5" rtl="0">
              <a:spcBef>
                <a:spcPts val="0"/>
              </a:spcBef>
              <a:spcAft>
                <a:spcPts val="0"/>
              </a:spcAft>
              <a:buSzPts val="3000"/>
              <a:buFont typeface="IBM Plex Mono"/>
              <a:buNone/>
              <a:defRPr sz="4000">
                <a:latin typeface="IBM Plex Mono"/>
                <a:ea typeface="IBM Plex Mono"/>
                <a:cs typeface="IBM Plex Mono"/>
                <a:sym typeface="IBM Plex Mono"/>
              </a:defRPr>
            </a:lvl6pPr>
            <a:lvl7pPr lvl="6" rtl="0">
              <a:spcBef>
                <a:spcPts val="0"/>
              </a:spcBef>
              <a:spcAft>
                <a:spcPts val="0"/>
              </a:spcAft>
              <a:buSzPts val="3000"/>
              <a:buFont typeface="IBM Plex Mono"/>
              <a:buNone/>
              <a:defRPr sz="4000">
                <a:latin typeface="IBM Plex Mono"/>
                <a:ea typeface="IBM Plex Mono"/>
                <a:cs typeface="IBM Plex Mono"/>
                <a:sym typeface="IBM Plex Mono"/>
              </a:defRPr>
            </a:lvl7pPr>
            <a:lvl8pPr lvl="7" rtl="0">
              <a:spcBef>
                <a:spcPts val="0"/>
              </a:spcBef>
              <a:spcAft>
                <a:spcPts val="0"/>
              </a:spcAft>
              <a:buSzPts val="3000"/>
              <a:buFont typeface="IBM Plex Mono"/>
              <a:buNone/>
              <a:defRPr sz="4000">
                <a:latin typeface="IBM Plex Mono"/>
                <a:ea typeface="IBM Plex Mono"/>
                <a:cs typeface="IBM Plex Mono"/>
                <a:sym typeface="IBM Plex Mono"/>
              </a:defRPr>
            </a:lvl8pPr>
            <a:lvl9pPr lvl="8" rtl="0">
              <a:spcBef>
                <a:spcPts val="0"/>
              </a:spcBef>
              <a:spcAft>
                <a:spcPts val="0"/>
              </a:spcAft>
              <a:buSzPts val="3000"/>
              <a:buFont typeface="IBM Plex Mono"/>
              <a:buNone/>
              <a:defRPr sz="4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5822264" y="4054628"/>
            <a:ext cx="1410000" cy="8536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4000">
                <a:latin typeface="IBM Plex Mono"/>
                <a:ea typeface="IBM Plex Mono"/>
                <a:cs typeface="IBM Plex Mono"/>
                <a:sym typeface="IBM Plex Mono"/>
              </a:defRPr>
            </a:lvl2pPr>
            <a:lvl3pPr lvl="2" rtl="0">
              <a:spcBef>
                <a:spcPts val="0"/>
              </a:spcBef>
              <a:spcAft>
                <a:spcPts val="0"/>
              </a:spcAft>
              <a:buSzPts val="3000"/>
              <a:buFont typeface="IBM Plex Mono"/>
              <a:buNone/>
              <a:defRPr sz="4000">
                <a:latin typeface="IBM Plex Mono"/>
                <a:ea typeface="IBM Plex Mono"/>
                <a:cs typeface="IBM Plex Mono"/>
                <a:sym typeface="IBM Plex Mono"/>
              </a:defRPr>
            </a:lvl3pPr>
            <a:lvl4pPr lvl="3" rtl="0">
              <a:spcBef>
                <a:spcPts val="0"/>
              </a:spcBef>
              <a:spcAft>
                <a:spcPts val="0"/>
              </a:spcAft>
              <a:buSzPts val="3000"/>
              <a:buFont typeface="IBM Plex Mono"/>
              <a:buNone/>
              <a:defRPr sz="4000">
                <a:latin typeface="IBM Plex Mono"/>
                <a:ea typeface="IBM Plex Mono"/>
                <a:cs typeface="IBM Plex Mono"/>
                <a:sym typeface="IBM Plex Mono"/>
              </a:defRPr>
            </a:lvl4pPr>
            <a:lvl5pPr lvl="4" rtl="0">
              <a:spcBef>
                <a:spcPts val="0"/>
              </a:spcBef>
              <a:spcAft>
                <a:spcPts val="0"/>
              </a:spcAft>
              <a:buSzPts val="3000"/>
              <a:buFont typeface="IBM Plex Mono"/>
              <a:buNone/>
              <a:defRPr sz="4000">
                <a:latin typeface="IBM Plex Mono"/>
                <a:ea typeface="IBM Plex Mono"/>
                <a:cs typeface="IBM Plex Mono"/>
                <a:sym typeface="IBM Plex Mono"/>
              </a:defRPr>
            </a:lvl5pPr>
            <a:lvl6pPr lvl="5" rtl="0">
              <a:spcBef>
                <a:spcPts val="0"/>
              </a:spcBef>
              <a:spcAft>
                <a:spcPts val="0"/>
              </a:spcAft>
              <a:buSzPts val="3000"/>
              <a:buFont typeface="IBM Plex Mono"/>
              <a:buNone/>
              <a:defRPr sz="4000">
                <a:latin typeface="IBM Plex Mono"/>
                <a:ea typeface="IBM Plex Mono"/>
                <a:cs typeface="IBM Plex Mono"/>
                <a:sym typeface="IBM Plex Mono"/>
              </a:defRPr>
            </a:lvl6pPr>
            <a:lvl7pPr lvl="6" rtl="0">
              <a:spcBef>
                <a:spcPts val="0"/>
              </a:spcBef>
              <a:spcAft>
                <a:spcPts val="0"/>
              </a:spcAft>
              <a:buSzPts val="3000"/>
              <a:buFont typeface="IBM Plex Mono"/>
              <a:buNone/>
              <a:defRPr sz="4000">
                <a:latin typeface="IBM Plex Mono"/>
                <a:ea typeface="IBM Plex Mono"/>
                <a:cs typeface="IBM Plex Mono"/>
                <a:sym typeface="IBM Plex Mono"/>
              </a:defRPr>
            </a:lvl7pPr>
            <a:lvl8pPr lvl="7" rtl="0">
              <a:spcBef>
                <a:spcPts val="0"/>
              </a:spcBef>
              <a:spcAft>
                <a:spcPts val="0"/>
              </a:spcAft>
              <a:buSzPts val="3000"/>
              <a:buFont typeface="IBM Plex Mono"/>
              <a:buNone/>
              <a:defRPr sz="4000">
                <a:latin typeface="IBM Plex Mono"/>
                <a:ea typeface="IBM Plex Mono"/>
                <a:cs typeface="IBM Plex Mono"/>
                <a:sym typeface="IBM Plex Mono"/>
              </a:defRPr>
            </a:lvl8pPr>
            <a:lvl9pPr lvl="8" rtl="0">
              <a:spcBef>
                <a:spcPts val="0"/>
              </a:spcBef>
              <a:spcAft>
                <a:spcPts val="0"/>
              </a:spcAft>
              <a:buSzPts val="3000"/>
              <a:buFont typeface="IBM Plex Mono"/>
              <a:buNone/>
              <a:defRPr sz="4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960000" y="2558233"/>
            <a:ext cx="43116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2533"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9pPr>
          </a:lstStyle>
          <a:p>
            <a:r>
              <a:rPr lang="en-US"/>
              <a:t>Click to edit Master subtitle style</a:t>
            </a:r>
            <a:endParaRPr/>
          </a:p>
        </p:txBody>
      </p:sp>
      <p:sp>
        <p:nvSpPr>
          <p:cNvPr id="505" name="Google Shape;505;p13"/>
          <p:cNvSpPr txBox="1">
            <a:spLocks noGrp="1"/>
          </p:cNvSpPr>
          <p:nvPr>
            <p:ph type="subTitle" idx="13"/>
          </p:nvPr>
        </p:nvSpPr>
        <p:spPr>
          <a:xfrm>
            <a:off x="5822264" y="2558233"/>
            <a:ext cx="43116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2533"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3200" b="1">
                <a:latin typeface="Source Code Pro"/>
                <a:ea typeface="Source Code Pro"/>
                <a:cs typeface="Source Code Pro"/>
                <a:sym typeface="Source Code Pro"/>
              </a:defRPr>
            </a:lvl9pPr>
          </a:lstStyle>
          <a:p>
            <a:r>
              <a:rPr lang="en-US"/>
              <a:t>Click to edit Master subtitle style</a:t>
            </a:r>
            <a:endParaRPr/>
          </a:p>
        </p:txBody>
      </p:sp>
      <p:sp>
        <p:nvSpPr>
          <p:cNvPr id="506" name="Google Shape;506;p13"/>
          <p:cNvSpPr txBox="1">
            <a:spLocks noGrp="1"/>
          </p:cNvSpPr>
          <p:nvPr>
            <p:ph type="subTitle" idx="14"/>
          </p:nvPr>
        </p:nvSpPr>
        <p:spPr>
          <a:xfrm>
            <a:off x="960000" y="4819735"/>
            <a:ext cx="43116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533"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507" name="Google Shape;507;p13"/>
          <p:cNvSpPr txBox="1">
            <a:spLocks noGrp="1"/>
          </p:cNvSpPr>
          <p:nvPr>
            <p:ph type="subTitle" idx="15"/>
          </p:nvPr>
        </p:nvSpPr>
        <p:spPr>
          <a:xfrm>
            <a:off x="5822264" y="4819735"/>
            <a:ext cx="43116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533"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grpSp>
        <p:nvGrpSpPr>
          <p:cNvPr id="508" name="Google Shape;508;p13"/>
          <p:cNvGrpSpPr/>
          <p:nvPr/>
        </p:nvGrpSpPr>
        <p:grpSpPr>
          <a:xfrm>
            <a:off x="-1078563" y="3615287"/>
            <a:ext cx="2797268" cy="4412663"/>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grpSp>
        <p:nvGrpSpPr>
          <p:cNvPr id="533" name="Google Shape;533;p13"/>
          <p:cNvGrpSpPr/>
          <p:nvPr/>
        </p:nvGrpSpPr>
        <p:grpSpPr>
          <a:xfrm>
            <a:off x="8627833" y="-2313573"/>
            <a:ext cx="5676000" cy="5562209"/>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40" name="Google Shape;540;p13"/>
          <p:cNvGrpSpPr/>
          <p:nvPr/>
        </p:nvGrpSpPr>
        <p:grpSpPr>
          <a:xfrm>
            <a:off x="-151850" y="305601"/>
            <a:ext cx="2521857" cy="1788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093695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44"/>
        <p:cNvGrpSpPr/>
        <p:nvPr/>
      </p:nvGrpSpPr>
      <p:grpSpPr>
        <a:xfrm>
          <a:off x="0" y="0"/>
          <a:ext cx="0" cy="0"/>
          <a:chOff x="0" y="0"/>
          <a:chExt cx="0" cy="0"/>
        </a:xfrm>
      </p:grpSpPr>
      <p:sp>
        <p:nvSpPr>
          <p:cNvPr id="545" name="Google Shape;545;p14"/>
          <p:cNvSpPr txBox="1">
            <a:spLocks noGrp="1"/>
          </p:cNvSpPr>
          <p:nvPr>
            <p:ph type="title"/>
          </p:nvPr>
        </p:nvSpPr>
        <p:spPr>
          <a:xfrm>
            <a:off x="950967" y="4465667"/>
            <a:ext cx="8921600" cy="7092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546" name="Google Shape;546;p14"/>
          <p:cNvSpPr txBox="1">
            <a:spLocks noGrp="1"/>
          </p:cNvSpPr>
          <p:nvPr>
            <p:ph type="subTitle" idx="1"/>
          </p:nvPr>
        </p:nvSpPr>
        <p:spPr>
          <a:xfrm>
            <a:off x="950967" y="2015084"/>
            <a:ext cx="8921600" cy="1971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733"/>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Tree>
    <p:extLst>
      <p:ext uri="{BB962C8B-B14F-4D97-AF65-F5344CB8AC3E}">
        <p14:creationId xmlns:p14="http://schemas.microsoft.com/office/powerpoint/2010/main" val="171381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47"/>
        <p:cNvGrpSpPr/>
        <p:nvPr/>
      </p:nvGrpSpPr>
      <p:grpSpPr>
        <a:xfrm>
          <a:off x="0" y="0"/>
          <a:ext cx="0" cy="0"/>
          <a:chOff x="0" y="0"/>
          <a:chExt cx="0" cy="0"/>
        </a:xfrm>
      </p:grpSpPr>
      <p:sp>
        <p:nvSpPr>
          <p:cNvPr id="548" name="Google Shape;548;p1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549" name="Google Shape;549;p15"/>
          <p:cNvGrpSpPr/>
          <p:nvPr/>
        </p:nvGrpSpPr>
        <p:grpSpPr>
          <a:xfrm>
            <a:off x="6623567" y="6575617"/>
            <a:ext cx="585600" cy="585467"/>
            <a:chOff x="1101075" y="2142375"/>
            <a:chExt cx="439200" cy="439100"/>
          </a:xfrm>
        </p:grpSpPr>
        <p:sp>
          <p:nvSpPr>
            <p:cNvPr id="550" name="Google Shape;550;p1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1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52" name="Google Shape;552;p15"/>
          <p:cNvGrpSpPr/>
          <p:nvPr/>
        </p:nvGrpSpPr>
        <p:grpSpPr>
          <a:xfrm>
            <a:off x="2902140" y="-4927546"/>
            <a:ext cx="9756963" cy="9311063"/>
            <a:chOff x="2100405" y="-3619460"/>
            <a:chExt cx="7317722" cy="6983297"/>
          </a:xfrm>
        </p:grpSpPr>
        <p:sp>
          <p:nvSpPr>
            <p:cNvPr id="553" name="Google Shape;553;p15"/>
            <p:cNvSpPr/>
            <p:nvPr/>
          </p:nvSpPr>
          <p:spPr>
            <a:xfrm rot="8100000" flipH="1">
              <a:off x="3778999" y="-2106462"/>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54" name="Google Shape;554;p15"/>
            <p:cNvGrpSpPr/>
            <p:nvPr/>
          </p:nvGrpSpPr>
          <p:grpSpPr>
            <a:xfrm rot="2700000">
              <a:off x="7787417" y="120497"/>
              <a:ext cx="582044" cy="582419"/>
              <a:chOff x="959750" y="3039275"/>
              <a:chExt cx="582050" cy="582425"/>
            </a:xfrm>
          </p:grpSpPr>
          <p:sp>
            <p:nvSpPr>
              <p:cNvPr id="555" name="Google Shape;555;p1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1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1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1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1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1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1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62" name="Google Shape;562;p15"/>
            <p:cNvGrpSpPr/>
            <p:nvPr/>
          </p:nvGrpSpPr>
          <p:grpSpPr>
            <a:xfrm rot="2700000">
              <a:off x="8310742" y="-75303"/>
              <a:ext cx="582044" cy="582419"/>
              <a:chOff x="959750" y="3039275"/>
              <a:chExt cx="582050" cy="582425"/>
            </a:xfrm>
          </p:grpSpPr>
          <p:sp>
            <p:nvSpPr>
              <p:cNvPr id="563" name="Google Shape;563;p1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1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1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1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1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1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1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70" name="Google Shape;570;p15"/>
            <p:cNvSpPr/>
            <p:nvPr/>
          </p:nvSpPr>
          <p:spPr>
            <a:xfrm rot="5400000">
              <a:off x="8142048" y="-57566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15"/>
            <p:cNvSpPr/>
            <p:nvPr/>
          </p:nvSpPr>
          <p:spPr>
            <a:xfrm rot="10800000">
              <a:off x="8365398" y="-290023"/>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2" name="Google Shape;572;p15"/>
            <p:cNvSpPr/>
            <p:nvPr/>
          </p:nvSpPr>
          <p:spPr>
            <a:xfrm rot="10800000">
              <a:off x="8490148" y="2"/>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3" name="Google Shape;573;p15"/>
            <p:cNvSpPr/>
            <p:nvPr/>
          </p:nvSpPr>
          <p:spPr>
            <a:xfrm rot="-2700000" flipH="1">
              <a:off x="3192849" y="-2898537"/>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74" name="Google Shape;574;p15"/>
          <p:cNvGrpSpPr/>
          <p:nvPr/>
        </p:nvGrpSpPr>
        <p:grpSpPr>
          <a:xfrm>
            <a:off x="-3232322" y="2765529"/>
            <a:ext cx="8366591" cy="8343671"/>
            <a:chOff x="-2447692" y="2022396"/>
            <a:chExt cx="6274943" cy="6257753"/>
          </a:xfrm>
        </p:grpSpPr>
        <p:grpSp>
          <p:nvGrpSpPr>
            <p:cNvPr id="575" name="Google Shape;575;p15"/>
            <p:cNvGrpSpPr/>
            <p:nvPr/>
          </p:nvGrpSpPr>
          <p:grpSpPr>
            <a:xfrm rot="10800000" flipH="1">
              <a:off x="-25334" y="4406387"/>
              <a:ext cx="1538562" cy="971589"/>
              <a:chOff x="-191059" y="95963"/>
              <a:chExt cx="1538562" cy="971589"/>
            </a:xfrm>
          </p:grpSpPr>
          <p:grpSp>
            <p:nvGrpSpPr>
              <p:cNvPr id="576" name="Google Shape;576;p15"/>
              <p:cNvGrpSpPr/>
              <p:nvPr/>
            </p:nvGrpSpPr>
            <p:grpSpPr>
              <a:xfrm>
                <a:off x="-191059" y="201619"/>
                <a:ext cx="904284" cy="865933"/>
                <a:chOff x="2038491" y="-937756"/>
                <a:chExt cx="904284" cy="865933"/>
              </a:xfrm>
            </p:grpSpPr>
            <p:grpSp>
              <p:nvGrpSpPr>
                <p:cNvPr id="577" name="Google Shape;577;p15"/>
                <p:cNvGrpSpPr/>
                <p:nvPr/>
              </p:nvGrpSpPr>
              <p:grpSpPr>
                <a:xfrm>
                  <a:off x="2096570" y="-863491"/>
                  <a:ext cx="717621" cy="717392"/>
                  <a:chOff x="1483457" y="3953671"/>
                  <a:chExt cx="717621" cy="717392"/>
                </a:xfrm>
              </p:grpSpPr>
              <p:sp>
                <p:nvSpPr>
                  <p:cNvPr id="578" name="Google Shape;578;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9" name="Google Shape;579;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0" name="Google Shape;580;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1" name="Google Shape;581;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2" name="Google Shape;582;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83" name="Google Shape;583;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84" name="Google Shape;584;p15"/>
              <p:cNvGrpSpPr/>
              <p:nvPr/>
            </p:nvGrpSpPr>
            <p:grpSpPr>
              <a:xfrm>
                <a:off x="584533" y="95963"/>
                <a:ext cx="473483" cy="453403"/>
                <a:chOff x="2038491" y="-937756"/>
                <a:chExt cx="904284" cy="865933"/>
              </a:xfrm>
            </p:grpSpPr>
            <p:grpSp>
              <p:nvGrpSpPr>
                <p:cNvPr id="585" name="Google Shape;585;p15"/>
                <p:cNvGrpSpPr/>
                <p:nvPr/>
              </p:nvGrpSpPr>
              <p:grpSpPr>
                <a:xfrm>
                  <a:off x="2096570" y="-863491"/>
                  <a:ext cx="717621" cy="717392"/>
                  <a:chOff x="1483457" y="3953671"/>
                  <a:chExt cx="717621" cy="717392"/>
                </a:xfrm>
              </p:grpSpPr>
              <p:sp>
                <p:nvSpPr>
                  <p:cNvPr id="586" name="Google Shape;586;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91" name="Google Shape;591;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92" name="Google Shape;592;p15"/>
              <p:cNvGrpSpPr/>
              <p:nvPr/>
            </p:nvGrpSpPr>
            <p:grpSpPr>
              <a:xfrm>
                <a:off x="530445" y="481913"/>
                <a:ext cx="473483" cy="453403"/>
                <a:chOff x="2038491" y="-937756"/>
                <a:chExt cx="904284" cy="865933"/>
              </a:xfrm>
            </p:grpSpPr>
            <p:grpSp>
              <p:nvGrpSpPr>
                <p:cNvPr id="593" name="Google Shape;593;p15"/>
                <p:cNvGrpSpPr/>
                <p:nvPr/>
              </p:nvGrpSpPr>
              <p:grpSpPr>
                <a:xfrm>
                  <a:off x="2096570" y="-863491"/>
                  <a:ext cx="717621" cy="717392"/>
                  <a:chOff x="1483457" y="3953671"/>
                  <a:chExt cx="717621" cy="717392"/>
                </a:xfrm>
              </p:grpSpPr>
              <p:sp>
                <p:nvSpPr>
                  <p:cNvPr id="594" name="Google Shape;594;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5" name="Google Shape;595;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99" name="Google Shape;599;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00" name="Google Shape;600;p15"/>
              <p:cNvGrpSpPr/>
              <p:nvPr/>
            </p:nvGrpSpPr>
            <p:grpSpPr>
              <a:xfrm>
                <a:off x="874020" y="312788"/>
                <a:ext cx="473483" cy="453403"/>
                <a:chOff x="2038491" y="-937756"/>
                <a:chExt cx="904284" cy="865933"/>
              </a:xfrm>
            </p:grpSpPr>
            <p:grpSp>
              <p:nvGrpSpPr>
                <p:cNvPr id="601" name="Google Shape;601;p15"/>
                <p:cNvGrpSpPr/>
                <p:nvPr/>
              </p:nvGrpSpPr>
              <p:grpSpPr>
                <a:xfrm>
                  <a:off x="2096570" y="-863491"/>
                  <a:ext cx="717621" cy="717392"/>
                  <a:chOff x="1483457" y="3953671"/>
                  <a:chExt cx="717621" cy="717392"/>
                </a:xfrm>
              </p:grpSpPr>
              <p:sp>
                <p:nvSpPr>
                  <p:cNvPr id="602" name="Google Shape;602;p1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1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1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5" name="Google Shape;605;p1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6" name="Google Shape;606;p1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07" name="Google Shape;607;p15"/>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08" name="Google Shape;608;p15"/>
            <p:cNvGrpSpPr/>
            <p:nvPr/>
          </p:nvGrpSpPr>
          <p:grpSpPr>
            <a:xfrm rot="-3320950" flipH="1">
              <a:off x="-1885521" y="3185658"/>
              <a:ext cx="4889863" cy="3931229"/>
              <a:chOff x="7103825" y="-713112"/>
              <a:chExt cx="3785226" cy="3043150"/>
            </a:xfrm>
          </p:grpSpPr>
          <p:sp>
            <p:nvSpPr>
              <p:cNvPr id="609" name="Google Shape;609;p15"/>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pic>
            <p:nvPicPr>
              <p:cNvPr id="610" name="Google Shape;610;p15"/>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611" name="Google Shape;611;p15"/>
            <p:cNvSpPr/>
            <p:nvPr/>
          </p:nvSpPr>
          <p:spPr>
            <a:xfrm rot="-2700000" flipH="1">
              <a:off x="249333" y="3270782"/>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12" name="Google Shape;612;p15"/>
            <p:cNvGrpSpPr/>
            <p:nvPr/>
          </p:nvGrpSpPr>
          <p:grpSpPr>
            <a:xfrm rot="5400000">
              <a:off x="1987130" y="4230949"/>
              <a:ext cx="88142" cy="1137387"/>
              <a:chOff x="3054755" y="4367024"/>
              <a:chExt cx="88142" cy="1137387"/>
            </a:xfrm>
          </p:grpSpPr>
          <p:sp>
            <p:nvSpPr>
              <p:cNvPr id="613" name="Google Shape;613;p15"/>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15"/>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5330851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615"/>
        <p:cNvGrpSpPr/>
        <p:nvPr/>
      </p:nvGrpSpPr>
      <p:grpSpPr>
        <a:xfrm>
          <a:off x="0" y="0"/>
          <a:ext cx="0" cy="0"/>
          <a:chOff x="0" y="0"/>
          <a:chExt cx="0" cy="0"/>
        </a:xfrm>
      </p:grpSpPr>
      <p:sp>
        <p:nvSpPr>
          <p:cNvPr id="616" name="Google Shape;616;p1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617" name="Google Shape;617;p16"/>
          <p:cNvGrpSpPr/>
          <p:nvPr/>
        </p:nvGrpSpPr>
        <p:grpSpPr>
          <a:xfrm>
            <a:off x="10413690" y="-829510"/>
            <a:ext cx="3450389" cy="3634555"/>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0" name="Google Shape;620;p16"/>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1" name="Google Shape;621;p16"/>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6" name="Google Shape;626;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627" name="Google Shape;627;p16"/>
            <p:cNvSpPr/>
            <p:nvPr/>
          </p:nvSpPr>
          <p:spPr>
            <a:xfrm rot="2700000">
              <a:off x="8482428" y="-42254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8" name="Google Shape;628;p16"/>
            <p:cNvSpPr/>
            <p:nvPr/>
          </p:nvSpPr>
          <p:spPr>
            <a:xfrm rot="2700000">
              <a:off x="8744103" y="-213191"/>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29" name="Google Shape;629;p16"/>
          <p:cNvGrpSpPr/>
          <p:nvPr/>
        </p:nvGrpSpPr>
        <p:grpSpPr>
          <a:xfrm>
            <a:off x="11110069" y="-9"/>
            <a:ext cx="3181535" cy="4391831"/>
            <a:chOff x="8256351" y="-7"/>
            <a:chExt cx="2386151" cy="3293873"/>
          </a:xfrm>
        </p:grpSpPr>
        <p:pic>
          <p:nvPicPr>
            <p:cNvPr id="630" name="Google Shape;630;p16"/>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grpSp>
        <p:nvGrpSpPr>
          <p:cNvPr id="636" name="Google Shape;636;p16"/>
          <p:cNvGrpSpPr/>
          <p:nvPr/>
        </p:nvGrpSpPr>
        <p:grpSpPr>
          <a:xfrm>
            <a:off x="-284700" y="228300"/>
            <a:ext cx="585600" cy="585467"/>
            <a:chOff x="1101075" y="2142375"/>
            <a:chExt cx="439200" cy="439100"/>
          </a:xfrm>
        </p:grpSpPr>
        <p:sp>
          <p:nvSpPr>
            <p:cNvPr id="637" name="Google Shape;637;p1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1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39" name="Google Shape;639;p16"/>
          <p:cNvGrpSpPr/>
          <p:nvPr/>
        </p:nvGrpSpPr>
        <p:grpSpPr>
          <a:xfrm>
            <a:off x="-1683964" y="4215104"/>
            <a:ext cx="6430121" cy="3912667"/>
            <a:chOff x="-1186774" y="3161328"/>
            <a:chExt cx="4822591" cy="2934500"/>
          </a:xfrm>
        </p:grpSpPr>
        <p:pic>
          <p:nvPicPr>
            <p:cNvPr id="640" name="Google Shape;640;p16"/>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8" name="Google Shape;658;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16"/>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16"/>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3" name="Google Shape;663;p16"/>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4" name="Google Shape;664;p16"/>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5" name="Google Shape;665;p16"/>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6" name="Google Shape;666;p16"/>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669" name="Google Shape;669;p16"/>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670" name="Google Shape;670;p16"/>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3886978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671"/>
        <p:cNvGrpSpPr/>
        <p:nvPr/>
      </p:nvGrpSpPr>
      <p:grpSpPr>
        <a:xfrm>
          <a:off x="0" y="0"/>
          <a:ext cx="0" cy="0"/>
          <a:chOff x="0" y="0"/>
          <a:chExt cx="0" cy="0"/>
        </a:xfrm>
      </p:grpSpPr>
      <p:sp>
        <p:nvSpPr>
          <p:cNvPr id="672" name="Google Shape;672;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673" name="Google Shape;673;p17"/>
          <p:cNvGrpSpPr/>
          <p:nvPr/>
        </p:nvGrpSpPr>
        <p:grpSpPr>
          <a:xfrm>
            <a:off x="-2902200" y="-150326"/>
            <a:ext cx="6240893" cy="7913593"/>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8" name="Google Shape;678;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9" name="Google Shape;679;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0" name="Google Shape;680;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1" name="Google Shape;681;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2" name="Google Shape;682;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3" name="Google Shape;683;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6" name="Google Shape;686;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0" name="Google Shape;690;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92" name="Google Shape;692;p17"/>
              <p:cNvSpPr/>
              <p:nvPr/>
            </p:nvSpPr>
            <p:spPr>
              <a:xfrm rot="2700000" flipH="1">
                <a:off x="-1073899" y="4736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99" name="Google Shape;699;p17"/>
          <p:cNvGrpSpPr/>
          <p:nvPr/>
        </p:nvGrpSpPr>
        <p:grpSpPr>
          <a:xfrm>
            <a:off x="8856401" y="-554267"/>
            <a:ext cx="6078623" cy="2516100"/>
            <a:chOff x="6566100" y="-415701"/>
            <a:chExt cx="4558967" cy="1887075"/>
          </a:xfrm>
        </p:grpSpPr>
        <p:pic>
          <p:nvPicPr>
            <p:cNvPr id="700" name="Google Shape;700;p17"/>
            <p:cNvPicPr preferRelativeResize="0"/>
            <p:nvPr/>
          </p:nvPicPr>
          <p:blipFill rotWithShape="1">
            <a:blip r:embed="rId2">
              <a:alphaModFix/>
            </a:blip>
            <a:srcRect l="16960" t="24718" r="7121" b="26177"/>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4" name="Google Shape;704;p17"/>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05" name="Google Shape;705;p17"/>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17"/>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07" name="Google Shape;707;p17"/>
              <p:cNvGrpSpPr/>
              <p:nvPr/>
            </p:nvGrpSpPr>
            <p:grpSpPr>
              <a:xfrm rot="-2700000" flipH="1">
                <a:off x="-216370" y="1084101"/>
                <a:ext cx="708093" cy="708493"/>
                <a:chOff x="3678700" y="407275"/>
                <a:chExt cx="708100" cy="708500"/>
              </a:xfrm>
            </p:grpSpPr>
            <p:sp>
              <p:nvSpPr>
                <p:cNvPr id="708" name="Google Shape;708;p1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1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1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1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1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1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1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717" name="Google Shape;717;p1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718" name="Google Shape;718;p1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781025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719"/>
        <p:cNvGrpSpPr/>
        <p:nvPr/>
      </p:nvGrpSpPr>
      <p:grpSpPr>
        <a:xfrm>
          <a:off x="0" y="0"/>
          <a:ext cx="0" cy="0"/>
          <a:chOff x="0" y="0"/>
          <a:chExt cx="0" cy="0"/>
        </a:xfrm>
      </p:grpSpPr>
      <p:grpSp>
        <p:nvGrpSpPr>
          <p:cNvPr id="720" name="Google Shape;720;p18"/>
          <p:cNvGrpSpPr/>
          <p:nvPr/>
        </p:nvGrpSpPr>
        <p:grpSpPr>
          <a:xfrm>
            <a:off x="7206633" y="2961491"/>
            <a:ext cx="5684000" cy="4823200"/>
            <a:chOff x="5328775" y="2221118"/>
            <a:chExt cx="4263000" cy="3617400"/>
          </a:xfrm>
        </p:grpSpPr>
        <p:sp>
          <p:nvSpPr>
            <p:cNvPr id="721" name="Google Shape;721;p18"/>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22" name="Google Shape;722;p18"/>
            <p:cNvGrpSpPr/>
            <p:nvPr/>
          </p:nvGrpSpPr>
          <p:grpSpPr>
            <a:xfrm>
              <a:off x="7218100" y="4855088"/>
              <a:ext cx="931125" cy="525763"/>
              <a:chOff x="7218100" y="4855088"/>
              <a:chExt cx="931125" cy="525763"/>
            </a:xfrm>
          </p:grpSpPr>
          <p:grpSp>
            <p:nvGrpSpPr>
              <p:cNvPr id="723" name="Google Shape;723;p18"/>
              <p:cNvGrpSpPr/>
              <p:nvPr/>
            </p:nvGrpSpPr>
            <p:grpSpPr>
              <a:xfrm>
                <a:off x="7710025" y="4941750"/>
                <a:ext cx="439200" cy="439100"/>
                <a:chOff x="1101075" y="2142375"/>
                <a:chExt cx="439200" cy="439100"/>
              </a:xfrm>
            </p:grpSpPr>
            <p:sp>
              <p:nvSpPr>
                <p:cNvPr id="724" name="Google Shape;724;p1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1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26" name="Google Shape;726;p18"/>
              <p:cNvGrpSpPr/>
              <p:nvPr/>
            </p:nvGrpSpPr>
            <p:grpSpPr>
              <a:xfrm>
                <a:off x="7218100" y="4855088"/>
                <a:ext cx="439200" cy="439100"/>
                <a:chOff x="1101075" y="2142375"/>
                <a:chExt cx="439200" cy="439100"/>
              </a:xfrm>
            </p:grpSpPr>
            <p:sp>
              <p:nvSpPr>
                <p:cNvPr id="727" name="Google Shape;727;p1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1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sp>
        <p:nvSpPr>
          <p:cNvPr id="729" name="Google Shape;729;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730" name="Google Shape;730;p18"/>
          <p:cNvGrpSpPr/>
          <p:nvPr/>
        </p:nvGrpSpPr>
        <p:grpSpPr>
          <a:xfrm>
            <a:off x="-2900000" y="4016256"/>
            <a:ext cx="4934781" cy="4460229"/>
            <a:chOff x="-1886500" y="2599117"/>
            <a:chExt cx="3701086" cy="3345172"/>
          </a:xfrm>
        </p:grpSpPr>
        <p:pic>
          <p:nvPicPr>
            <p:cNvPr id="731" name="Google Shape;731;p18"/>
            <p:cNvPicPr preferRelativeResize="0"/>
            <p:nvPr/>
          </p:nvPicPr>
          <p:blipFill rotWithShape="1">
            <a:blip r:embed="rId2">
              <a:alphaModFix/>
            </a:blip>
            <a:srcRect l="16960" t="24718" r="7121" b="26177"/>
            <a:stretch/>
          </p:blipFill>
          <p:spPr>
            <a:xfrm rot="10800000">
              <a:off x="-1886500" y="3119537"/>
              <a:ext cx="3701086" cy="2824751"/>
            </a:xfrm>
            <a:prstGeom prst="rect">
              <a:avLst/>
            </a:prstGeom>
            <a:noFill/>
            <a:ln>
              <a:noFill/>
            </a:ln>
          </p:spPr>
        </p:pic>
        <p:sp>
          <p:nvSpPr>
            <p:cNvPr id="732" name="Google Shape;732;p18"/>
            <p:cNvSpPr/>
            <p:nvPr/>
          </p:nvSpPr>
          <p:spPr>
            <a:xfrm rot="10800000">
              <a:off x="-402274" y="2599117"/>
              <a:ext cx="1201697" cy="2824744"/>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18"/>
            <p:cNvSpPr/>
            <p:nvPr/>
          </p:nvSpPr>
          <p:spPr>
            <a:xfrm rot="10800000">
              <a:off x="-207237" y="2599870"/>
              <a:ext cx="1201697" cy="2824744"/>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34" name="Google Shape;734;p18"/>
            <p:cNvGrpSpPr/>
            <p:nvPr/>
          </p:nvGrpSpPr>
          <p:grpSpPr>
            <a:xfrm rot="10800000">
              <a:off x="-37979" y="5013439"/>
              <a:ext cx="134004" cy="134004"/>
              <a:chOff x="8356813" y="1074288"/>
              <a:chExt cx="351900" cy="351900"/>
            </a:xfrm>
          </p:grpSpPr>
          <p:sp>
            <p:nvSpPr>
              <p:cNvPr id="735" name="Google Shape;735;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37" name="Google Shape;737;p18"/>
            <p:cNvGrpSpPr/>
            <p:nvPr/>
          </p:nvGrpSpPr>
          <p:grpSpPr>
            <a:xfrm rot="10800000">
              <a:off x="447446" y="4173589"/>
              <a:ext cx="134004" cy="134004"/>
              <a:chOff x="8356813" y="1074288"/>
              <a:chExt cx="351900" cy="351900"/>
            </a:xfrm>
          </p:grpSpPr>
          <p:sp>
            <p:nvSpPr>
              <p:cNvPr id="738" name="Google Shape;738;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40" name="Google Shape;740;p18"/>
            <p:cNvGrpSpPr/>
            <p:nvPr/>
          </p:nvGrpSpPr>
          <p:grpSpPr>
            <a:xfrm rot="10800000">
              <a:off x="539621" y="2985514"/>
              <a:ext cx="134004" cy="134004"/>
              <a:chOff x="8356813" y="1074288"/>
              <a:chExt cx="351900" cy="351900"/>
            </a:xfrm>
          </p:grpSpPr>
          <p:sp>
            <p:nvSpPr>
              <p:cNvPr id="741" name="Google Shape;741;p1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2" name="Google Shape;742;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743" name="Google Shape;743;p18"/>
          <p:cNvGrpSpPr/>
          <p:nvPr/>
        </p:nvGrpSpPr>
        <p:grpSpPr>
          <a:xfrm>
            <a:off x="7905201" y="-332892"/>
            <a:ext cx="7584220" cy="4658435"/>
            <a:chOff x="5852700" y="-249669"/>
            <a:chExt cx="5688165" cy="3493826"/>
          </a:xfrm>
        </p:grpSpPr>
        <p:grpSp>
          <p:nvGrpSpPr>
            <p:cNvPr id="744" name="Google Shape;744;p18"/>
            <p:cNvGrpSpPr/>
            <p:nvPr/>
          </p:nvGrpSpPr>
          <p:grpSpPr>
            <a:xfrm>
              <a:off x="8783705" y="1899359"/>
              <a:ext cx="402160" cy="1344798"/>
              <a:chOff x="8668555" y="1976884"/>
              <a:chExt cx="402160" cy="1344798"/>
            </a:xfrm>
          </p:grpSpPr>
          <p:sp>
            <p:nvSpPr>
              <p:cNvPr id="745" name="Google Shape;745;p18"/>
              <p:cNvSpPr/>
              <p:nvPr/>
            </p:nvSpPr>
            <p:spPr>
              <a:xfrm flipH="1">
                <a:off x="8823846" y="2094964"/>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18"/>
              <p:cNvSpPr/>
              <p:nvPr/>
            </p:nvSpPr>
            <p:spPr>
              <a:xfrm flipH="1">
                <a:off x="8668555" y="19768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47" name="Google Shape;747;p18"/>
            <p:cNvGrpSpPr/>
            <p:nvPr/>
          </p:nvGrpSpPr>
          <p:grpSpPr>
            <a:xfrm>
              <a:off x="8598675" y="1421188"/>
              <a:ext cx="904666" cy="726121"/>
              <a:chOff x="7945225" y="4302000"/>
              <a:chExt cx="904666" cy="726121"/>
            </a:xfrm>
          </p:grpSpPr>
          <p:sp>
            <p:nvSpPr>
              <p:cNvPr id="748" name="Google Shape;748;p1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9" name="Google Shape;749;p1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0" name="Google Shape;750;p1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51" name="Google Shape;751;p18"/>
            <p:cNvGrpSpPr/>
            <p:nvPr/>
          </p:nvGrpSpPr>
          <p:grpSpPr>
            <a:xfrm rot="10800000" flipH="1">
              <a:off x="7579756" y="-249669"/>
              <a:ext cx="2601921" cy="2438355"/>
              <a:chOff x="7340128" y="2866613"/>
              <a:chExt cx="2439225" cy="2438355"/>
            </a:xfrm>
          </p:grpSpPr>
          <p:sp>
            <p:nvSpPr>
              <p:cNvPr id="752" name="Google Shape;752;p18"/>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3" name="Google Shape;753;p18"/>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54" name="Google Shape;754;p18"/>
            <p:cNvSpPr/>
            <p:nvPr/>
          </p:nvSpPr>
          <p:spPr>
            <a:xfrm rot="5400000" flipH="1">
              <a:off x="6551329"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55" name="Google Shape;755;p18"/>
            <p:cNvGrpSpPr/>
            <p:nvPr/>
          </p:nvGrpSpPr>
          <p:grpSpPr>
            <a:xfrm>
              <a:off x="6917731" y="246011"/>
              <a:ext cx="4623133" cy="134070"/>
              <a:chOff x="6917731" y="246011"/>
              <a:chExt cx="4623133" cy="134070"/>
            </a:xfrm>
          </p:grpSpPr>
          <p:sp>
            <p:nvSpPr>
              <p:cNvPr id="756" name="Google Shape;756;p18"/>
              <p:cNvSpPr/>
              <p:nvPr/>
            </p:nvSpPr>
            <p:spPr>
              <a:xfrm flipH="1">
                <a:off x="6917731" y="246011"/>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7" name="Google Shape;757;p18"/>
              <p:cNvSpPr/>
              <p:nvPr/>
            </p:nvSpPr>
            <p:spPr>
              <a:xfrm flipH="1">
                <a:off x="6947845" y="276153"/>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758" name="Google Shape;758;p18"/>
              <p:cNvCxnSpPr/>
              <p:nvPr/>
            </p:nvCxnSpPr>
            <p:spPr>
              <a:xfrm rot="10800000">
                <a:off x="7013865" y="313050"/>
                <a:ext cx="4527000" cy="0"/>
              </a:xfrm>
              <a:prstGeom prst="straightConnector1">
                <a:avLst/>
              </a:prstGeom>
              <a:noFill/>
              <a:ln w="9525" cap="flat" cmpd="sng">
                <a:solidFill>
                  <a:schemeClr val="dk2"/>
                </a:solidFill>
                <a:prstDash val="solid"/>
                <a:round/>
                <a:headEnd type="none" w="med" len="med"/>
                <a:tailEnd type="none" w="med" len="med"/>
              </a:ln>
            </p:spPr>
          </p:cxnSp>
        </p:grpSp>
      </p:grpSp>
    </p:spTree>
    <p:extLst>
      <p:ext uri="{BB962C8B-B14F-4D97-AF65-F5344CB8AC3E}">
        <p14:creationId xmlns:p14="http://schemas.microsoft.com/office/powerpoint/2010/main" val="33025625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761" name="Google Shape;761;p19"/>
          <p:cNvSpPr txBox="1">
            <a:spLocks noGrp="1"/>
          </p:cNvSpPr>
          <p:nvPr>
            <p:ph type="subTitle" idx="1"/>
          </p:nvPr>
        </p:nvSpPr>
        <p:spPr>
          <a:xfrm>
            <a:off x="6508008" y="2382233"/>
            <a:ext cx="4724000" cy="244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62" name="Google Shape;762;p19"/>
          <p:cNvSpPr txBox="1">
            <a:spLocks noGrp="1"/>
          </p:cNvSpPr>
          <p:nvPr>
            <p:ph type="subTitle" idx="2"/>
          </p:nvPr>
        </p:nvSpPr>
        <p:spPr>
          <a:xfrm>
            <a:off x="960000" y="2382233"/>
            <a:ext cx="4724000" cy="244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763" name="Google Shape;763;p19"/>
          <p:cNvGrpSpPr/>
          <p:nvPr/>
        </p:nvGrpSpPr>
        <p:grpSpPr>
          <a:xfrm>
            <a:off x="-128439" y="6518085"/>
            <a:ext cx="2120544" cy="117500"/>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66" name="Google Shape;766;p19"/>
          <p:cNvGrpSpPr/>
          <p:nvPr/>
        </p:nvGrpSpPr>
        <p:grpSpPr>
          <a:xfrm>
            <a:off x="9178268" y="1847634"/>
            <a:ext cx="5370905" cy="7044740"/>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1" name="Google Shape;771;p19"/>
          <p:cNvGrpSpPr/>
          <p:nvPr/>
        </p:nvGrpSpPr>
        <p:grpSpPr>
          <a:xfrm>
            <a:off x="6130675" y="-2265383"/>
            <a:ext cx="7439725" cy="4271232"/>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31616959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798"/>
        <p:cNvGrpSpPr/>
        <p:nvPr/>
      </p:nvGrpSpPr>
      <p:grpSpPr>
        <a:xfrm>
          <a:off x="0" y="0"/>
          <a:ext cx="0" cy="0"/>
          <a:chOff x="0" y="0"/>
          <a:chExt cx="0" cy="0"/>
        </a:xfrm>
      </p:grpSpPr>
      <p:sp>
        <p:nvSpPr>
          <p:cNvPr id="799" name="Google Shape;799;p20"/>
          <p:cNvSpPr txBox="1">
            <a:spLocks noGrp="1"/>
          </p:cNvSpPr>
          <p:nvPr>
            <p:ph type="title"/>
          </p:nvPr>
        </p:nvSpPr>
        <p:spPr>
          <a:xfrm>
            <a:off x="960000" y="2087900"/>
            <a:ext cx="3732000" cy="1014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800" name="Google Shape;800;p20"/>
          <p:cNvSpPr txBox="1">
            <a:spLocks noGrp="1"/>
          </p:cNvSpPr>
          <p:nvPr>
            <p:ph type="subTitle" idx="1"/>
          </p:nvPr>
        </p:nvSpPr>
        <p:spPr>
          <a:xfrm>
            <a:off x="960000" y="3102333"/>
            <a:ext cx="3732000" cy="150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801" name="Google Shape;801;p20"/>
          <p:cNvGrpSpPr/>
          <p:nvPr/>
        </p:nvGrpSpPr>
        <p:grpSpPr>
          <a:xfrm>
            <a:off x="-2164980" y="3333010"/>
            <a:ext cx="6825607" cy="5831853"/>
            <a:chOff x="-1547535" y="2499757"/>
            <a:chExt cx="5119205" cy="4373890"/>
          </a:xfrm>
        </p:grpSpPr>
        <p:pic>
          <p:nvPicPr>
            <p:cNvPr id="802" name="Google Shape;802;p20"/>
            <p:cNvPicPr preferRelativeResize="0"/>
            <p:nvPr/>
          </p:nvPicPr>
          <p:blipFill rotWithShape="1">
            <a:blip r:embed="rId2">
              <a:alphaModFix/>
            </a:blip>
            <a:srcRect l="16960" t="24718" r="7121" b="26177"/>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2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6" name="Google Shape;806;p2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7" name="Google Shape;807;p2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8" name="Google Shape;808;p2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9" name="Google Shape;809;p2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0" name="Google Shape;810;p2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22" name="Google Shape;822;p20"/>
            <p:cNvSpPr/>
            <p:nvPr/>
          </p:nvSpPr>
          <p:spPr>
            <a:xfrm>
              <a:off x="-630272" y="2499757"/>
              <a:ext cx="1031181" cy="275218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20"/>
              <p:cNvSpPr/>
              <p:nvPr/>
            </p:nvSpPr>
            <p:spPr>
              <a:xfrm>
                <a:off x="3130388" y="4367024"/>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829" name="Google Shape;829;p20"/>
          <p:cNvGrpSpPr/>
          <p:nvPr/>
        </p:nvGrpSpPr>
        <p:grpSpPr>
          <a:xfrm rot="-5400000">
            <a:off x="9699747" y="-1423266"/>
            <a:ext cx="5227335" cy="4285199"/>
            <a:chOff x="6643710" y="2822113"/>
            <a:chExt cx="3920501" cy="3213899"/>
          </a:xfrm>
        </p:grpSpPr>
        <p:pic>
          <p:nvPicPr>
            <p:cNvPr id="830" name="Google Shape;830;p20"/>
            <p:cNvPicPr preferRelativeResize="0"/>
            <p:nvPr/>
          </p:nvPicPr>
          <p:blipFill rotWithShape="1">
            <a:blip r:embed="rId2">
              <a:alphaModFix/>
            </a:blip>
            <a:srcRect l="16960" t="24718" r="7121" b="26177"/>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20"/>
            <p:cNvSpPr/>
            <p:nvPr/>
          </p:nvSpPr>
          <p:spPr>
            <a:xfrm rot="10800000">
              <a:off x="8028970" y="292088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20"/>
            <p:cNvSpPr/>
            <p:nvPr/>
          </p:nvSpPr>
          <p:spPr>
            <a:xfrm>
              <a:off x="8764950" y="2822113"/>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2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2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2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2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625041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842"/>
        <p:cNvGrpSpPr/>
        <p:nvPr/>
      </p:nvGrpSpPr>
      <p:grpSpPr>
        <a:xfrm>
          <a:off x="0" y="0"/>
          <a:ext cx="0" cy="0"/>
          <a:chOff x="0" y="0"/>
          <a:chExt cx="0" cy="0"/>
        </a:xfrm>
      </p:grpSpPr>
      <p:sp>
        <p:nvSpPr>
          <p:cNvPr id="843" name="Google Shape;843;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844" name="Google Shape;844;p21"/>
          <p:cNvSpPr txBox="1">
            <a:spLocks noGrp="1"/>
          </p:cNvSpPr>
          <p:nvPr>
            <p:ph type="body" idx="1"/>
          </p:nvPr>
        </p:nvSpPr>
        <p:spPr>
          <a:xfrm>
            <a:off x="960000" y="1519400"/>
            <a:ext cx="6038000" cy="9304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434343"/>
              </a:buClr>
              <a:buSzPts val="1200"/>
              <a:buAutoNum type="arabicPeriod"/>
              <a:defRPr/>
            </a:lvl1pPr>
            <a:lvl2pPr marL="1219170" lvl="1" indent="-40639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marL="1828754" lvl="2" indent="-40639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marL="2438339" lvl="3" indent="-40639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marL="3047924" lvl="4" indent="-40639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marL="3657509" lvl="5" indent="-40639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marL="4267093" lvl="6" indent="-40639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marL="4876678" lvl="7" indent="-40639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marL="5486263" lvl="8" indent="-40639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a:pPr lvl="0"/>
            <a:r>
              <a:rPr lang="en-US"/>
              <a:t>Click to edit Master text styles</a:t>
            </a:r>
          </a:p>
        </p:txBody>
      </p:sp>
      <p:grpSp>
        <p:nvGrpSpPr>
          <p:cNvPr id="845" name="Google Shape;845;p21"/>
          <p:cNvGrpSpPr/>
          <p:nvPr/>
        </p:nvGrpSpPr>
        <p:grpSpPr>
          <a:xfrm>
            <a:off x="9129325" y="-1842923"/>
            <a:ext cx="5640793" cy="5640793"/>
            <a:chOff x="6597168" y="-1305993"/>
            <a:chExt cx="4230595" cy="4230595"/>
          </a:xfrm>
        </p:grpSpPr>
        <p:sp>
          <p:nvSpPr>
            <p:cNvPr id="846" name="Google Shape;846;p21"/>
            <p:cNvSpPr/>
            <p:nvPr/>
          </p:nvSpPr>
          <p:spPr>
            <a:xfrm rot="-8100000" flipH="1">
              <a:off x="7249845" y="-719557"/>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21"/>
            <p:cNvSpPr/>
            <p:nvPr/>
          </p:nvSpPr>
          <p:spPr>
            <a:xfrm>
              <a:off x="8355611" y="-2920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8" name="Google Shape;848;p21"/>
            <p:cNvSpPr/>
            <p:nvPr/>
          </p:nvSpPr>
          <p:spPr>
            <a:xfrm>
              <a:off x="8608100" y="703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49" name="Google Shape;849;p21"/>
            <p:cNvGrpSpPr/>
            <p:nvPr/>
          </p:nvGrpSpPr>
          <p:grpSpPr>
            <a:xfrm>
              <a:off x="8449011" y="1244697"/>
              <a:ext cx="134100" cy="134100"/>
              <a:chOff x="-1999139" y="3143772"/>
              <a:chExt cx="134100" cy="134100"/>
            </a:xfrm>
          </p:grpSpPr>
          <p:sp>
            <p:nvSpPr>
              <p:cNvPr id="850" name="Google Shape;850;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1" name="Google Shape;851;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52" name="Google Shape;852;p21"/>
            <p:cNvGrpSpPr/>
            <p:nvPr/>
          </p:nvGrpSpPr>
          <p:grpSpPr>
            <a:xfrm>
              <a:off x="8577286" y="2178484"/>
              <a:ext cx="134100" cy="134100"/>
              <a:chOff x="-1999139" y="3143772"/>
              <a:chExt cx="134100" cy="134100"/>
            </a:xfrm>
          </p:grpSpPr>
          <p:sp>
            <p:nvSpPr>
              <p:cNvPr id="853" name="Google Shape;853;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4" name="Google Shape;854;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55" name="Google Shape;855;p21"/>
            <p:cNvGrpSpPr/>
            <p:nvPr/>
          </p:nvGrpSpPr>
          <p:grpSpPr>
            <a:xfrm>
              <a:off x="8526386" y="311022"/>
              <a:ext cx="134004" cy="134004"/>
              <a:chOff x="8356813" y="1074288"/>
              <a:chExt cx="351900" cy="351900"/>
            </a:xfrm>
          </p:grpSpPr>
          <p:sp>
            <p:nvSpPr>
              <p:cNvPr id="856" name="Google Shape;856;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pic>
          <p:nvPicPr>
            <p:cNvPr id="858" name="Google Shape;858;p21"/>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859" name="Google Shape;859;p21"/>
          <p:cNvGrpSpPr/>
          <p:nvPr/>
        </p:nvGrpSpPr>
        <p:grpSpPr>
          <a:xfrm rot="5400000">
            <a:off x="-2642036" y="2566253"/>
            <a:ext cx="8254963" cy="8254963"/>
            <a:chOff x="-2825827" y="1271890"/>
            <a:chExt cx="6191222" cy="6191222"/>
          </a:xfrm>
        </p:grpSpPr>
        <p:pic>
          <p:nvPicPr>
            <p:cNvPr id="860" name="Google Shape;860;p21"/>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861" name="Google Shape;861;p21"/>
            <p:cNvGrpSpPr/>
            <p:nvPr/>
          </p:nvGrpSpPr>
          <p:grpSpPr>
            <a:xfrm>
              <a:off x="-2825827" y="1271890"/>
              <a:ext cx="6191222" cy="6191222"/>
              <a:chOff x="-2825827" y="1271890"/>
              <a:chExt cx="6191222" cy="6191222"/>
            </a:xfrm>
          </p:grpSpPr>
          <p:sp>
            <p:nvSpPr>
              <p:cNvPr id="862" name="Google Shape;862;p21"/>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3" name="Google Shape;863;p21"/>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64" name="Google Shape;864;p21"/>
              <p:cNvGrpSpPr/>
              <p:nvPr/>
            </p:nvGrpSpPr>
            <p:grpSpPr>
              <a:xfrm rot="10800000">
                <a:off x="384881" y="3042905"/>
                <a:ext cx="134100" cy="134100"/>
                <a:chOff x="-1999139" y="3143772"/>
                <a:chExt cx="134100" cy="134100"/>
              </a:xfrm>
            </p:grpSpPr>
            <p:sp>
              <p:nvSpPr>
                <p:cNvPr id="865" name="Google Shape;865;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6" name="Google Shape;866;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67" name="Google Shape;867;p21"/>
              <p:cNvGrpSpPr/>
              <p:nvPr/>
            </p:nvGrpSpPr>
            <p:grpSpPr>
              <a:xfrm rot="10800000">
                <a:off x="146106" y="3710980"/>
                <a:ext cx="134100" cy="134100"/>
                <a:chOff x="-1999139" y="3143772"/>
                <a:chExt cx="134100" cy="134100"/>
              </a:xfrm>
            </p:grpSpPr>
            <p:sp>
              <p:nvSpPr>
                <p:cNvPr id="868" name="Google Shape;868;p21"/>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9" name="Google Shape;869;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70" name="Google Shape;870;p21"/>
              <p:cNvGrpSpPr/>
              <p:nvPr/>
            </p:nvGrpSpPr>
            <p:grpSpPr>
              <a:xfrm>
                <a:off x="-102297" y="3780153"/>
                <a:ext cx="939901" cy="2449421"/>
                <a:chOff x="-102297" y="3780153"/>
                <a:chExt cx="939901" cy="2449421"/>
              </a:xfrm>
            </p:grpSpPr>
            <p:sp>
              <p:nvSpPr>
                <p:cNvPr id="871" name="Google Shape;871;p21"/>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2" name="Google Shape;872;p21"/>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73" name="Google Shape;873;p21"/>
                <p:cNvGrpSpPr/>
                <p:nvPr/>
              </p:nvGrpSpPr>
              <p:grpSpPr>
                <a:xfrm rot="10800000">
                  <a:off x="532825" y="5492502"/>
                  <a:ext cx="134004" cy="134004"/>
                  <a:chOff x="8356813" y="1074288"/>
                  <a:chExt cx="351900" cy="351900"/>
                </a:xfrm>
              </p:grpSpPr>
              <p:sp>
                <p:nvSpPr>
                  <p:cNvPr id="874" name="Google Shape;874;p21"/>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5" name="Google Shape;875;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grpSp>
    </p:spTree>
    <p:extLst>
      <p:ext uri="{BB962C8B-B14F-4D97-AF65-F5344CB8AC3E}">
        <p14:creationId xmlns:p14="http://schemas.microsoft.com/office/powerpoint/2010/main" val="34388706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876"/>
        <p:cNvGrpSpPr/>
        <p:nvPr/>
      </p:nvGrpSpPr>
      <p:grpSpPr>
        <a:xfrm>
          <a:off x="0" y="0"/>
          <a:ext cx="0" cy="0"/>
          <a:chOff x="0" y="0"/>
          <a:chExt cx="0" cy="0"/>
        </a:xfrm>
      </p:grpSpPr>
      <p:grpSp>
        <p:nvGrpSpPr>
          <p:cNvPr id="877" name="Google Shape;877;p22"/>
          <p:cNvGrpSpPr/>
          <p:nvPr/>
        </p:nvGrpSpPr>
        <p:grpSpPr>
          <a:xfrm>
            <a:off x="6110029" y="3244627"/>
            <a:ext cx="6696047" cy="6352599"/>
            <a:chOff x="4571996" y="2268220"/>
            <a:chExt cx="5022035" cy="4764449"/>
          </a:xfrm>
        </p:grpSpPr>
        <p:pic>
          <p:nvPicPr>
            <p:cNvPr id="878" name="Google Shape;878;p22"/>
            <p:cNvPicPr preferRelativeResize="0"/>
            <p:nvPr/>
          </p:nvPicPr>
          <p:blipFill rotWithShape="1">
            <a:blip r:embed="rId2">
              <a:alphaModFix/>
            </a:blip>
            <a:srcRect l="16960" t="24718" r="7121" b="26177"/>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2" name="Google Shape;882;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2" name="Google Shape;89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3" name="Google Shape;89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4" name="Google Shape;89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5" name="Google Shape;89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96" name="Google Shape;89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06" name="Google Shape;90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5" name="Google Shape;915;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16" name="Google Shape;916;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9" name="Google Shape;91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2" name="Google Shape;922;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23" name="Google Shape;923;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24" name="Google Shape;924;p22"/>
          <p:cNvSpPr txBox="1">
            <a:spLocks noGrp="1"/>
          </p:cNvSpPr>
          <p:nvPr>
            <p:ph type="body" idx="1"/>
          </p:nvPr>
        </p:nvSpPr>
        <p:spPr>
          <a:xfrm>
            <a:off x="960000" y="1519400"/>
            <a:ext cx="5721200" cy="45752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434343"/>
              </a:buClr>
              <a:buSzPts val="1200"/>
              <a:buChar char="●"/>
              <a:defRPr sz="1600">
                <a:solidFill>
                  <a:srgbClr val="191919"/>
                </a:solidFill>
              </a:defRPr>
            </a:lvl1pPr>
            <a:lvl2pPr marL="1219170" lvl="1" indent="-406390" rtl="0">
              <a:lnSpc>
                <a:spcPct val="115000"/>
              </a:lnSpc>
              <a:spcBef>
                <a:spcPts val="0"/>
              </a:spcBef>
              <a:spcAft>
                <a:spcPts val="0"/>
              </a:spcAft>
              <a:buClr>
                <a:srgbClr val="434343"/>
              </a:buClr>
              <a:buSzPts val="1200"/>
              <a:buFont typeface="Roboto Condensed Light"/>
              <a:buChar char="○"/>
              <a:defRPr>
                <a:solidFill>
                  <a:srgbClr val="434343"/>
                </a:solidFill>
              </a:defRPr>
            </a:lvl2pPr>
            <a:lvl3pPr marL="1828754" lvl="2" indent="-406390" rtl="0">
              <a:lnSpc>
                <a:spcPct val="115000"/>
              </a:lnSpc>
              <a:spcBef>
                <a:spcPts val="0"/>
              </a:spcBef>
              <a:spcAft>
                <a:spcPts val="0"/>
              </a:spcAft>
              <a:buClr>
                <a:srgbClr val="434343"/>
              </a:buClr>
              <a:buSzPts val="1200"/>
              <a:buFont typeface="Roboto Condensed Light"/>
              <a:buChar char="■"/>
              <a:defRPr>
                <a:solidFill>
                  <a:srgbClr val="434343"/>
                </a:solidFill>
              </a:defRPr>
            </a:lvl3pPr>
            <a:lvl4pPr marL="2438339" lvl="3" indent="-406390" rtl="0">
              <a:lnSpc>
                <a:spcPct val="115000"/>
              </a:lnSpc>
              <a:spcBef>
                <a:spcPts val="0"/>
              </a:spcBef>
              <a:spcAft>
                <a:spcPts val="0"/>
              </a:spcAft>
              <a:buClr>
                <a:srgbClr val="434343"/>
              </a:buClr>
              <a:buSzPts val="1200"/>
              <a:buFont typeface="Roboto Condensed Light"/>
              <a:buChar char="●"/>
              <a:defRPr>
                <a:solidFill>
                  <a:srgbClr val="434343"/>
                </a:solidFill>
              </a:defRPr>
            </a:lvl4pPr>
            <a:lvl5pPr marL="3047924" lvl="4" indent="-406390" rtl="0">
              <a:lnSpc>
                <a:spcPct val="115000"/>
              </a:lnSpc>
              <a:spcBef>
                <a:spcPts val="0"/>
              </a:spcBef>
              <a:spcAft>
                <a:spcPts val="0"/>
              </a:spcAft>
              <a:buClr>
                <a:srgbClr val="434343"/>
              </a:buClr>
              <a:buSzPts val="1200"/>
              <a:buFont typeface="Roboto Condensed Light"/>
              <a:buChar char="○"/>
              <a:defRPr>
                <a:solidFill>
                  <a:srgbClr val="434343"/>
                </a:solidFill>
              </a:defRPr>
            </a:lvl5pPr>
            <a:lvl6pPr marL="3657509" lvl="5" indent="-406390" rtl="0">
              <a:lnSpc>
                <a:spcPct val="115000"/>
              </a:lnSpc>
              <a:spcBef>
                <a:spcPts val="0"/>
              </a:spcBef>
              <a:spcAft>
                <a:spcPts val="0"/>
              </a:spcAft>
              <a:buClr>
                <a:srgbClr val="434343"/>
              </a:buClr>
              <a:buSzPts val="1200"/>
              <a:buFont typeface="Roboto Condensed Light"/>
              <a:buChar char="■"/>
              <a:defRPr>
                <a:solidFill>
                  <a:srgbClr val="434343"/>
                </a:solidFill>
              </a:defRPr>
            </a:lvl6pPr>
            <a:lvl7pPr marL="4267093" lvl="6" indent="-406390" rtl="0">
              <a:lnSpc>
                <a:spcPct val="115000"/>
              </a:lnSpc>
              <a:spcBef>
                <a:spcPts val="0"/>
              </a:spcBef>
              <a:spcAft>
                <a:spcPts val="0"/>
              </a:spcAft>
              <a:buClr>
                <a:srgbClr val="434343"/>
              </a:buClr>
              <a:buSzPts val="1200"/>
              <a:buFont typeface="Roboto Condensed Light"/>
              <a:buChar char="●"/>
              <a:defRPr>
                <a:solidFill>
                  <a:srgbClr val="434343"/>
                </a:solidFill>
              </a:defRPr>
            </a:lvl7pPr>
            <a:lvl8pPr marL="4876678" lvl="7" indent="-406390" rtl="0">
              <a:lnSpc>
                <a:spcPct val="115000"/>
              </a:lnSpc>
              <a:spcBef>
                <a:spcPts val="0"/>
              </a:spcBef>
              <a:spcAft>
                <a:spcPts val="0"/>
              </a:spcAft>
              <a:buClr>
                <a:srgbClr val="434343"/>
              </a:buClr>
              <a:buSzPts val="1200"/>
              <a:buFont typeface="Roboto Condensed Light"/>
              <a:buChar char="○"/>
              <a:defRPr>
                <a:solidFill>
                  <a:srgbClr val="434343"/>
                </a:solidFill>
              </a:defRPr>
            </a:lvl8pPr>
            <a:lvl9pPr marL="5486263" lvl="8" indent="-406390" rtl="0">
              <a:lnSpc>
                <a:spcPct val="115000"/>
              </a:lnSpc>
              <a:spcBef>
                <a:spcPts val="0"/>
              </a:spcBef>
              <a:spcAft>
                <a:spcPts val="0"/>
              </a:spcAft>
              <a:buClr>
                <a:srgbClr val="434343"/>
              </a:buClr>
              <a:buSzPts val="1200"/>
              <a:buFont typeface="Roboto Condensed Light"/>
              <a:buChar char="■"/>
              <a:defRPr>
                <a:solidFill>
                  <a:srgbClr val="434343"/>
                </a:solidFill>
              </a:defRPr>
            </a:lvl9pPr>
          </a:lstStyle>
          <a:p>
            <a:pPr lvl="0"/>
            <a:r>
              <a:rPr lang="en-US"/>
              <a:t>Click to edit Master text styles</a:t>
            </a:r>
          </a:p>
        </p:txBody>
      </p:sp>
      <p:sp>
        <p:nvSpPr>
          <p:cNvPr id="925" name="Google Shape;925;p22"/>
          <p:cNvSpPr txBox="1">
            <a:spLocks noGrp="1"/>
          </p:cNvSpPr>
          <p:nvPr>
            <p:ph type="body" idx="2"/>
          </p:nvPr>
        </p:nvSpPr>
        <p:spPr>
          <a:xfrm>
            <a:off x="6998700" y="1519400"/>
            <a:ext cx="4233200" cy="4575200"/>
          </a:xfrm>
          <a:prstGeom prst="rect">
            <a:avLst/>
          </a:prstGeom>
        </p:spPr>
        <p:txBody>
          <a:bodyPr spcFirstLastPara="1" wrap="square" lIns="91425" tIns="91425" rIns="91425" bIns="91425" anchor="t" anchorCtr="0">
            <a:noAutofit/>
          </a:bodyPr>
          <a:lstStyle>
            <a:lvl1pPr marL="609585" lvl="0" indent="-406390" rtl="0">
              <a:spcBef>
                <a:spcPts val="0"/>
              </a:spcBef>
              <a:spcAft>
                <a:spcPts val="0"/>
              </a:spcAft>
              <a:buClr>
                <a:srgbClr val="434343"/>
              </a:buClr>
              <a:buSzPts val="1200"/>
              <a:buChar char="●"/>
              <a:defRPr sz="1600">
                <a:solidFill>
                  <a:srgbClr val="191919"/>
                </a:solidFill>
              </a:defRPr>
            </a:lvl1pPr>
            <a:lvl2pPr marL="1219170" lvl="1" indent="-406390" rtl="0">
              <a:lnSpc>
                <a:spcPct val="115000"/>
              </a:lnSpc>
              <a:spcBef>
                <a:spcPts val="0"/>
              </a:spcBef>
              <a:spcAft>
                <a:spcPts val="0"/>
              </a:spcAft>
              <a:buClr>
                <a:srgbClr val="434343"/>
              </a:buClr>
              <a:buSzPts val="1200"/>
              <a:buFont typeface="Roboto Condensed Light"/>
              <a:buChar char="○"/>
              <a:defRPr>
                <a:solidFill>
                  <a:srgbClr val="434343"/>
                </a:solidFill>
              </a:defRPr>
            </a:lvl2pPr>
            <a:lvl3pPr marL="1828754" lvl="2" indent="-406390" rtl="0">
              <a:lnSpc>
                <a:spcPct val="115000"/>
              </a:lnSpc>
              <a:spcBef>
                <a:spcPts val="0"/>
              </a:spcBef>
              <a:spcAft>
                <a:spcPts val="0"/>
              </a:spcAft>
              <a:buClr>
                <a:srgbClr val="434343"/>
              </a:buClr>
              <a:buSzPts val="1200"/>
              <a:buFont typeface="Roboto Condensed Light"/>
              <a:buChar char="■"/>
              <a:defRPr>
                <a:solidFill>
                  <a:srgbClr val="434343"/>
                </a:solidFill>
              </a:defRPr>
            </a:lvl3pPr>
            <a:lvl4pPr marL="2438339" lvl="3" indent="-406390" rtl="0">
              <a:lnSpc>
                <a:spcPct val="115000"/>
              </a:lnSpc>
              <a:spcBef>
                <a:spcPts val="0"/>
              </a:spcBef>
              <a:spcAft>
                <a:spcPts val="0"/>
              </a:spcAft>
              <a:buClr>
                <a:srgbClr val="434343"/>
              </a:buClr>
              <a:buSzPts val="1200"/>
              <a:buFont typeface="Roboto Condensed Light"/>
              <a:buChar char="●"/>
              <a:defRPr>
                <a:solidFill>
                  <a:srgbClr val="434343"/>
                </a:solidFill>
              </a:defRPr>
            </a:lvl4pPr>
            <a:lvl5pPr marL="3047924" lvl="4" indent="-406390" rtl="0">
              <a:lnSpc>
                <a:spcPct val="115000"/>
              </a:lnSpc>
              <a:spcBef>
                <a:spcPts val="0"/>
              </a:spcBef>
              <a:spcAft>
                <a:spcPts val="0"/>
              </a:spcAft>
              <a:buClr>
                <a:srgbClr val="434343"/>
              </a:buClr>
              <a:buSzPts val="1200"/>
              <a:buFont typeface="Roboto Condensed Light"/>
              <a:buChar char="○"/>
              <a:defRPr>
                <a:solidFill>
                  <a:srgbClr val="434343"/>
                </a:solidFill>
              </a:defRPr>
            </a:lvl5pPr>
            <a:lvl6pPr marL="3657509" lvl="5" indent="-406390" rtl="0">
              <a:lnSpc>
                <a:spcPct val="115000"/>
              </a:lnSpc>
              <a:spcBef>
                <a:spcPts val="0"/>
              </a:spcBef>
              <a:spcAft>
                <a:spcPts val="0"/>
              </a:spcAft>
              <a:buClr>
                <a:srgbClr val="434343"/>
              </a:buClr>
              <a:buSzPts val="1200"/>
              <a:buFont typeface="Roboto Condensed Light"/>
              <a:buChar char="■"/>
              <a:defRPr>
                <a:solidFill>
                  <a:srgbClr val="434343"/>
                </a:solidFill>
              </a:defRPr>
            </a:lvl6pPr>
            <a:lvl7pPr marL="4267093" lvl="6" indent="-406390" rtl="0">
              <a:lnSpc>
                <a:spcPct val="115000"/>
              </a:lnSpc>
              <a:spcBef>
                <a:spcPts val="0"/>
              </a:spcBef>
              <a:spcAft>
                <a:spcPts val="0"/>
              </a:spcAft>
              <a:buClr>
                <a:srgbClr val="434343"/>
              </a:buClr>
              <a:buSzPts val="1200"/>
              <a:buFont typeface="Roboto Condensed Light"/>
              <a:buChar char="●"/>
              <a:defRPr>
                <a:solidFill>
                  <a:srgbClr val="434343"/>
                </a:solidFill>
              </a:defRPr>
            </a:lvl7pPr>
            <a:lvl8pPr marL="4876678" lvl="7" indent="-406390" rtl="0">
              <a:lnSpc>
                <a:spcPct val="115000"/>
              </a:lnSpc>
              <a:spcBef>
                <a:spcPts val="0"/>
              </a:spcBef>
              <a:spcAft>
                <a:spcPts val="0"/>
              </a:spcAft>
              <a:buClr>
                <a:srgbClr val="434343"/>
              </a:buClr>
              <a:buSzPts val="1200"/>
              <a:buFont typeface="Roboto Condensed Light"/>
              <a:buChar char="○"/>
              <a:defRPr>
                <a:solidFill>
                  <a:srgbClr val="434343"/>
                </a:solidFill>
              </a:defRPr>
            </a:lvl8pPr>
            <a:lvl9pPr marL="5486263" lvl="8" indent="-406390" rtl="0">
              <a:lnSpc>
                <a:spcPct val="115000"/>
              </a:lnSpc>
              <a:spcBef>
                <a:spcPts val="0"/>
              </a:spcBef>
              <a:spcAft>
                <a:spcPts val="0"/>
              </a:spcAft>
              <a:buClr>
                <a:srgbClr val="434343"/>
              </a:buClr>
              <a:buSzPts val="1200"/>
              <a:buFont typeface="Roboto Condensed Light"/>
              <a:buChar char="■"/>
              <a:defRPr>
                <a:solidFill>
                  <a:srgbClr val="434343"/>
                </a:solidFill>
              </a:defRPr>
            </a:lvl9pPr>
          </a:lstStyle>
          <a:p>
            <a:pPr lvl="0"/>
            <a:r>
              <a:rPr lang="en-US"/>
              <a:t>Click to edit Master text styles</a:t>
            </a:r>
          </a:p>
        </p:txBody>
      </p:sp>
      <p:grpSp>
        <p:nvGrpSpPr>
          <p:cNvPr id="926" name="Google Shape;926;p22"/>
          <p:cNvGrpSpPr/>
          <p:nvPr/>
        </p:nvGrpSpPr>
        <p:grpSpPr>
          <a:xfrm>
            <a:off x="-1218438" y="-3113463"/>
            <a:ext cx="6696215" cy="6353085"/>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22"/>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22"/>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22"/>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9" name="Google Shape;939;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0" name="Google Shape;940;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1" name="Google Shape;941;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2" name="Google Shape;942;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43" name="Google Shape;943;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944" name="Google Shape;944;p22"/>
          <p:cNvGrpSpPr/>
          <p:nvPr/>
        </p:nvGrpSpPr>
        <p:grpSpPr>
          <a:xfrm>
            <a:off x="-298998" y="4396121"/>
            <a:ext cx="807739" cy="3223713"/>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22"/>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2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951" name="Google Shape;951;p22"/>
          <p:cNvGrpSpPr/>
          <p:nvPr/>
        </p:nvGrpSpPr>
        <p:grpSpPr>
          <a:xfrm>
            <a:off x="4780641" y="-1942413"/>
            <a:ext cx="4908620" cy="3679500"/>
            <a:chOff x="3585480" y="-1380610"/>
            <a:chExt cx="3681465" cy="2759625"/>
          </a:xfrm>
        </p:grpSpPr>
        <p:pic>
          <p:nvPicPr>
            <p:cNvPr id="952" name="Google Shape;952;p22"/>
            <p:cNvPicPr preferRelativeResize="0"/>
            <p:nvPr/>
          </p:nvPicPr>
          <p:blipFill rotWithShape="1">
            <a:blip r:embed="rId2">
              <a:alphaModFix/>
            </a:blip>
            <a:srcRect l="16960" t="24718" r="7121" b="26177"/>
            <a:stretch/>
          </p:blipFill>
          <p:spPr>
            <a:xfrm rot="10800000" flipH="1">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62" name="Google Shape;96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8" name="Google Shape;968;p2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9" name="Google Shape;969;p2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0" name="Google Shape;970;p2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1" name="Google Shape;971;p2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72" name="Google Shape;972;p2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446804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973"/>
        <p:cNvGrpSpPr/>
        <p:nvPr/>
      </p:nvGrpSpPr>
      <p:grpSpPr>
        <a:xfrm>
          <a:off x="0" y="0"/>
          <a:ext cx="0" cy="0"/>
          <a:chOff x="0" y="0"/>
          <a:chExt cx="0" cy="0"/>
        </a:xfrm>
      </p:grpSpPr>
      <p:sp>
        <p:nvSpPr>
          <p:cNvPr id="974" name="Google Shape;974;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75" name="Google Shape;975;p23"/>
          <p:cNvSpPr txBox="1">
            <a:spLocks noGrp="1"/>
          </p:cNvSpPr>
          <p:nvPr>
            <p:ph type="subTitle" idx="1"/>
          </p:nvPr>
        </p:nvSpPr>
        <p:spPr>
          <a:xfrm>
            <a:off x="950967" y="2722033"/>
            <a:ext cx="7438000" cy="8088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976" name="Google Shape;976;p23"/>
          <p:cNvSpPr txBox="1">
            <a:spLocks noGrp="1"/>
          </p:cNvSpPr>
          <p:nvPr>
            <p:ph type="subTitle" idx="2"/>
          </p:nvPr>
        </p:nvSpPr>
        <p:spPr>
          <a:xfrm>
            <a:off x="950967" y="4488867"/>
            <a:ext cx="7438000" cy="8568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977" name="Google Shape;977;p23"/>
          <p:cNvSpPr txBox="1">
            <a:spLocks noGrp="1"/>
          </p:cNvSpPr>
          <p:nvPr>
            <p:ph type="subTitle" idx="3"/>
          </p:nvPr>
        </p:nvSpPr>
        <p:spPr>
          <a:xfrm>
            <a:off x="950967" y="2239200"/>
            <a:ext cx="74380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978" name="Google Shape;978;p23"/>
          <p:cNvSpPr txBox="1">
            <a:spLocks noGrp="1"/>
          </p:cNvSpPr>
          <p:nvPr>
            <p:ph type="subTitle" idx="4"/>
          </p:nvPr>
        </p:nvSpPr>
        <p:spPr>
          <a:xfrm>
            <a:off x="950967" y="4054067"/>
            <a:ext cx="74380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grpSp>
        <p:nvGrpSpPr>
          <p:cNvPr id="979" name="Google Shape;979;p23"/>
          <p:cNvGrpSpPr/>
          <p:nvPr/>
        </p:nvGrpSpPr>
        <p:grpSpPr>
          <a:xfrm rot="-5400000" flipH="1">
            <a:off x="8318829" y="1377027"/>
            <a:ext cx="6696047" cy="6352599"/>
            <a:chOff x="4571996" y="2268220"/>
            <a:chExt cx="5022035" cy="4764449"/>
          </a:xfrm>
        </p:grpSpPr>
        <p:pic>
          <p:nvPicPr>
            <p:cNvPr id="980" name="Google Shape;980;p23"/>
            <p:cNvPicPr preferRelativeResize="0"/>
            <p:nvPr/>
          </p:nvPicPr>
          <p:blipFill rotWithShape="1">
            <a:blip r:embed="rId2">
              <a:alphaModFix/>
            </a:blip>
            <a:srcRect l="16960" t="24718" r="7121" b="26177"/>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2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7" name="Google Shape;987;p2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8" name="Google Shape;988;p2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98" name="Google Shape;99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008" name="Google Shape;100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4" name="Google Shape;1014;p2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5" name="Google Shape;1015;p2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6" name="Google Shape;1016;p2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7" name="Google Shape;1017;p2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018" name="Google Shape;1018;p2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1" name="Google Shape;1021;p2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4" name="Google Shape;1024;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pic>
        <p:nvPicPr>
          <p:cNvPr id="1025" name="Google Shape;1025;p23"/>
          <p:cNvPicPr preferRelativeResize="0"/>
          <p:nvPr/>
        </p:nvPicPr>
        <p:blipFill rotWithShape="1">
          <a:blip r:embed="rId2">
            <a:alphaModFix/>
          </a:blip>
          <a:srcRect l="16960" t="24718" r="7121" b="26177"/>
          <a:stretch/>
        </p:blipFill>
        <p:spPr>
          <a:xfrm rot="5400000">
            <a:off x="-1910467" y="1177267"/>
            <a:ext cx="3255933" cy="2484999"/>
          </a:xfrm>
          <a:prstGeom prst="rect">
            <a:avLst/>
          </a:prstGeom>
          <a:noFill/>
          <a:ln>
            <a:noFill/>
          </a:ln>
        </p:spPr>
      </p:pic>
      <p:grpSp>
        <p:nvGrpSpPr>
          <p:cNvPr id="1026" name="Google Shape;1026;p23"/>
          <p:cNvGrpSpPr/>
          <p:nvPr/>
        </p:nvGrpSpPr>
        <p:grpSpPr>
          <a:xfrm rot="10800000">
            <a:off x="8060934" y="317301"/>
            <a:ext cx="6078623" cy="178800"/>
            <a:chOff x="796100" y="3019701"/>
            <a:chExt cx="4558967" cy="134100"/>
          </a:xfrm>
        </p:grpSpPr>
        <p:sp>
          <p:nvSpPr>
            <p:cNvPr id="1027" name="Google Shape;1027;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028" name="Google Shape;1028;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29" name="Google Shape;1029;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30" name="Google Shape;1030;p23"/>
          <p:cNvGrpSpPr/>
          <p:nvPr/>
        </p:nvGrpSpPr>
        <p:grpSpPr>
          <a:xfrm>
            <a:off x="-1525000" y="5234517"/>
            <a:ext cx="6078623" cy="2023716"/>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3" name="Google Shape;1033;p23"/>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4" name="Google Shape;1034;p23"/>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5" name="Google Shape;1035;p23"/>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2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044" name="Google Shape;1044;p23"/>
            <p:cNvSpPr/>
            <p:nvPr/>
          </p:nvSpPr>
          <p:spPr>
            <a:xfrm rot="-5400000">
              <a:off x="362395"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047" name="Google Shape;1047;p23"/>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48" name="Google Shape;1048;p23"/>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6195757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049"/>
        <p:cNvGrpSpPr/>
        <p:nvPr/>
      </p:nvGrpSpPr>
      <p:grpSpPr>
        <a:xfrm>
          <a:off x="0" y="0"/>
          <a:ext cx="0" cy="0"/>
          <a:chOff x="0" y="0"/>
          <a:chExt cx="0" cy="0"/>
        </a:xfrm>
      </p:grpSpPr>
      <p:grpSp>
        <p:nvGrpSpPr>
          <p:cNvPr id="1050" name="Google Shape;1050;p24"/>
          <p:cNvGrpSpPr/>
          <p:nvPr/>
        </p:nvGrpSpPr>
        <p:grpSpPr>
          <a:xfrm>
            <a:off x="9412738" y="-2849077"/>
            <a:ext cx="5590343" cy="6078623"/>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pic>
            <p:nvPicPr>
              <p:cNvPr id="1053" name="Google Shape;1053;p24"/>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056" name="Google Shape;1056;p2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57" name="Google Shape;1057;p2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058" name="Google Shape;1058;p24"/>
          <p:cNvSpPr txBox="1">
            <a:spLocks noGrp="1"/>
          </p:cNvSpPr>
          <p:nvPr>
            <p:ph type="subTitle" idx="1"/>
          </p:nvPr>
        </p:nvSpPr>
        <p:spPr>
          <a:xfrm>
            <a:off x="960000" y="3533300"/>
            <a:ext cx="2642400" cy="145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59" name="Google Shape;1059;p24"/>
          <p:cNvSpPr txBox="1">
            <a:spLocks noGrp="1"/>
          </p:cNvSpPr>
          <p:nvPr>
            <p:ph type="subTitle" idx="2"/>
          </p:nvPr>
        </p:nvSpPr>
        <p:spPr>
          <a:xfrm>
            <a:off x="4779312" y="3533300"/>
            <a:ext cx="2642400" cy="145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60" name="Google Shape;1060;p24"/>
          <p:cNvSpPr txBox="1">
            <a:spLocks noGrp="1"/>
          </p:cNvSpPr>
          <p:nvPr>
            <p:ph type="subTitle" idx="3"/>
          </p:nvPr>
        </p:nvSpPr>
        <p:spPr>
          <a:xfrm>
            <a:off x="8598633" y="3533300"/>
            <a:ext cx="2642400" cy="145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61" name="Google Shape;1061;p2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062" name="Google Shape;1062;p24"/>
          <p:cNvSpPr txBox="1">
            <a:spLocks noGrp="1"/>
          </p:cNvSpPr>
          <p:nvPr>
            <p:ph type="subTitle" idx="4"/>
          </p:nvPr>
        </p:nvSpPr>
        <p:spPr>
          <a:xfrm>
            <a:off x="960000" y="3098500"/>
            <a:ext cx="26424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063" name="Google Shape;1063;p24"/>
          <p:cNvSpPr txBox="1">
            <a:spLocks noGrp="1"/>
          </p:cNvSpPr>
          <p:nvPr>
            <p:ph type="subTitle" idx="5"/>
          </p:nvPr>
        </p:nvSpPr>
        <p:spPr>
          <a:xfrm>
            <a:off x="4779311" y="3098500"/>
            <a:ext cx="26424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064" name="Google Shape;1064;p24"/>
          <p:cNvSpPr txBox="1">
            <a:spLocks noGrp="1"/>
          </p:cNvSpPr>
          <p:nvPr>
            <p:ph type="subTitle" idx="6"/>
          </p:nvPr>
        </p:nvSpPr>
        <p:spPr>
          <a:xfrm>
            <a:off x="8598629" y="3098500"/>
            <a:ext cx="26424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grpSp>
        <p:nvGrpSpPr>
          <p:cNvPr id="1065" name="Google Shape;1065;p24"/>
          <p:cNvGrpSpPr/>
          <p:nvPr/>
        </p:nvGrpSpPr>
        <p:grpSpPr>
          <a:xfrm>
            <a:off x="8090101" y="3728833"/>
            <a:ext cx="5341684" cy="6361536"/>
            <a:chOff x="5915175" y="2339425"/>
            <a:chExt cx="4006263" cy="4771152"/>
          </a:xfrm>
        </p:grpSpPr>
        <p:sp>
          <p:nvSpPr>
            <p:cNvPr id="1066" name="Google Shape;1066;p24"/>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24"/>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1" name="Google Shape;1071;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2" name="Google Shape;1072;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3" name="Google Shape;1073;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4" name="Google Shape;1074;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5" name="Google Shape;1075;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8" name="Google Shape;1078;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9" name="Google Shape;1079;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0" name="Google Shape;1080;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1" name="Google Shape;1081;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84" name="Google Shape;1084;p24"/>
          <p:cNvGrpSpPr/>
          <p:nvPr/>
        </p:nvGrpSpPr>
        <p:grpSpPr>
          <a:xfrm>
            <a:off x="-313821" y="5104739"/>
            <a:ext cx="6999145" cy="3989632"/>
            <a:chOff x="-258616" y="3430829"/>
            <a:chExt cx="5249359" cy="2992224"/>
          </a:xfrm>
        </p:grpSpPr>
        <p:pic>
          <p:nvPicPr>
            <p:cNvPr id="1085" name="Google Shape;1085;p24"/>
            <p:cNvPicPr preferRelativeResize="0"/>
            <p:nvPr/>
          </p:nvPicPr>
          <p:blipFill rotWithShape="1">
            <a:blip r:embed="rId3">
              <a:alphaModFix/>
            </a:blip>
            <a:srcRect l="16960" t="24718" r="7121" b="26177"/>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7" name="Google Shape;1087;p24"/>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8" name="Google Shape;1088;p24"/>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9" name="Google Shape;1089;p24"/>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0" name="Google Shape;1090;p24"/>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3" name="Google Shape;1093;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6" name="Google Shape;1096;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97" name="Google Shape;1097;p24"/>
          <p:cNvGrpSpPr/>
          <p:nvPr/>
        </p:nvGrpSpPr>
        <p:grpSpPr>
          <a:xfrm>
            <a:off x="-687417" y="-1063994"/>
            <a:ext cx="1911223" cy="3446377"/>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0" name="Google Shape;1100;p24"/>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01" name="Google Shape;1101;p24"/>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2" name="Google Shape;1102;p24"/>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03" name="Google Shape;1103;p24"/>
            <p:cNvGrpSpPr/>
            <p:nvPr/>
          </p:nvGrpSpPr>
          <p:grpSpPr>
            <a:xfrm rot="-2700000" flipH="1">
              <a:off x="-216370" y="1084101"/>
              <a:ext cx="708093" cy="708493"/>
              <a:chOff x="3678700" y="407275"/>
              <a:chExt cx="708100" cy="708500"/>
            </a:xfrm>
          </p:grpSpPr>
          <p:sp>
            <p:nvSpPr>
              <p:cNvPr id="1104" name="Google Shape;1104;p24"/>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5" name="Google Shape;1105;p24"/>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6" name="Google Shape;1106;p24"/>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7" name="Google Shape;1107;p24"/>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8" name="Google Shape;1108;p24"/>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9" name="Google Shape;1109;p24"/>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24"/>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38361879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111"/>
        <p:cNvGrpSpPr/>
        <p:nvPr/>
      </p:nvGrpSpPr>
      <p:grpSpPr>
        <a:xfrm>
          <a:off x="0" y="0"/>
          <a:ext cx="0" cy="0"/>
          <a:chOff x="0" y="0"/>
          <a:chExt cx="0" cy="0"/>
        </a:xfrm>
      </p:grpSpPr>
      <p:sp>
        <p:nvSpPr>
          <p:cNvPr id="1112" name="Google Shape;1112;p25"/>
          <p:cNvSpPr txBox="1">
            <a:spLocks noGrp="1"/>
          </p:cNvSpPr>
          <p:nvPr>
            <p:ph type="subTitle" idx="1"/>
          </p:nvPr>
        </p:nvSpPr>
        <p:spPr>
          <a:xfrm>
            <a:off x="960000" y="4693967"/>
            <a:ext cx="2642400" cy="145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13" name="Google Shape;1113;p25"/>
          <p:cNvSpPr txBox="1">
            <a:spLocks noGrp="1"/>
          </p:cNvSpPr>
          <p:nvPr>
            <p:ph type="subTitle" idx="2"/>
          </p:nvPr>
        </p:nvSpPr>
        <p:spPr>
          <a:xfrm>
            <a:off x="4779312" y="4693967"/>
            <a:ext cx="2642400" cy="145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14" name="Google Shape;1114;p25"/>
          <p:cNvSpPr txBox="1">
            <a:spLocks noGrp="1"/>
          </p:cNvSpPr>
          <p:nvPr>
            <p:ph type="subTitle" idx="3"/>
          </p:nvPr>
        </p:nvSpPr>
        <p:spPr>
          <a:xfrm>
            <a:off x="8598633" y="4693967"/>
            <a:ext cx="2642400" cy="145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15" name="Google Shape;1115;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116" name="Google Shape;1116;p25"/>
          <p:cNvSpPr txBox="1">
            <a:spLocks noGrp="1"/>
          </p:cNvSpPr>
          <p:nvPr>
            <p:ph type="subTitle" idx="4"/>
          </p:nvPr>
        </p:nvSpPr>
        <p:spPr>
          <a:xfrm>
            <a:off x="960000" y="4259167"/>
            <a:ext cx="26424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117" name="Google Shape;1117;p25"/>
          <p:cNvSpPr txBox="1">
            <a:spLocks noGrp="1"/>
          </p:cNvSpPr>
          <p:nvPr>
            <p:ph type="subTitle" idx="5"/>
          </p:nvPr>
        </p:nvSpPr>
        <p:spPr>
          <a:xfrm>
            <a:off x="4779311" y="4259167"/>
            <a:ext cx="26424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118" name="Google Shape;1118;p25"/>
          <p:cNvSpPr txBox="1">
            <a:spLocks noGrp="1"/>
          </p:cNvSpPr>
          <p:nvPr>
            <p:ph type="subTitle" idx="6"/>
          </p:nvPr>
        </p:nvSpPr>
        <p:spPr>
          <a:xfrm>
            <a:off x="8598629" y="4259167"/>
            <a:ext cx="26424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119" name="Google Shape;1119;p25"/>
          <p:cNvSpPr>
            <a:spLocks noGrp="1"/>
          </p:cNvSpPr>
          <p:nvPr>
            <p:ph type="pic" idx="7"/>
          </p:nvPr>
        </p:nvSpPr>
        <p:spPr>
          <a:xfrm>
            <a:off x="960000" y="1649067"/>
            <a:ext cx="2642400" cy="2216400"/>
          </a:xfrm>
          <a:prstGeom prst="snip1Rect">
            <a:avLst>
              <a:gd name="adj" fmla="val 16667"/>
            </a:avLst>
          </a:prstGeom>
          <a:noFill/>
          <a:ln>
            <a:noFill/>
          </a:ln>
        </p:spPr>
      </p:sp>
      <p:sp>
        <p:nvSpPr>
          <p:cNvPr id="1120" name="Google Shape;1120;p25"/>
          <p:cNvSpPr>
            <a:spLocks noGrp="1"/>
          </p:cNvSpPr>
          <p:nvPr>
            <p:ph type="pic" idx="8"/>
          </p:nvPr>
        </p:nvSpPr>
        <p:spPr>
          <a:xfrm>
            <a:off x="4779300" y="1649067"/>
            <a:ext cx="2642400" cy="2216400"/>
          </a:xfrm>
          <a:prstGeom prst="snip1Rect">
            <a:avLst>
              <a:gd name="adj" fmla="val 16667"/>
            </a:avLst>
          </a:prstGeom>
          <a:noFill/>
          <a:ln>
            <a:noFill/>
          </a:ln>
        </p:spPr>
      </p:sp>
      <p:sp>
        <p:nvSpPr>
          <p:cNvPr id="1121" name="Google Shape;1121;p25"/>
          <p:cNvSpPr>
            <a:spLocks noGrp="1"/>
          </p:cNvSpPr>
          <p:nvPr>
            <p:ph type="pic" idx="9"/>
          </p:nvPr>
        </p:nvSpPr>
        <p:spPr>
          <a:xfrm>
            <a:off x="8598600" y="1649067"/>
            <a:ext cx="2642400" cy="2216400"/>
          </a:xfrm>
          <a:prstGeom prst="snip1Rect">
            <a:avLst>
              <a:gd name="adj" fmla="val 16667"/>
            </a:avLst>
          </a:prstGeom>
          <a:noFill/>
          <a:ln>
            <a:noFill/>
          </a:ln>
        </p:spPr>
      </p:sp>
      <p:grpSp>
        <p:nvGrpSpPr>
          <p:cNvPr id="1122" name="Google Shape;1122;p25"/>
          <p:cNvGrpSpPr/>
          <p:nvPr/>
        </p:nvGrpSpPr>
        <p:grpSpPr>
          <a:xfrm>
            <a:off x="-1237387" y="5234517"/>
            <a:ext cx="3777809" cy="2023716"/>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25"/>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25"/>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25"/>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2" name="Google Shape;1132;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136" name="Google Shape;1136;p25"/>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37" name="Google Shape;1137;p25"/>
          <p:cNvGrpSpPr/>
          <p:nvPr/>
        </p:nvGrpSpPr>
        <p:grpSpPr>
          <a:xfrm>
            <a:off x="8533501" y="-2339265"/>
            <a:ext cx="5585599" cy="4087832"/>
            <a:chOff x="6171525" y="-1678249"/>
            <a:chExt cx="4189199" cy="3065874"/>
          </a:xfrm>
        </p:grpSpPr>
        <p:sp>
          <p:nvSpPr>
            <p:cNvPr id="1138" name="Google Shape;1138;p25"/>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pic>
          <p:nvPicPr>
            <p:cNvPr id="1139" name="Google Shape;1139;p25"/>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3" name="Google Shape;1143;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4" name="Google Shape;1144;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5" name="Google Shape;1145;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6" name="Google Shape;1146;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7" name="Google Shape;1147;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8" name="Google Shape;1148;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1" name="Google Shape;1151;p25"/>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2" name="Google Shape;1152;p25"/>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3" name="Google Shape;1153;p25"/>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25"/>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25"/>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25"/>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157" name="Google Shape;1157;p25"/>
          <p:cNvGrpSpPr/>
          <p:nvPr/>
        </p:nvGrpSpPr>
        <p:grpSpPr>
          <a:xfrm rot="2700000">
            <a:off x="11927096" y="3136236"/>
            <a:ext cx="585595" cy="585461"/>
            <a:chOff x="1101075" y="2142375"/>
            <a:chExt cx="439200" cy="439100"/>
          </a:xfrm>
        </p:grpSpPr>
        <p:sp>
          <p:nvSpPr>
            <p:cNvPr id="1158" name="Google Shape;1158;p2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2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60" name="Google Shape;1160;p25"/>
          <p:cNvGrpSpPr/>
          <p:nvPr/>
        </p:nvGrpSpPr>
        <p:grpSpPr>
          <a:xfrm rot="10800000">
            <a:off x="6661034" y="240835"/>
            <a:ext cx="6078623" cy="178800"/>
            <a:chOff x="796100" y="3019701"/>
            <a:chExt cx="4558967" cy="134100"/>
          </a:xfrm>
        </p:grpSpPr>
        <p:sp>
          <p:nvSpPr>
            <p:cNvPr id="1161" name="Google Shape;1161;p2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162" name="Google Shape;1162;p2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163" name="Google Shape;1163;p2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9848878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166" name="Google Shape;1166;p26"/>
          <p:cNvSpPr txBox="1">
            <a:spLocks noGrp="1"/>
          </p:cNvSpPr>
          <p:nvPr>
            <p:ph type="subTitle" idx="1"/>
          </p:nvPr>
        </p:nvSpPr>
        <p:spPr>
          <a:xfrm>
            <a:off x="2406333" y="2580291"/>
            <a:ext cx="28028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67" name="Google Shape;1167;p26"/>
          <p:cNvSpPr txBox="1">
            <a:spLocks noGrp="1"/>
          </p:cNvSpPr>
          <p:nvPr>
            <p:ph type="subTitle" idx="2"/>
          </p:nvPr>
        </p:nvSpPr>
        <p:spPr>
          <a:xfrm>
            <a:off x="6982869" y="2580291"/>
            <a:ext cx="28028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68" name="Google Shape;1168;p26"/>
          <p:cNvSpPr txBox="1">
            <a:spLocks noGrp="1"/>
          </p:cNvSpPr>
          <p:nvPr>
            <p:ph type="subTitle" idx="3"/>
          </p:nvPr>
        </p:nvSpPr>
        <p:spPr>
          <a:xfrm>
            <a:off x="2406333" y="4748499"/>
            <a:ext cx="28028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69" name="Google Shape;1169;p26"/>
          <p:cNvSpPr txBox="1">
            <a:spLocks noGrp="1"/>
          </p:cNvSpPr>
          <p:nvPr>
            <p:ph type="subTitle" idx="4"/>
          </p:nvPr>
        </p:nvSpPr>
        <p:spPr>
          <a:xfrm>
            <a:off x="6982869" y="4748499"/>
            <a:ext cx="28028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70" name="Google Shape;1170;p26"/>
          <p:cNvSpPr txBox="1">
            <a:spLocks noGrp="1"/>
          </p:cNvSpPr>
          <p:nvPr>
            <p:ph type="subTitle" idx="5"/>
          </p:nvPr>
        </p:nvSpPr>
        <p:spPr>
          <a:xfrm>
            <a:off x="2406333" y="2141033"/>
            <a:ext cx="2802800" cy="540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171" name="Google Shape;1171;p26"/>
          <p:cNvSpPr txBox="1">
            <a:spLocks noGrp="1"/>
          </p:cNvSpPr>
          <p:nvPr>
            <p:ph type="subTitle" idx="6"/>
          </p:nvPr>
        </p:nvSpPr>
        <p:spPr>
          <a:xfrm>
            <a:off x="6982867" y="2141033"/>
            <a:ext cx="2802800" cy="540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172" name="Google Shape;1172;p26"/>
          <p:cNvSpPr txBox="1">
            <a:spLocks noGrp="1"/>
          </p:cNvSpPr>
          <p:nvPr>
            <p:ph type="subTitle" idx="7"/>
          </p:nvPr>
        </p:nvSpPr>
        <p:spPr>
          <a:xfrm>
            <a:off x="2406333" y="4309308"/>
            <a:ext cx="2802800" cy="540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173" name="Google Shape;1173;p26"/>
          <p:cNvSpPr txBox="1">
            <a:spLocks noGrp="1"/>
          </p:cNvSpPr>
          <p:nvPr>
            <p:ph type="subTitle" idx="8"/>
          </p:nvPr>
        </p:nvSpPr>
        <p:spPr>
          <a:xfrm>
            <a:off x="6982867" y="4309308"/>
            <a:ext cx="2802800" cy="540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grpSp>
        <p:nvGrpSpPr>
          <p:cNvPr id="1174" name="Google Shape;1174;p26"/>
          <p:cNvGrpSpPr/>
          <p:nvPr/>
        </p:nvGrpSpPr>
        <p:grpSpPr>
          <a:xfrm>
            <a:off x="-3869370" y="1695853"/>
            <a:ext cx="8254963" cy="8254963"/>
            <a:chOff x="-2825827" y="1271890"/>
            <a:chExt cx="6191222" cy="6191222"/>
          </a:xfrm>
        </p:grpSpPr>
        <p:pic>
          <p:nvPicPr>
            <p:cNvPr id="1175" name="Google Shape;1175;p26"/>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grpSp>
      <p:grpSp>
        <p:nvGrpSpPr>
          <p:cNvPr id="1191" name="Google Shape;1191;p26"/>
          <p:cNvGrpSpPr/>
          <p:nvPr/>
        </p:nvGrpSpPr>
        <p:grpSpPr>
          <a:xfrm>
            <a:off x="7533564" y="-1381966"/>
            <a:ext cx="8254963" cy="9153516"/>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pic>
          <p:nvPicPr>
            <p:cNvPr id="1207" name="Google Shape;1207;p26"/>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5311984" y="6577567"/>
            <a:ext cx="890555" cy="5856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9326569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215"/>
        <p:cNvGrpSpPr/>
        <p:nvPr/>
      </p:nvGrpSpPr>
      <p:grpSpPr>
        <a:xfrm>
          <a:off x="0" y="0"/>
          <a:ext cx="0" cy="0"/>
          <a:chOff x="0" y="0"/>
          <a:chExt cx="0" cy="0"/>
        </a:xfrm>
      </p:grpSpPr>
      <p:sp>
        <p:nvSpPr>
          <p:cNvPr id="1216" name="Google Shape;1216;p2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17" name="Google Shape;1217;p27"/>
          <p:cNvSpPr txBox="1">
            <a:spLocks noGrp="1"/>
          </p:cNvSpPr>
          <p:nvPr>
            <p:ph type="subTitle" idx="1"/>
          </p:nvPr>
        </p:nvSpPr>
        <p:spPr>
          <a:xfrm>
            <a:off x="960000" y="2818379"/>
            <a:ext cx="2938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18" name="Google Shape;1218;p27"/>
          <p:cNvSpPr txBox="1">
            <a:spLocks noGrp="1"/>
          </p:cNvSpPr>
          <p:nvPr>
            <p:ph type="subTitle" idx="2"/>
          </p:nvPr>
        </p:nvSpPr>
        <p:spPr>
          <a:xfrm>
            <a:off x="4626496" y="2818379"/>
            <a:ext cx="2938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19" name="Google Shape;1219;p27"/>
          <p:cNvSpPr txBox="1">
            <a:spLocks noGrp="1"/>
          </p:cNvSpPr>
          <p:nvPr>
            <p:ph type="subTitle" idx="3"/>
          </p:nvPr>
        </p:nvSpPr>
        <p:spPr>
          <a:xfrm>
            <a:off x="960000" y="5145629"/>
            <a:ext cx="2938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20" name="Google Shape;1220;p27"/>
          <p:cNvSpPr txBox="1">
            <a:spLocks noGrp="1"/>
          </p:cNvSpPr>
          <p:nvPr>
            <p:ph type="subTitle" idx="4"/>
          </p:nvPr>
        </p:nvSpPr>
        <p:spPr>
          <a:xfrm>
            <a:off x="4626496" y="5145629"/>
            <a:ext cx="2938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21" name="Google Shape;1221;p27"/>
          <p:cNvSpPr txBox="1">
            <a:spLocks noGrp="1"/>
          </p:cNvSpPr>
          <p:nvPr>
            <p:ph type="subTitle" idx="5"/>
          </p:nvPr>
        </p:nvSpPr>
        <p:spPr>
          <a:xfrm>
            <a:off x="8293001" y="2818379"/>
            <a:ext cx="2938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22" name="Google Shape;1222;p27"/>
          <p:cNvSpPr txBox="1">
            <a:spLocks noGrp="1"/>
          </p:cNvSpPr>
          <p:nvPr>
            <p:ph type="subTitle" idx="6"/>
          </p:nvPr>
        </p:nvSpPr>
        <p:spPr>
          <a:xfrm>
            <a:off x="8293001" y="5145629"/>
            <a:ext cx="2938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23" name="Google Shape;1223;p27"/>
          <p:cNvSpPr txBox="1">
            <a:spLocks noGrp="1"/>
          </p:cNvSpPr>
          <p:nvPr>
            <p:ph type="subTitle" idx="7"/>
          </p:nvPr>
        </p:nvSpPr>
        <p:spPr>
          <a:xfrm>
            <a:off x="960000" y="2383567"/>
            <a:ext cx="29388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224" name="Google Shape;1224;p27"/>
          <p:cNvSpPr txBox="1">
            <a:spLocks noGrp="1"/>
          </p:cNvSpPr>
          <p:nvPr>
            <p:ph type="subTitle" idx="8"/>
          </p:nvPr>
        </p:nvSpPr>
        <p:spPr>
          <a:xfrm>
            <a:off x="4626497" y="2383567"/>
            <a:ext cx="29388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225" name="Google Shape;1225;p27"/>
          <p:cNvSpPr txBox="1">
            <a:spLocks noGrp="1"/>
          </p:cNvSpPr>
          <p:nvPr>
            <p:ph type="subTitle" idx="9"/>
          </p:nvPr>
        </p:nvSpPr>
        <p:spPr>
          <a:xfrm>
            <a:off x="960000" y="4710831"/>
            <a:ext cx="29388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226" name="Google Shape;1226;p27"/>
          <p:cNvSpPr txBox="1">
            <a:spLocks noGrp="1"/>
          </p:cNvSpPr>
          <p:nvPr>
            <p:ph type="subTitle" idx="13"/>
          </p:nvPr>
        </p:nvSpPr>
        <p:spPr>
          <a:xfrm>
            <a:off x="4626497" y="4710831"/>
            <a:ext cx="29388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227" name="Google Shape;1227;p27"/>
          <p:cNvSpPr txBox="1">
            <a:spLocks noGrp="1"/>
          </p:cNvSpPr>
          <p:nvPr>
            <p:ph type="subTitle" idx="14"/>
          </p:nvPr>
        </p:nvSpPr>
        <p:spPr>
          <a:xfrm>
            <a:off x="8293003" y="2383567"/>
            <a:ext cx="29388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sp>
        <p:nvSpPr>
          <p:cNvPr id="1228" name="Google Shape;1228;p27"/>
          <p:cNvSpPr txBox="1">
            <a:spLocks noGrp="1"/>
          </p:cNvSpPr>
          <p:nvPr>
            <p:ph type="subTitle" idx="15"/>
          </p:nvPr>
        </p:nvSpPr>
        <p:spPr>
          <a:xfrm>
            <a:off x="8293003" y="4710831"/>
            <a:ext cx="2938800" cy="53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667"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3200" b="1">
                <a:latin typeface="IBM Plex Mono"/>
                <a:ea typeface="IBM Plex Mono"/>
                <a:cs typeface="IBM Plex Mono"/>
                <a:sym typeface="IBM Plex Mono"/>
              </a:defRPr>
            </a:lvl9pPr>
          </a:lstStyle>
          <a:p>
            <a:r>
              <a:rPr lang="en-US"/>
              <a:t>Click to edit Master subtitle style</a:t>
            </a:r>
            <a:endParaRPr/>
          </a:p>
        </p:txBody>
      </p:sp>
      <p:grpSp>
        <p:nvGrpSpPr>
          <p:cNvPr id="1229" name="Google Shape;1229;p27"/>
          <p:cNvGrpSpPr/>
          <p:nvPr/>
        </p:nvGrpSpPr>
        <p:grpSpPr>
          <a:xfrm>
            <a:off x="8137134" y="-2313573"/>
            <a:ext cx="6166700" cy="5562209"/>
            <a:chOff x="6026650" y="-1658980"/>
            <a:chExt cx="4625025" cy="4171657"/>
          </a:xfrm>
        </p:grpSpPr>
        <p:pic>
          <p:nvPicPr>
            <p:cNvPr id="1230" name="Google Shape;1230;p27"/>
            <p:cNvPicPr preferRelativeResize="0"/>
            <p:nvPr/>
          </p:nvPicPr>
          <p:blipFill rotWithShape="1">
            <a:blip r:embed="rId2">
              <a:alphaModFix/>
            </a:blip>
            <a:srcRect l="16960" t="24718" r="7121" b="26177"/>
            <a:stretch/>
          </p:blipFill>
          <p:spPr>
            <a:xfrm>
              <a:off x="7361325" y="-596625"/>
              <a:ext cx="2441950" cy="1863749"/>
            </a:xfrm>
            <a:prstGeom prst="rect">
              <a:avLst/>
            </a:prstGeom>
            <a:noFill/>
            <a:ln>
              <a:noFill/>
            </a:ln>
          </p:spPr>
        </p:pic>
        <p:grpSp>
          <p:nvGrpSpPr>
            <p:cNvPr id="1231" name="Google Shape;1231;p27"/>
            <p:cNvGrpSpPr/>
            <p:nvPr/>
          </p:nvGrpSpPr>
          <p:grpSpPr>
            <a:xfrm rot="-2700000" flipH="1">
              <a:off x="7289785" y="-1246897"/>
              <a:ext cx="2552124" cy="3347490"/>
              <a:chOff x="2976325" y="908175"/>
              <a:chExt cx="4028179" cy="5283555"/>
            </a:xfrm>
          </p:grpSpPr>
          <p:sp>
            <p:nvSpPr>
              <p:cNvPr id="1232" name="Google Shape;1232;p27"/>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3" name="Google Shape;1233;p27"/>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4" name="Google Shape;1234;p27"/>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7" name="Google Shape;1237;p27"/>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238" name="Google Shape;1238;p27"/>
          <p:cNvGrpSpPr/>
          <p:nvPr/>
        </p:nvGrpSpPr>
        <p:grpSpPr>
          <a:xfrm>
            <a:off x="-1452134" y="5600434"/>
            <a:ext cx="7158467" cy="248499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27"/>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27"/>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pic>
          <p:nvPicPr>
            <p:cNvPr id="1243" name="Google Shape;1243;p27"/>
            <p:cNvPicPr preferRelativeResize="0"/>
            <p:nvPr/>
          </p:nvPicPr>
          <p:blipFill rotWithShape="1">
            <a:blip r:embed="rId2">
              <a:alphaModFix/>
            </a:blip>
            <a:srcRect l="16960" t="24718" r="7121" b="26177"/>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2" name="Google Shape;1252;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2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2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7" name="Google Shape;1257;p2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8" name="Google Shape;1258;p2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2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2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263" name="Google Shape;1263;p2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64" name="Google Shape;1264;p2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7712909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265"/>
        <p:cNvGrpSpPr/>
        <p:nvPr/>
      </p:nvGrpSpPr>
      <p:grpSpPr>
        <a:xfrm>
          <a:off x="0" y="0"/>
          <a:ext cx="0" cy="0"/>
          <a:chOff x="0" y="0"/>
          <a:chExt cx="0" cy="0"/>
        </a:xfrm>
      </p:grpSpPr>
      <p:sp>
        <p:nvSpPr>
          <p:cNvPr id="1266" name="Google Shape;1266;p28"/>
          <p:cNvSpPr txBox="1">
            <a:spLocks noGrp="1"/>
          </p:cNvSpPr>
          <p:nvPr>
            <p:ph type="title" hasCustomPrompt="1"/>
          </p:nvPr>
        </p:nvSpPr>
        <p:spPr>
          <a:xfrm>
            <a:off x="3144600" y="886651"/>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5600">
                <a:latin typeface="Poppins"/>
                <a:ea typeface="Poppins"/>
                <a:cs typeface="Poppins"/>
                <a:sym typeface="Poppins"/>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267" name="Google Shape;1267;p28"/>
          <p:cNvSpPr txBox="1">
            <a:spLocks noGrp="1"/>
          </p:cNvSpPr>
          <p:nvPr>
            <p:ph type="subTitle" idx="1"/>
          </p:nvPr>
        </p:nvSpPr>
        <p:spPr>
          <a:xfrm>
            <a:off x="3144600" y="1709751"/>
            <a:ext cx="6262400" cy="79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PT Sans"/>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268" name="Google Shape;1268;p28"/>
          <p:cNvSpPr txBox="1">
            <a:spLocks noGrp="1"/>
          </p:cNvSpPr>
          <p:nvPr>
            <p:ph type="title" idx="2" hasCustomPrompt="1"/>
          </p:nvPr>
        </p:nvSpPr>
        <p:spPr>
          <a:xfrm>
            <a:off x="3144600" y="2702992"/>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5600">
                <a:latin typeface="Poppins"/>
                <a:ea typeface="Poppins"/>
                <a:cs typeface="Poppins"/>
                <a:sym typeface="Poppins"/>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269" name="Google Shape;1269;p28"/>
          <p:cNvSpPr txBox="1">
            <a:spLocks noGrp="1"/>
          </p:cNvSpPr>
          <p:nvPr>
            <p:ph type="subTitle" idx="3"/>
          </p:nvPr>
        </p:nvSpPr>
        <p:spPr>
          <a:xfrm>
            <a:off x="3144600" y="3527411"/>
            <a:ext cx="6262400" cy="79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PT Sans"/>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270" name="Google Shape;1270;p28"/>
          <p:cNvSpPr txBox="1">
            <a:spLocks noGrp="1"/>
          </p:cNvSpPr>
          <p:nvPr>
            <p:ph type="title" idx="4" hasCustomPrompt="1"/>
          </p:nvPr>
        </p:nvSpPr>
        <p:spPr>
          <a:xfrm>
            <a:off x="3144600" y="4520633"/>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5600">
                <a:latin typeface="Poppins"/>
                <a:ea typeface="Poppins"/>
                <a:cs typeface="Poppins"/>
                <a:sym typeface="Poppins"/>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271" name="Google Shape;1271;p28"/>
          <p:cNvSpPr txBox="1">
            <a:spLocks noGrp="1"/>
          </p:cNvSpPr>
          <p:nvPr>
            <p:ph type="subTitle" idx="5"/>
          </p:nvPr>
        </p:nvSpPr>
        <p:spPr>
          <a:xfrm>
            <a:off x="3144600" y="5346372"/>
            <a:ext cx="6262400" cy="798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PT Sans"/>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272" name="Google Shape;1272;p28"/>
          <p:cNvSpPr/>
          <p:nvPr/>
        </p:nvSpPr>
        <p:spPr>
          <a:xfrm>
            <a:off x="9001600" y="3527400"/>
            <a:ext cx="3900000" cy="39272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73" name="Google Shape;1273;p28"/>
          <p:cNvGrpSpPr/>
          <p:nvPr/>
        </p:nvGrpSpPr>
        <p:grpSpPr>
          <a:xfrm rot="5400000">
            <a:off x="11146600" y="-301400"/>
            <a:ext cx="585600" cy="585467"/>
            <a:chOff x="1101075" y="2142375"/>
            <a:chExt cx="439200" cy="439100"/>
          </a:xfrm>
        </p:grpSpPr>
        <p:sp>
          <p:nvSpPr>
            <p:cNvPr id="1274" name="Google Shape;1274;p28"/>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5" name="Google Shape;1275;p28"/>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76" name="Google Shape;1276;p28"/>
          <p:cNvGrpSpPr/>
          <p:nvPr/>
        </p:nvGrpSpPr>
        <p:grpSpPr>
          <a:xfrm>
            <a:off x="-1204333" y="6450801"/>
            <a:ext cx="6078623" cy="178800"/>
            <a:chOff x="796100" y="3019701"/>
            <a:chExt cx="4558967" cy="134100"/>
          </a:xfrm>
        </p:grpSpPr>
        <p:sp>
          <p:nvSpPr>
            <p:cNvPr id="1277" name="Google Shape;1277;p2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278" name="Google Shape;1278;p2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279" name="Google Shape;1279;p2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842331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280"/>
        <p:cNvGrpSpPr/>
        <p:nvPr/>
      </p:nvGrpSpPr>
      <p:grpSpPr>
        <a:xfrm>
          <a:off x="0" y="0"/>
          <a:ext cx="0" cy="0"/>
          <a:chOff x="0" y="0"/>
          <a:chExt cx="0" cy="0"/>
        </a:xfrm>
      </p:grpSpPr>
      <p:sp>
        <p:nvSpPr>
          <p:cNvPr id="1281" name="Google Shape;1281;p29"/>
          <p:cNvSpPr txBox="1">
            <a:spLocks noGrp="1"/>
          </p:cNvSpPr>
          <p:nvPr>
            <p:ph type="subTitle" idx="1"/>
          </p:nvPr>
        </p:nvSpPr>
        <p:spPr>
          <a:xfrm>
            <a:off x="1543000" y="2146100"/>
            <a:ext cx="5930800" cy="1652400"/>
          </a:xfrm>
          <a:prstGeom prst="rect">
            <a:avLst/>
          </a:prstGeom>
        </p:spPr>
        <p:txBody>
          <a:bodyPr spcFirstLastPara="1" wrap="square" lIns="91425" tIns="91425" rIns="91425" bIns="91425" anchor="t" anchorCtr="0">
            <a:noAutofit/>
          </a:bodyPr>
          <a:lstStyle>
            <a:lvl1pPr lvl="0">
              <a:spcBef>
                <a:spcPts val="0"/>
              </a:spcBef>
              <a:spcAft>
                <a:spcPts val="0"/>
              </a:spcAft>
              <a:buSzPts val="2500"/>
              <a:buFont typeface="IBM Plex Mono"/>
              <a:buNone/>
              <a:defRPr sz="2667" b="1">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subtitle style</a:t>
            </a:r>
            <a:endParaRPr/>
          </a:p>
        </p:txBody>
      </p:sp>
      <p:sp>
        <p:nvSpPr>
          <p:cNvPr id="1282" name="Google Shape;1282;p29"/>
          <p:cNvSpPr txBox="1">
            <a:spLocks noGrp="1"/>
          </p:cNvSpPr>
          <p:nvPr>
            <p:ph type="title"/>
          </p:nvPr>
        </p:nvSpPr>
        <p:spPr>
          <a:xfrm>
            <a:off x="1543069" y="659700"/>
            <a:ext cx="6835600" cy="1411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8666"/>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1283" name="Google Shape;1283;p29"/>
          <p:cNvGrpSpPr/>
          <p:nvPr/>
        </p:nvGrpSpPr>
        <p:grpSpPr>
          <a:xfrm>
            <a:off x="-388780" y="-659759"/>
            <a:ext cx="1931765" cy="2985072"/>
            <a:chOff x="-308635" y="-494819"/>
            <a:chExt cx="1448824" cy="2238804"/>
          </a:xfrm>
        </p:grpSpPr>
        <p:grpSp>
          <p:nvGrpSpPr>
            <p:cNvPr id="1284" name="Google Shape;1284;p29"/>
            <p:cNvGrpSpPr/>
            <p:nvPr/>
          </p:nvGrpSpPr>
          <p:grpSpPr>
            <a:xfrm>
              <a:off x="-275757" y="-242066"/>
              <a:ext cx="981772" cy="1986051"/>
              <a:chOff x="-293545" y="3454371"/>
              <a:chExt cx="981772" cy="1986051"/>
            </a:xfrm>
          </p:grpSpPr>
          <p:sp>
            <p:nvSpPr>
              <p:cNvPr id="1285" name="Google Shape;1285;p29"/>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6" name="Google Shape;1286;p29"/>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7" name="Google Shape;1287;p29"/>
            <p:cNvGrpSpPr/>
            <p:nvPr/>
          </p:nvGrpSpPr>
          <p:grpSpPr>
            <a:xfrm>
              <a:off x="364499" y="794648"/>
              <a:ext cx="699940" cy="478601"/>
              <a:chOff x="39722" y="4349021"/>
              <a:chExt cx="1061964" cy="726143"/>
            </a:xfrm>
          </p:grpSpPr>
          <p:grpSp>
            <p:nvGrpSpPr>
              <p:cNvPr id="1288" name="Google Shape;1288;p29"/>
              <p:cNvGrpSpPr/>
              <p:nvPr/>
            </p:nvGrpSpPr>
            <p:grpSpPr>
              <a:xfrm rot="2700000">
                <a:off x="140502" y="4460924"/>
                <a:ext cx="524584" cy="502337"/>
                <a:chOff x="1189791" y="-1767331"/>
                <a:chExt cx="904284" cy="865933"/>
              </a:xfrm>
            </p:grpSpPr>
            <p:sp>
              <p:nvSpPr>
                <p:cNvPr id="1289" name="Google Shape;1289;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290" name="Google Shape;1290;p29"/>
                <p:cNvGrpSpPr/>
                <p:nvPr/>
              </p:nvGrpSpPr>
              <p:grpSpPr>
                <a:xfrm>
                  <a:off x="1232795" y="-1740829"/>
                  <a:ext cx="717621" cy="717392"/>
                  <a:chOff x="1483457" y="3953671"/>
                  <a:chExt cx="717621" cy="717392"/>
                </a:xfrm>
              </p:grpSpPr>
              <p:sp>
                <p:nvSpPr>
                  <p:cNvPr id="1291" name="Google Shape;1291;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2" name="Google Shape;1292;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3" name="Google Shape;1293;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4" name="Google Shape;1294;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5" name="Google Shape;1295;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296" name="Google Shape;1296;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97" name="Google Shape;1297;p29"/>
            <p:cNvGrpSpPr/>
            <p:nvPr/>
          </p:nvGrpSpPr>
          <p:grpSpPr>
            <a:xfrm rot="-5400000">
              <a:off x="-460623" y="-342832"/>
              <a:ext cx="1351491" cy="1047516"/>
              <a:chOff x="-2460210" y="2758493"/>
              <a:chExt cx="1351491" cy="1047516"/>
            </a:xfrm>
          </p:grpSpPr>
          <p:sp>
            <p:nvSpPr>
              <p:cNvPr id="1298" name="Google Shape;1298;p29"/>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9" name="Google Shape;1299;p29"/>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0" name="Google Shape;1300;p29"/>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29"/>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02" name="Google Shape;1302;p29"/>
            <p:cNvGrpSpPr/>
            <p:nvPr/>
          </p:nvGrpSpPr>
          <p:grpSpPr>
            <a:xfrm>
              <a:off x="440249" y="455173"/>
              <a:ext cx="699940" cy="478601"/>
              <a:chOff x="39722" y="4349021"/>
              <a:chExt cx="1061964" cy="726143"/>
            </a:xfrm>
          </p:grpSpPr>
          <p:grpSp>
            <p:nvGrpSpPr>
              <p:cNvPr id="1303" name="Google Shape;1303;p29"/>
              <p:cNvGrpSpPr/>
              <p:nvPr/>
            </p:nvGrpSpPr>
            <p:grpSpPr>
              <a:xfrm rot="2700000">
                <a:off x="140502" y="4460924"/>
                <a:ext cx="524584" cy="502337"/>
                <a:chOff x="1189791" y="-1767331"/>
                <a:chExt cx="904284" cy="865933"/>
              </a:xfrm>
            </p:grpSpPr>
            <p:sp>
              <p:nvSpPr>
                <p:cNvPr id="1304" name="Google Shape;1304;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05" name="Google Shape;1305;p29"/>
                <p:cNvGrpSpPr/>
                <p:nvPr/>
              </p:nvGrpSpPr>
              <p:grpSpPr>
                <a:xfrm>
                  <a:off x="1232795" y="-1740829"/>
                  <a:ext cx="717621" cy="717392"/>
                  <a:chOff x="1483457" y="3953671"/>
                  <a:chExt cx="717621" cy="717392"/>
                </a:xfrm>
              </p:grpSpPr>
              <p:sp>
                <p:nvSpPr>
                  <p:cNvPr id="1306" name="Google Shape;1306;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7" name="Google Shape;1307;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8" name="Google Shape;1308;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9" name="Google Shape;1309;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0" name="Google Shape;1310;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311" name="Google Shape;1311;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12" name="Google Shape;1312;p29"/>
            <p:cNvGrpSpPr/>
            <p:nvPr/>
          </p:nvGrpSpPr>
          <p:grpSpPr>
            <a:xfrm>
              <a:off x="-63826" y="511661"/>
              <a:ext cx="699940" cy="478601"/>
              <a:chOff x="39722" y="4349021"/>
              <a:chExt cx="1061964" cy="726143"/>
            </a:xfrm>
          </p:grpSpPr>
          <p:grpSp>
            <p:nvGrpSpPr>
              <p:cNvPr id="1313" name="Google Shape;1313;p29"/>
              <p:cNvGrpSpPr/>
              <p:nvPr/>
            </p:nvGrpSpPr>
            <p:grpSpPr>
              <a:xfrm rot="2700000">
                <a:off x="140502" y="4460924"/>
                <a:ext cx="524584" cy="502337"/>
                <a:chOff x="1189791" y="-1767331"/>
                <a:chExt cx="904284" cy="865933"/>
              </a:xfrm>
            </p:grpSpPr>
            <p:sp>
              <p:nvSpPr>
                <p:cNvPr id="1314" name="Google Shape;1314;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15" name="Google Shape;1315;p29"/>
                <p:cNvGrpSpPr/>
                <p:nvPr/>
              </p:nvGrpSpPr>
              <p:grpSpPr>
                <a:xfrm>
                  <a:off x="1232795" y="-1740829"/>
                  <a:ext cx="717621" cy="717392"/>
                  <a:chOff x="1483457" y="3953671"/>
                  <a:chExt cx="717621" cy="717392"/>
                </a:xfrm>
              </p:grpSpPr>
              <p:sp>
                <p:nvSpPr>
                  <p:cNvPr id="1316" name="Google Shape;1316;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7" name="Google Shape;1317;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8" name="Google Shape;1318;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9" name="Google Shape;1319;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0" name="Google Shape;1320;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321" name="Google Shape;1321;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322" name="Google Shape;1322;p29"/>
          <p:cNvGrpSpPr/>
          <p:nvPr/>
        </p:nvGrpSpPr>
        <p:grpSpPr>
          <a:xfrm>
            <a:off x="3546284" y="5700533"/>
            <a:ext cx="6602745" cy="3989632"/>
            <a:chOff x="2659712" y="4275400"/>
            <a:chExt cx="4952059" cy="2992224"/>
          </a:xfrm>
        </p:grpSpPr>
        <p:pic>
          <p:nvPicPr>
            <p:cNvPr id="1323" name="Google Shape;1323;p29"/>
            <p:cNvPicPr preferRelativeResize="0"/>
            <p:nvPr/>
          </p:nvPicPr>
          <p:blipFill rotWithShape="1">
            <a:blip r:embed="rId2">
              <a:alphaModFix/>
            </a:blip>
            <a:srcRect l="16960" t="24718" r="7121" b="26177"/>
            <a:stretch/>
          </p:blipFill>
          <p:spPr>
            <a:xfrm rot="10800000">
              <a:off x="2659712" y="4275400"/>
              <a:ext cx="3549051" cy="2992224"/>
            </a:xfrm>
            <a:prstGeom prst="rect">
              <a:avLst/>
            </a:prstGeom>
            <a:noFill/>
            <a:ln>
              <a:noFill/>
            </a:ln>
          </p:spPr>
        </p:pic>
        <p:grpSp>
          <p:nvGrpSpPr>
            <p:cNvPr id="1324" name="Google Shape;1324;p29"/>
            <p:cNvGrpSpPr/>
            <p:nvPr/>
          </p:nvGrpSpPr>
          <p:grpSpPr>
            <a:xfrm rot="-5400000">
              <a:off x="3258038" y="4413859"/>
              <a:ext cx="906953" cy="1517787"/>
              <a:chOff x="79748" y="2808602"/>
              <a:chExt cx="906953" cy="1517787"/>
            </a:xfrm>
          </p:grpSpPr>
          <p:sp>
            <p:nvSpPr>
              <p:cNvPr id="1325" name="Google Shape;1325;p29"/>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6" name="Google Shape;1326;p29"/>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7" name="Google Shape;1327;p29"/>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8" name="Google Shape;1328;p29"/>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29" name="Google Shape;1329;p29"/>
            <p:cNvGrpSpPr/>
            <p:nvPr/>
          </p:nvGrpSpPr>
          <p:grpSpPr>
            <a:xfrm rot="5400000">
              <a:off x="5484569" y="3756062"/>
              <a:ext cx="1421047" cy="2833357"/>
              <a:chOff x="334358" y="2186737"/>
              <a:chExt cx="1421047" cy="2833357"/>
            </a:xfrm>
          </p:grpSpPr>
          <p:sp>
            <p:nvSpPr>
              <p:cNvPr id="1330" name="Google Shape;1330;p29"/>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31" name="Google Shape;1331;p29"/>
              <p:cNvGrpSpPr/>
              <p:nvPr/>
            </p:nvGrpSpPr>
            <p:grpSpPr>
              <a:xfrm rot="5400000">
                <a:off x="1046250" y="3181856"/>
                <a:ext cx="161977" cy="161940"/>
                <a:chOff x="1101075" y="2142375"/>
                <a:chExt cx="439200" cy="439100"/>
              </a:xfrm>
            </p:grpSpPr>
            <p:sp>
              <p:nvSpPr>
                <p:cNvPr id="1332" name="Google Shape;1332;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3" name="Google Shape;1333;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34" name="Google Shape;1334;p29"/>
              <p:cNvGrpSpPr/>
              <p:nvPr/>
            </p:nvGrpSpPr>
            <p:grpSpPr>
              <a:xfrm rot="-5400000">
                <a:off x="628029" y="4564272"/>
                <a:ext cx="161977" cy="161940"/>
                <a:chOff x="1101075" y="2142375"/>
                <a:chExt cx="439200" cy="439100"/>
              </a:xfrm>
            </p:grpSpPr>
            <p:sp>
              <p:nvSpPr>
                <p:cNvPr id="1335" name="Google Shape;1335;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6" name="Google Shape;1336;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sp>
        <p:nvSpPr>
          <p:cNvPr id="1337" name="Google Shape;1337;p29"/>
          <p:cNvSpPr txBox="1"/>
          <p:nvPr/>
        </p:nvSpPr>
        <p:spPr>
          <a:xfrm>
            <a:off x="1543067" y="4635933"/>
            <a:ext cx="7093600" cy="8072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400"/>
              </a:spcBef>
              <a:spcAft>
                <a:spcPts val="0"/>
              </a:spcAft>
              <a:buNone/>
            </a:pPr>
            <a:r>
              <a:rPr lang="en" sz="1600" b="1">
                <a:solidFill>
                  <a:schemeClr val="dk1"/>
                </a:solidFill>
                <a:latin typeface="Poppins"/>
                <a:ea typeface="Poppins"/>
                <a:cs typeface="Poppins"/>
                <a:sym typeface="Poppins"/>
              </a:rPr>
              <a:t>CREDITS: </a:t>
            </a:r>
            <a:r>
              <a:rPr lang="en" sz="1600">
                <a:solidFill>
                  <a:schemeClr val="dk1"/>
                </a:solidFill>
                <a:latin typeface="Poppins"/>
                <a:ea typeface="Poppins"/>
                <a:cs typeface="Poppins"/>
                <a:sym typeface="Poppins"/>
              </a:rPr>
              <a:t>This presentation template was created by </a:t>
            </a:r>
            <a:r>
              <a:rPr lang="en" sz="1600" b="1" u="sng">
                <a:solidFill>
                  <a:schemeClr val="dk1"/>
                </a:solidFill>
                <a:latin typeface="Poppins"/>
                <a:ea typeface="Poppins"/>
                <a:cs typeface="Poppins"/>
                <a:sym typeface="Poppins"/>
                <a:hlinkClick r:id="rId3">
                  <a:extLst>
                    <a:ext uri="{A12FA001-AC4F-418D-AE19-62706E023703}">
                      <ahyp:hlinkClr xmlns:ahyp="http://schemas.microsoft.com/office/drawing/2018/hyperlinkcolor" val="tx"/>
                    </a:ext>
                  </a:extLst>
                </a:hlinkClick>
              </a:rPr>
              <a:t>Slidesgo</a:t>
            </a:r>
            <a:r>
              <a:rPr lang="en" sz="1600">
                <a:solidFill>
                  <a:schemeClr val="dk1"/>
                </a:solidFill>
                <a:latin typeface="Poppins"/>
                <a:ea typeface="Poppins"/>
                <a:cs typeface="Poppins"/>
                <a:sym typeface="Poppins"/>
              </a:rPr>
              <a:t>, and includes icons, infographics &amp; images by</a:t>
            </a:r>
            <a:r>
              <a:rPr lang="en" sz="1600" b="1">
                <a:solidFill>
                  <a:schemeClr val="dk1"/>
                </a:solidFill>
                <a:latin typeface="Poppins"/>
                <a:ea typeface="Poppins"/>
                <a:cs typeface="Poppins"/>
                <a:sym typeface="Poppins"/>
              </a:rPr>
              <a:t> </a:t>
            </a:r>
            <a:r>
              <a:rPr lang="en" sz="1600" b="1" u="sng">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Freepik</a:t>
            </a:r>
            <a:r>
              <a:rPr lang="en" sz="1600" b="1" u="sng">
                <a:solidFill>
                  <a:schemeClr val="dk1"/>
                </a:solidFill>
                <a:latin typeface="Poppins"/>
                <a:ea typeface="Poppins"/>
                <a:cs typeface="Poppins"/>
                <a:sym typeface="Poppins"/>
              </a:rPr>
              <a:t> </a:t>
            </a:r>
            <a:endParaRPr sz="1600" b="1" u="sng">
              <a:solidFill>
                <a:schemeClr val="dk1"/>
              </a:solidFill>
              <a:latin typeface="Poppins"/>
              <a:ea typeface="Poppins"/>
              <a:cs typeface="Poppins"/>
              <a:sym typeface="Poppins"/>
            </a:endParaRPr>
          </a:p>
        </p:txBody>
      </p:sp>
    </p:spTree>
    <p:extLst>
      <p:ext uri="{BB962C8B-B14F-4D97-AF65-F5344CB8AC3E}">
        <p14:creationId xmlns:p14="http://schemas.microsoft.com/office/powerpoint/2010/main" val="519497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338"/>
        <p:cNvGrpSpPr/>
        <p:nvPr/>
      </p:nvGrpSpPr>
      <p:grpSpPr>
        <a:xfrm>
          <a:off x="0" y="0"/>
          <a:ext cx="0" cy="0"/>
          <a:chOff x="0" y="0"/>
          <a:chExt cx="0" cy="0"/>
        </a:xfrm>
      </p:grpSpPr>
      <p:grpSp>
        <p:nvGrpSpPr>
          <p:cNvPr id="1339" name="Google Shape;1339;p30"/>
          <p:cNvGrpSpPr/>
          <p:nvPr/>
        </p:nvGrpSpPr>
        <p:grpSpPr>
          <a:xfrm>
            <a:off x="-830987" y="5234517"/>
            <a:ext cx="3777809" cy="2023716"/>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2" name="Google Shape;1342;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3" name="Google Shape;1343;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4" name="Google Shape;1344;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9" name="Google Shape;1349;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2" name="Google Shape;1352;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353" name="Google Shape;1353;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4" name="Google Shape;1354;p30"/>
          <p:cNvGrpSpPr/>
          <p:nvPr/>
        </p:nvGrpSpPr>
        <p:grpSpPr>
          <a:xfrm>
            <a:off x="8431901" y="-2237665"/>
            <a:ext cx="5585599" cy="4087832"/>
            <a:chOff x="6171525" y="-1678249"/>
            <a:chExt cx="4189199" cy="3065874"/>
          </a:xfrm>
        </p:grpSpPr>
        <p:sp>
          <p:nvSpPr>
            <p:cNvPr id="1355" name="Google Shape;1355;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pic>
          <p:nvPicPr>
            <p:cNvPr id="1356" name="Google Shape;1356;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2" name="Google Shape;1362;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3" name="Google Shape;1363;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9" name="Google Shape;1369;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0" name="Google Shape;1370;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374" name="Google Shape;1374;p30"/>
          <p:cNvGrpSpPr/>
          <p:nvPr/>
        </p:nvGrpSpPr>
        <p:grpSpPr>
          <a:xfrm rot="2700000">
            <a:off x="11927096" y="3136236"/>
            <a:ext cx="585595" cy="585461"/>
            <a:chOff x="1101075" y="2142375"/>
            <a:chExt cx="439200" cy="439100"/>
          </a:xfrm>
        </p:grpSpPr>
        <p:sp>
          <p:nvSpPr>
            <p:cNvPr id="1375" name="Google Shape;1375;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17308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dk2"/>
        </a:solidFill>
        <a:effectLst/>
      </p:bgPr>
    </p:bg>
    <p:spTree>
      <p:nvGrpSpPr>
        <p:cNvPr id="1" name="Shape 1377"/>
        <p:cNvGrpSpPr/>
        <p:nvPr/>
      </p:nvGrpSpPr>
      <p:grpSpPr>
        <a:xfrm>
          <a:off x="0" y="0"/>
          <a:ext cx="0" cy="0"/>
          <a:chOff x="0" y="0"/>
          <a:chExt cx="0" cy="0"/>
        </a:xfrm>
      </p:grpSpPr>
      <p:grpSp>
        <p:nvGrpSpPr>
          <p:cNvPr id="1378" name="Google Shape;1378;p31"/>
          <p:cNvGrpSpPr/>
          <p:nvPr/>
        </p:nvGrpSpPr>
        <p:grpSpPr>
          <a:xfrm>
            <a:off x="11110069" y="-9"/>
            <a:ext cx="3181535" cy="4391831"/>
            <a:chOff x="8256351" y="-7"/>
            <a:chExt cx="2386151" cy="3293873"/>
          </a:xfrm>
        </p:grpSpPr>
        <p:pic>
          <p:nvPicPr>
            <p:cNvPr id="1379" name="Google Shape;1379;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384;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grpSp>
        <p:nvGrpSpPr>
          <p:cNvPr id="1385" name="Google Shape;1385;p31"/>
          <p:cNvGrpSpPr/>
          <p:nvPr/>
        </p:nvGrpSpPr>
        <p:grpSpPr>
          <a:xfrm>
            <a:off x="-284700" y="228300"/>
            <a:ext cx="585600" cy="585467"/>
            <a:chOff x="1101075" y="2142375"/>
            <a:chExt cx="439200" cy="439100"/>
          </a:xfrm>
        </p:grpSpPr>
        <p:sp>
          <p:nvSpPr>
            <p:cNvPr id="1386" name="Google Shape;1386;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88" name="Google Shape;1388;p31"/>
          <p:cNvGrpSpPr/>
          <p:nvPr/>
        </p:nvGrpSpPr>
        <p:grpSpPr>
          <a:xfrm>
            <a:off x="-1683964" y="4215104"/>
            <a:ext cx="6430121" cy="3912667"/>
            <a:chOff x="-1186774" y="3161328"/>
            <a:chExt cx="4822591" cy="2934500"/>
          </a:xfrm>
        </p:grpSpPr>
        <p:pic>
          <p:nvPicPr>
            <p:cNvPr id="1389" name="Google Shape;1389;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4" name="Google Shape;1394;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395;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396;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7" name="Google Shape;1397;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8" name="Google Shape;1398;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9" name="Google Shape;1399;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2" name="Google Shape;1402;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403;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404;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405;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6" name="Google Shape;1406;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7" name="Google Shape;1407;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0" name="Google Shape;1410;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1" name="Google Shape;1411;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2" name="Google Shape;1412;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3" name="Google Shape;1413;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4" name="Google Shape;1414;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5" name="Google Shape;1415;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418" name="Google Shape;1418;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19" name="Google Shape;1419;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32819189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423"/>
        <p:cNvGrpSpPr/>
        <p:nvPr/>
      </p:nvGrpSpPr>
      <p:grpSpPr>
        <a:xfrm>
          <a:off x="0" y="0"/>
          <a:ext cx="0" cy="0"/>
          <a:chOff x="0" y="0"/>
          <a:chExt cx="0" cy="0"/>
        </a:xfrm>
      </p:grpSpPr>
    </p:spTree>
    <p:extLst>
      <p:ext uri="{BB962C8B-B14F-4D97-AF65-F5344CB8AC3E}">
        <p14:creationId xmlns:p14="http://schemas.microsoft.com/office/powerpoint/2010/main" val="36218368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424"/>
        <p:cNvGrpSpPr/>
        <p:nvPr/>
      </p:nvGrpSpPr>
      <p:grpSpPr>
        <a:xfrm>
          <a:off x="0" y="0"/>
          <a:ext cx="0" cy="0"/>
          <a:chOff x="0" y="0"/>
          <a:chExt cx="0" cy="0"/>
        </a:xfrm>
      </p:grpSpPr>
      <p:sp>
        <p:nvSpPr>
          <p:cNvPr id="1425" name="Google Shape;1425;p34"/>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1480115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54" name="Google Shape;54;p2"/>
          <p:cNvSpPr txBox="1">
            <a:spLocks noGrp="1"/>
          </p:cNvSpPr>
          <p:nvPr>
            <p:ph type="ctrTitle"/>
          </p:nvPr>
        </p:nvSpPr>
        <p:spPr>
          <a:xfrm>
            <a:off x="1462467" y="1088432"/>
            <a:ext cx="9299600" cy="31020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60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55" name="Google Shape;55;p2"/>
          <p:cNvSpPr txBox="1">
            <a:spLocks noGrp="1"/>
          </p:cNvSpPr>
          <p:nvPr>
            <p:ph type="subTitle" idx="1"/>
          </p:nvPr>
        </p:nvSpPr>
        <p:spPr>
          <a:xfrm>
            <a:off x="1462467" y="4608333"/>
            <a:ext cx="6510000" cy="634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2133"/>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33836129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960000" y="2772433"/>
            <a:ext cx="7464000" cy="1122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97" name="Google Shape;97;p3"/>
          <p:cNvSpPr txBox="1">
            <a:spLocks noGrp="1"/>
          </p:cNvSpPr>
          <p:nvPr>
            <p:ph type="title" idx="2" hasCustomPrompt="1"/>
          </p:nvPr>
        </p:nvSpPr>
        <p:spPr>
          <a:xfrm>
            <a:off x="960000" y="1367633"/>
            <a:ext cx="2270000" cy="1324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266">
                <a:latin typeface="Poppins"/>
                <a:ea typeface="Poppins"/>
                <a:cs typeface="Poppins"/>
                <a:sym typeface="Poppins"/>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98" name="Google Shape;98;p3"/>
          <p:cNvSpPr txBox="1">
            <a:spLocks noGrp="1"/>
          </p:cNvSpPr>
          <p:nvPr>
            <p:ph type="subTitle" idx="1"/>
          </p:nvPr>
        </p:nvSpPr>
        <p:spPr>
          <a:xfrm>
            <a:off x="960000" y="4336500"/>
            <a:ext cx="7464000" cy="61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643527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487967" y="2665533"/>
            <a:ext cx="5846400" cy="2265200"/>
          </a:xfrm>
          <a:prstGeom prst="rect">
            <a:avLst/>
          </a:prstGeom>
          <a:noFill/>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5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1487967" y="4959533"/>
            <a:ext cx="5846400" cy="505200"/>
          </a:xfrm>
          <a:prstGeom prst="rect">
            <a:avLst/>
          </a:prstGeom>
          <a:no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867"/>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grpSp>
        <p:nvGrpSpPr>
          <p:cNvPr id="11" name="Google Shape;11;p2"/>
          <p:cNvGrpSpPr/>
          <p:nvPr/>
        </p:nvGrpSpPr>
        <p:grpSpPr>
          <a:xfrm>
            <a:off x="10149734" y="-721000"/>
            <a:ext cx="1481791" cy="1481791"/>
            <a:chOff x="8307725" y="278700"/>
            <a:chExt cx="1111343" cy="1111343"/>
          </a:xfrm>
        </p:grpSpPr>
        <p:sp>
          <p:nvSpPr>
            <p:cNvPr id="12" name="Google Shape;12;p2"/>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 name="Google Shape;13;p2"/>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 name="Google Shape;14;p2"/>
          <p:cNvGrpSpPr/>
          <p:nvPr/>
        </p:nvGrpSpPr>
        <p:grpSpPr>
          <a:xfrm>
            <a:off x="10944931" y="2812425"/>
            <a:ext cx="1546749" cy="329704"/>
            <a:chOff x="8208698" y="2109319"/>
            <a:chExt cx="1160062" cy="247278"/>
          </a:xfrm>
        </p:grpSpPr>
        <p:sp>
          <p:nvSpPr>
            <p:cNvPr id="15" name="Google Shape;15;p2"/>
            <p:cNvSpPr/>
            <p:nvPr/>
          </p:nvSpPr>
          <p:spPr>
            <a:xfrm rot="5400000">
              <a:off x="8424637" y="1893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 name="Google Shape;16;p2"/>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7" name="Google Shape;17;p2"/>
          <p:cNvGrpSpPr/>
          <p:nvPr/>
        </p:nvGrpSpPr>
        <p:grpSpPr>
          <a:xfrm rot="5400000" flipH="1">
            <a:off x="8370484" y="7134340"/>
            <a:ext cx="5982425" cy="833496"/>
            <a:chOff x="-78438" y="4073905"/>
            <a:chExt cx="4486819" cy="625122"/>
          </a:xfrm>
        </p:grpSpPr>
        <p:cxnSp>
          <p:nvCxnSpPr>
            <p:cNvPr id="18" name="Google Shape;18;p2"/>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19" name="Google Shape;19;p2"/>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20" name="Google Shape;20;p2"/>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1" name="Google Shape;21;p2"/>
          <p:cNvGrpSpPr/>
          <p:nvPr/>
        </p:nvGrpSpPr>
        <p:grpSpPr>
          <a:xfrm rot="-5400000">
            <a:off x="11184453" y="1697861"/>
            <a:ext cx="657761" cy="476416"/>
            <a:chOff x="1722354" y="229144"/>
            <a:chExt cx="1748744" cy="1266614"/>
          </a:xfrm>
        </p:grpSpPr>
        <p:sp>
          <p:nvSpPr>
            <p:cNvPr id="22" name="Google Shape;22;p2"/>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 name="Google Shape;23;p2"/>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756653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1515733" y="3100967"/>
            <a:ext cx="4871200" cy="13192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45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26" name="Google Shape;26;p3"/>
          <p:cNvSpPr txBox="1">
            <a:spLocks noGrp="1"/>
          </p:cNvSpPr>
          <p:nvPr>
            <p:ph type="title" idx="2" hasCustomPrompt="1"/>
          </p:nvPr>
        </p:nvSpPr>
        <p:spPr>
          <a:xfrm>
            <a:off x="6387133" y="3039733"/>
            <a:ext cx="1790800" cy="13192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533">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grpSp>
        <p:nvGrpSpPr>
          <p:cNvPr id="27" name="Google Shape;27;p3"/>
          <p:cNvGrpSpPr/>
          <p:nvPr/>
        </p:nvGrpSpPr>
        <p:grpSpPr>
          <a:xfrm rot="-5400000">
            <a:off x="5147216" y="-2541398"/>
            <a:ext cx="5145605" cy="820532"/>
            <a:chOff x="-6675" y="307100"/>
            <a:chExt cx="9140700" cy="4634025"/>
          </a:xfrm>
        </p:grpSpPr>
        <p:cxnSp>
          <p:nvCxnSpPr>
            <p:cNvPr id="28" name="Google Shape;28;p3"/>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9" name="Google Shape;29;p3"/>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0" name="Google Shape;30;p3"/>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1" name="Google Shape;31;p3"/>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2" name="Google Shape;32;p3"/>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3" name="Google Shape;33;p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4" name="Google Shape;34;p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 name="Google Shape;35;p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6" name="Google Shape;36;p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7" name="Google Shape;37;p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38" name="Google Shape;38;p3"/>
          <p:cNvGrpSpPr/>
          <p:nvPr/>
        </p:nvGrpSpPr>
        <p:grpSpPr>
          <a:xfrm>
            <a:off x="-553695" y="718401"/>
            <a:ext cx="10182521" cy="6859923"/>
            <a:chOff x="-415272" y="538801"/>
            <a:chExt cx="7636891" cy="5144942"/>
          </a:xfrm>
        </p:grpSpPr>
        <p:grpSp>
          <p:nvGrpSpPr>
            <p:cNvPr id="39" name="Google Shape;39;p3"/>
            <p:cNvGrpSpPr/>
            <p:nvPr/>
          </p:nvGrpSpPr>
          <p:grpSpPr>
            <a:xfrm>
              <a:off x="6110275" y="4572400"/>
              <a:ext cx="1111343" cy="1111343"/>
              <a:chOff x="8307725" y="278700"/>
              <a:chExt cx="1111343" cy="1111343"/>
            </a:xfrm>
          </p:grpSpPr>
          <p:sp>
            <p:nvSpPr>
              <p:cNvPr id="40" name="Google Shape;40;p3"/>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 name="Google Shape;41;p3"/>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2" name="Google Shape;42;p3"/>
            <p:cNvGrpSpPr/>
            <p:nvPr/>
          </p:nvGrpSpPr>
          <p:grpSpPr>
            <a:xfrm>
              <a:off x="-415272" y="538801"/>
              <a:ext cx="2027056" cy="586283"/>
              <a:chOff x="-415272" y="538801"/>
              <a:chExt cx="2027056" cy="586283"/>
            </a:xfrm>
          </p:grpSpPr>
          <p:sp>
            <p:nvSpPr>
              <p:cNvPr id="43" name="Google Shape;43;p3"/>
              <p:cNvSpPr/>
              <p:nvPr/>
            </p:nvSpPr>
            <p:spPr>
              <a:xfrm rot="-5400000">
                <a:off x="1352729" y="32286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 name="Google Shape;44;p3"/>
              <p:cNvSpPr/>
              <p:nvPr/>
            </p:nvSpPr>
            <p:spPr>
              <a:xfrm rot="-5400000">
                <a:off x="-39071" y="673783"/>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2298323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5"/>
        <p:cNvGrpSpPr/>
        <p:nvPr/>
      </p:nvGrpSpPr>
      <p:grpSpPr>
        <a:xfrm>
          <a:off x="0" y="0"/>
          <a:ext cx="0" cy="0"/>
          <a:chOff x="0" y="0"/>
          <a:chExt cx="0" cy="0"/>
        </a:xfrm>
      </p:grpSpPr>
      <p:sp>
        <p:nvSpPr>
          <p:cNvPr id="46" name="Google Shape;46;p4"/>
          <p:cNvSpPr txBox="1">
            <a:spLocks noGrp="1"/>
          </p:cNvSpPr>
          <p:nvPr>
            <p:ph type="title"/>
          </p:nvPr>
        </p:nvSpPr>
        <p:spPr>
          <a:xfrm>
            <a:off x="960000" y="593367"/>
            <a:ext cx="10272000" cy="763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7" name="Google Shape;47;p4"/>
          <p:cNvSpPr txBox="1">
            <a:spLocks noGrp="1"/>
          </p:cNvSpPr>
          <p:nvPr>
            <p:ph type="body" idx="1"/>
          </p:nvPr>
        </p:nvSpPr>
        <p:spPr>
          <a:xfrm>
            <a:off x="960000" y="1409035"/>
            <a:ext cx="10272000" cy="5624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Char char="●"/>
              <a:defRPr/>
            </a:lvl1pPr>
            <a:lvl2pPr marL="1219170" lvl="1" indent="-406390" rtl="0">
              <a:lnSpc>
                <a:spcPct val="100000"/>
              </a:lnSpc>
              <a:spcBef>
                <a:spcPts val="0"/>
              </a:spcBef>
              <a:spcAft>
                <a:spcPts val="0"/>
              </a:spcAft>
              <a:buSzPts val="1200"/>
              <a:buChar char="○"/>
              <a:defRPr/>
            </a:lvl2pPr>
            <a:lvl3pPr marL="1828754" lvl="2" indent="-406390" rtl="0">
              <a:lnSpc>
                <a:spcPct val="100000"/>
              </a:lnSpc>
              <a:spcBef>
                <a:spcPts val="0"/>
              </a:spcBef>
              <a:spcAft>
                <a:spcPts val="0"/>
              </a:spcAft>
              <a:buSzPts val="1200"/>
              <a:buChar char="■"/>
              <a:defRPr/>
            </a:lvl3pPr>
            <a:lvl4pPr marL="2438339" lvl="3" indent="-406390" rtl="0">
              <a:lnSpc>
                <a:spcPct val="100000"/>
              </a:lnSpc>
              <a:spcBef>
                <a:spcPts val="0"/>
              </a:spcBef>
              <a:spcAft>
                <a:spcPts val="0"/>
              </a:spcAft>
              <a:buSzPts val="1200"/>
              <a:buChar char="●"/>
              <a:defRPr/>
            </a:lvl4pPr>
            <a:lvl5pPr marL="3047924" lvl="4" indent="-406390" rtl="0">
              <a:lnSpc>
                <a:spcPct val="100000"/>
              </a:lnSpc>
              <a:spcBef>
                <a:spcPts val="0"/>
              </a:spcBef>
              <a:spcAft>
                <a:spcPts val="0"/>
              </a:spcAft>
              <a:buSzPts val="1200"/>
              <a:buChar char="○"/>
              <a:defRPr/>
            </a:lvl5pPr>
            <a:lvl6pPr marL="3657509" lvl="5" indent="-406390" rtl="0">
              <a:lnSpc>
                <a:spcPct val="100000"/>
              </a:lnSpc>
              <a:spcBef>
                <a:spcPts val="0"/>
              </a:spcBef>
              <a:spcAft>
                <a:spcPts val="0"/>
              </a:spcAft>
              <a:buSzPts val="1200"/>
              <a:buChar char="■"/>
              <a:defRPr/>
            </a:lvl6pPr>
            <a:lvl7pPr marL="4267093" lvl="6" indent="-406390" rtl="0">
              <a:lnSpc>
                <a:spcPct val="100000"/>
              </a:lnSpc>
              <a:spcBef>
                <a:spcPts val="0"/>
              </a:spcBef>
              <a:spcAft>
                <a:spcPts val="0"/>
              </a:spcAft>
              <a:buSzPts val="1200"/>
              <a:buChar char="●"/>
              <a:defRPr/>
            </a:lvl7pPr>
            <a:lvl8pPr marL="4876678" lvl="7" indent="-406390" rtl="0">
              <a:lnSpc>
                <a:spcPct val="100000"/>
              </a:lnSpc>
              <a:spcBef>
                <a:spcPts val="0"/>
              </a:spcBef>
              <a:spcAft>
                <a:spcPts val="0"/>
              </a:spcAft>
              <a:buSzPts val="1200"/>
              <a:buChar char="○"/>
              <a:defRPr/>
            </a:lvl8pPr>
            <a:lvl9pPr marL="5486263" lvl="8" indent="-406390" rtl="0">
              <a:lnSpc>
                <a:spcPct val="100000"/>
              </a:lnSpc>
              <a:spcBef>
                <a:spcPts val="0"/>
              </a:spcBef>
              <a:spcAft>
                <a:spcPts val="0"/>
              </a:spcAft>
              <a:buSzPts val="1200"/>
              <a:buChar char="■"/>
              <a:defRPr/>
            </a:lvl9pPr>
          </a:lstStyle>
          <a:p>
            <a:pPr lvl="0"/>
            <a:r>
              <a:rPr lang="en-US"/>
              <a:t>Click to edit Master text styles</a:t>
            </a:r>
          </a:p>
        </p:txBody>
      </p:sp>
      <p:grpSp>
        <p:nvGrpSpPr>
          <p:cNvPr id="48" name="Google Shape;48;p4"/>
          <p:cNvGrpSpPr/>
          <p:nvPr/>
        </p:nvGrpSpPr>
        <p:grpSpPr>
          <a:xfrm>
            <a:off x="251036" y="2201569"/>
            <a:ext cx="11559088" cy="2797592"/>
            <a:chOff x="188277" y="1651177"/>
            <a:chExt cx="8669316" cy="2098194"/>
          </a:xfrm>
        </p:grpSpPr>
        <p:sp>
          <p:nvSpPr>
            <p:cNvPr id="49" name="Google Shape;49;p4"/>
            <p:cNvSpPr/>
            <p:nvPr/>
          </p:nvSpPr>
          <p:spPr>
            <a:xfrm rot="10800000">
              <a:off x="8650702" y="165117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 name="Google Shape;50;p4"/>
            <p:cNvSpPr/>
            <p:nvPr/>
          </p:nvSpPr>
          <p:spPr>
            <a:xfrm rot="10800000">
              <a:off x="8814477"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51" name="Google Shape;51;p4"/>
            <p:cNvGrpSpPr/>
            <p:nvPr/>
          </p:nvGrpSpPr>
          <p:grpSpPr>
            <a:xfrm>
              <a:off x="188277" y="2983227"/>
              <a:ext cx="206891" cy="766144"/>
              <a:chOff x="8650702" y="3525402"/>
              <a:chExt cx="206891" cy="766144"/>
            </a:xfrm>
          </p:grpSpPr>
          <p:sp>
            <p:nvSpPr>
              <p:cNvPr id="52" name="Google Shape;52;p4"/>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 name="Google Shape;53;p4"/>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54" name="Google Shape;54;p4"/>
          <p:cNvGrpSpPr/>
          <p:nvPr/>
        </p:nvGrpSpPr>
        <p:grpSpPr>
          <a:xfrm>
            <a:off x="-1575816" y="-442133"/>
            <a:ext cx="14693693" cy="7564517"/>
            <a:chOff x="-1181862" y="-331600"/>
            <a:chExt cx="11020270" cy="5673388"/>
          </a:xfrm>
        </p:grpSpPr>
        <p:grpSp>
          <p:nvGrpSpPr>
            <p:cNvPr id="55" name="Google Shape;55;p4"/>
            <p:cNvGrpSpPr/>
            <p:nvPr/>
          </p:nvGrpSpPr>
          <p:grpSpPr>
            <a:xfrm>
              <a:off x="8873150" y="1130915"/>
              <a:ext cx="965258" cy="273510"/>
              <a:chOff x="-6675" y="2881558"/>
              <a:chExt cx="9140700" cy="2059567"/>
            </a:xfrm>
          </p:grpSpPr>
          <p:cxnSp>
            <p:nvCxnSpPr>
              <p:cNvPr id="56" name="Google Shape;56;p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7" name="Google Shape;57;p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 name="Google Shape;58;p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9" name="Google Shape;59;p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0" name="Google Shape;60;p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1" name="Google Shape;61;p4"/>
            <p:cNvSpPr/>
            <p:nvPr/>
          </p:nvSpPr>
          <p:spPr>
            <a:xfrm>
              <a:off x="8095400" y="-331600"/>
              <a:ext cx="1470082" cy="2332467"/>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62" name="Google Shape;62;p4"/>
            <p:cNvGrpSpPr/>
            <p:nvPr/>
          </p:nvGrpSpPr>
          <p:grpSpPr>
            <a:xfrm rot="10800000" flipH="1">
              <a:off x="8650689" y="182196"/>
              <a:ext cx="493321" cy="357312"/>
              <a:chOff x="1722354" y="229144"/>
              <a:chExt cx="1748744" cy="1266614"/>
            </a:xfrm>
          </p:grpSpPr>
          <p:sp>
            <p:nvSpPr>
              <p:cNvPr id="63" name="Google Shape;63;p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 name="Google Shape;64;p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5" name="Google Shape;65;p4"/>
            <p:cNvSpPr/>
            <p:nvPr/>
          </p:nvSpPr>
          <p:spPr>
            <a:xfrm rot="5400000">
              <a:off x="-191675" y="3481200"/>
              <a:ext cx="870400" cy="285077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66" name="Google Shape;66;p4"/>
            <p:cNvGrpSpPr/>
            <p:nvPr/>
          </p:nvGrpSpPr>
          <p:grpSpPr>
            <a:xfrm rot="-5400000" flipH="1">
              <a:off x="159064" y="4046096"/>
              <a:ext cx="493321" cy="357312"/>
              <a:chOff x="1722354" y="229144"/>
              <a:chExt cx="1748744" cy="1266614"/>
            </a:xfrm>
          </p:grpSpPr>
          <p:sp>
            <p:nvSpPr>
              <p:cNvPr id="67" name="Google Shape;67;p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 name="Google Shape;68;p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9" name="Google Shape;69;p4"/>
            <p:cNvGrpSpPr/>
            <p:nvPr/>
          </p:nvGrpSpPr>
          <p:grpSpPr>
            <a:xfrm>
              <a:off x="-776975" y="4800515"/>
              <a:ext cx="965258" cy="273510"/>
              <a:chOff x="-6675" y="2881558"/>
              <a:chExt cx="9140700" cy="2059567"/>
            </a:xfrm>
          </p:grpSpPr>
          <p:cxnSp>
            <p:nvCxnSpPr>
              <p:cNvPr id="70" name="Google Shape;70;p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1" name="Google Shape;71;p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2" name="Google Shape;72;p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3" name="Google Shape;73;p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74" name="Google Shape;74;p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75" name="Google Shape;75;p4"/>
          <p:cNvGrpSpPr/>
          <p:nvPr/>
        </p:nvGrpSpPr>
        <p:grpSpPr>
          <a:xfrm>
            <a:off x="-190150" y="-224885"/>
            <a:ext cx="10558707" cy="3851957"/>
            <a:chOff x="-142612" y="-168664"/>
            <a:chExt cx="7919030" cy="2888968"/>
          </a:xfrm>
        </p:grpSpPr>
        <p:sp>
          <p:nvSpPr>
            <p:cNvPr id="76" name="Google Shape;76;p4"/>
            <p:cNvSpPr/>
            <p:nvPr/>
          </p:nvSpPr>
          <p:spPr>
            <a:xfrm rot="10800000">
              <a:off x="7736362" y="-16866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 name="Google Shape;77;p4"/>
            <p:cNvSpPr/>
            <p:nvPr/>
          </p:nvSpPr>
          <p:spPr>
            <a:xfrm rot="5400000">
              <a:off x="57800" y="24798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8" name="Google Shape;78;p4"/>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982706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79"/>
        <p:cNvGrpSpPr/>
        <p:nvPr/>
      </p:nvGrpSpPr>
      <p:grpSpPr>
        <a:xfrm>
          <a:off x="0" y="0"/>
          <a:ext cx="0" cy="0"/>
          <a:chOff x="0" y="0"/>
          <a:chExt cx="0" cy="0"/>
        </a:xfrm>
      </p:grpSpPr>
      <p:sp>
        <p:nvSpPr>
          <p:cNvPr id="80" name="Google Shape;80;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r>
              <a:rPr lang="en-US"/>
              <a:t>Click to edit Master title style</a:t>
            </a:r>
            <a:endParaRPr/>
          </a:p>
        </p:txBody>
      </p:sp>
      <p:sp>
        <p:nvSpPr>
          <p:cNvPr id="81" name="Google Shape;81;p5"/>
          <p:cNvSpPr txBox="1">
            <a:spLocks noGrp="1"/>
          </p:cNvSpPr>
          <p:nvPr>
            <p:ph type="subTitle" idx="1"/>
          </p:nvPr>
        </p:nvSpPr>
        <p:spPr>
          <a:xfrm>
            <a:off x="6482432" y="3250767"/>
            <a:ext cx="3481200" cy="195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82" name="Google Shape;82;p5"/>
          <p:cNvSpPr txBox="1">
            <a:spLocks noGrp="1"/>
          </p:cNvSpPr>
          <p:nvPr>
            <p:ph type="subTitle" idx="2"/>
          </p:nvPr>
        </p:nvSpPr>
        <p:spPr>
          <a:xfrm>
            <a:off x="2228359" y="3250767"/>
            <a:ext cx="3481200" cy="195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83" name="Google Shape;83;p5"/>
          <p:cNvSpPr txBox="1">
            <a:spLocks noGrp="1"/>
          </p:cNvSpPr>
          <p:nvPr>
            <p:ph type="subTitle" idx="3"/>
          </p:nvPr>
        </p:nvSpPr>
        <p:spPr>
          <a:xfrm>
            <a:off x="2228359" y="2722200"/>
            <a:ext cx="3481200" cy="64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84" name="Google Shape;84;p5"/>
          <p:cNvSpPr txBox="1">
            <a:spLocks noGrp="1"/>
          </p:cNvSpPr>
          <p:nvPr>
            <p:ph type="subTitle" idx="4"/>
          </p:nvPr>
        </p:nvSpPr>
        <p:spPr>
          <a:xfrm>
            <a:off x="6482441" y="2722200"/>
            <a:ext cx="3481200" cy="64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grpSp>
        <p:nvGrpSpPr>
          <p:cNvPr id="85" name="Google Shape;85;p5"/>
          <p:cNvGrpSpPr/>
          <p:nvPr/>
        </p:nvGrpSpPr>
        <p:grpSpPr>
          <a:xfrm>
            <a:off x="251037" y="3250772"/>
            <a:ext cx="11559132" cy="1748389"/>
            <a:chOff x="188277" y="2438079"/>
            <a:chExt cx="8669349" cy="1311292"/>
          </a:xfrm>
        </p:grpSpPr>
        <p:sp>
          <p:nvSpPr>
            <p:cNvPr id="86" name="Google Shape;86;p5"/>
            <p:cNvSpPr/>
            <p:nvPr/>
          </p:nvSpPr>
          <p:spPr>
            <a:xfrm rot="10800000">
              <a:off x="8615635" y="29832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 name="Google Shape;87;p5"/>
            <p:cNvSpPr/>
            <p:nvPr/>
          </p:nvSpPr>
          <p:spPr>
            <a:xfrm rot="10800000">
              <a:off x="8814510" y="24380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88" name="Google Shape;88;p5"/>
            <p:cNvGrpSpPr/>
            <p:nvPr/>
          </p:nvGrpSpPr>
          <p:grpSpPr>
            <a:xfrm>
              <a:off x="188277" y="2983227"/>
              <a:ext cx="206891" cy="766144"/>
              <a:chOff x="8650702" y="3525402"/>
              <a:chExt cx="206891" cy="766144"/>
            </a:xfrm>
          </p:grpSpPr>
          <p:sp>
            <p:nvSpPr>
              <p:cNvPr id="89" name="Google Shape;89;p5"/>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 name="Google Shape;90;p5"/>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91" name="Google Shape;91;p5"/>
          <p:cNvGrpSpPr/>
          <p:nvPr/>
        </p:nvGrpSpPr>
        <p:grpSpPr>
          <a:xfrm>
            <a:off x="-3780999" y="7"/>
            <a:ext cx="16393155" cy="10179360"/>
            <a:chOff x="-2835749" y="5"/>
            <a:chExt cx="12294866" cy="7634520"/>
          </a:xfrm>
        </p:grpSpPr>
        <p:sp>
          <p:nvSpPr>
            <p:cNvPr id="92" name="Google Shape;92;p5"/>
            <p:cNvSpPr/>
            <p:nvPr/>
          </p:nvSpPr>
          <p:spPr>
            <a:xfrm flipH="1">
              <a:off x="-2835749" y="5"/>
              <a:ext cx="3174344" cy="5036488"/>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93" name="Google Shape;93;p5"/>
            <p:cNvGrpSpPr/>
            <p:nvPr/>
          </p:nvGrpSpPr>
          <p:grpSpPr>
            <a:xfrm rot="10800000">
              <a:off x="29436" y="1468071"/>
              <a:ext cx="493321" cy="357312"/>
              <a:chOff x="2199401" y="229144"/>
              <a:chExt cx="1748744" cy="1266614"/>
            </a:xfrm>
          </p:grpSpPr>
          <p:sp>
            <p:nvSpPr>
              <p:cNvPr id="94" name="Google Shape;94;p5"/>
              <p:cNvSpPr/>
              <p:nvPr/>
            </p:nvSpPr>
            <p:spPr>
              <a:xfrm rot="10800000">
                <a:off x="2716154"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 name="Google Shape;95;p5"/>
              <p:cNvSpPr/>
              <p:nvPr/>
            </p:nvSpPr>
            <p:spPr>
              <a:xfrm rot="10800000">
                <a:off x="2199401"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6" name="Google Shape;96;p5"/>
            <p:cNvSpPr/>
            <p:nvPr/>
          </p:nvSpPr>
          <p:spPr>
            <a:xfrm>
              <a:off x="8212964" y="3553070"/>
              <a:ext cx="1246152" cy="408145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97" name="Google Shape;97;p5"/>
            <p:cNvGrpSpPr/>
            <p:nvPr/>
          </p:nvGrpSpPr>
          <p:grpSpPr>
            <a:xfrm flipH="1">
              <a:off x="8212963" y="4702315"/>
              <a:ext cx="965258" cy="273510"/>
              <a:chOff x="-6675" y="2881558"/>
              <a:chExt cx="9140700" cy="2059567"/>
            </a:xfrm>
          </p:grpSpPr>
          <p:cxnSp>
            <p:nvCxnSpPr>
              <p:cNvPr id="98" name="Google Shape;98;p5"/>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99" name="Google Shape;99;p5"/>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0" name="Google Shape;100;p5"/>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1" name="Google Shape;101;p5"/>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02" name="Google Shape;102;p5"/>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03" name="Google Shape;103;p5"/>
          <p:cNvGrpSpPr/>
          <p:nvPr/>
        </p:nvGrpSpPr>
        <p:grpSpPr>
          <a:xfrm>
            <a:off x="457167" y="3366215"/>
            <a:ext cx="11618163" cy="2596184"/>
            <a:chOff x="342875" y="2524661"/>
            <a:chExt cx="8713622" cy="1947138"/>
          </a:xfrm>
        </p:grpSpPr>
        <p:sp>
          <p:nvSpPr>
            <p:cNvPr id="104" name="Google Shape;104;p5"/>
            <p:cNvSpPr/>
            <p:nvPr/>
          </p:nvSpPr>
          <p:spPr>
            <a:xfrm rot="5400000">
              <a:off x="8816029" y="423133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 name="Google Shape;105;p5"/>
            <p:cNvSpPr/>
            <p:nvPr/>
          </p:nvSpPr>
          <p:spPr>
            <a:xfrm rot="10800000">
              <a:off x="342875" y="25246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6" name="Google Shape;106;p5"/>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0746350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07"/>
        <p:cNvGrpSpPr/>
        <p:nvPr/>
      </p:nvGrpSpPr>
      <p:grpSpPr>
        <a:xfrm>
          <a:off x="0" y="0"/>
          <a:ext cx="0" cy="0"/>
          <a:chOff x="0" y="0"/>
          <a:chExt cx="0" cy="0"/>
        </a:xfrm>
      </p:grpSpPr>
      <p:sp>
        <p:nvSpPr>
          <p:cNvPr id="108" name="Google Shape;108;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109" name="Google Shape;109;p6"/>
          <p:cNvGrpSpPr/>
          <p:nvPr/>
        </p:nvGrpSpPr>
        <p:grpSpPr>
          <a:xfrm>
            <a:off x="950982" y="-1590343"/>
            <a:ext cx="10956359" cy="12833288"/>
            <a:chOff x="713236" y="-1192757"/>
            <a:chExt cx="8217269" cy="9624966"/>
          </a:xfrm>
        </p:grpSpPr>
        <p:grpSp>
          <p:nvGrpSpPr>
            <p:cNvPr id="110" name="Google Shape;110;p6"/>
            <p:cNvGrpSpPr/>
            <p:nvPr/>
          </p:nvGrpSpPr>
          <p:grpSpPr>
            <a:xfrm rot="5400000" flipH="1">
              <a:off x="-917001" y="6234248"/>
              <a:ext cx="3828199" cy="567724"/>
              <a:chOff x="-1181972" y="3591337"/>
              <a:chExt cx="3497989" cy="518706"/>
            </a:xfrm>
          </p:grpSpPr>
          <p:cxnSp>
            <p:nvCxnSpPr>
              <p:cNvPr id="111" name="Google Shape;111;p6"/>
              <p:cNvCxnSpPr/>
              <p:nvPr/>
            </p:nvCxnSpPr>
            <p:spPr>
              <a:xfrm>
                <a:off x="308728" y="2619343"/>
                <a:ext cx="0" cy="2981400"/>
              </a:xfrm>
              <a:prstGeom prst="straightConnector1">
                <a:avLst/>
              </a:prstGeom>
              <a:noFill/>
              <a:ln w="9525" cap="flat" cmpd="sng">
                <a:solidFill>
                  <a:schemeClr val="accent1"/>
                </a:solidFill>
                <a:prstDash val="solid"/>
                <a:round/>
                <a:headEnd type="none" w="med" len="med"/>
                <a:tailEnd type="none" w="med" len="med"/>
              </a:ln>
            </p:spPr>
          </p:cxnSp>
          <p:cxnSp>
            <p:nvCxnSpPr>
              <p:cNvPr id="112" name="Google Shape;112;p6"/>
              <p:cNvCxnSpPr/>
              <p:nvPr/>
            </p:nvCxnSpPr>
            <p:spPr>
              <a:xfrm rot="-5400000">
                <a:off x="1795201" y="3757993"/>
                <a:ext cx="357300" cy="346800"/>
              </a:xfrm>
              <a:prstGeom prst="straightConnector1">
                <a:avLst/>
              </a:prstGeom>
              <a:noFill/>
              <a:ln w="9525" cap="flat" cmpd="sng">
                <a:solidFill>
                  <a:schemeClr val="accent1"/>
                </a:solidFill>
                <a:prstDash val="solid"/>
                <a:round/>
                <a:headEnd type="none" w="med" len="med"/>
                <a:tailEnd type="none" w="med" len="med"/>
              </a:ln>
            </p:spPr>
          </p:cxnSp>
          <p:sp>
            <p:nvSpPr>
              <p:cNvPr id="113" name="Google Shape;113;p6"/>
              <p:cNvSpPr/>
              <p:nvPr/>
            </p:nvSpPr>
            <p:spPr>
              <a:xfrm>
                <a:off x="2122592" y="3591337"/>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4" name="Google Shape;114;p6"/>
            <p:cNvGrpSpPr/>
            <p:nvPr/>
          </p:nvGrpSpPr>
          <p:grpSpPr>
            <a:xfrm>
              <a:off x="6549025" y="-95200"/>
              <a:ext cx="2381480" cy="750487"/>
              <a:chOff x="6549025" y="-95200"/>
              <a:chExt cx="2381480" cy="750487"/>
            </a:xfrm>
          </p:grpSpPr>
          <p:grpSp>
            <p:nvGrpSpPr>
              <p:cNvPr id="115" name="Google Shape;115;p6"/>
              <p:cNvGrpSpPr/>
              <p:nvPr/>
            </p:nvGrpSpPr>
            <p:grpSpPr>
              <a:xfrm rot="-5400000">
                <a:off x="8505189" y="229971"/>
                <a:ext cx="493321" cy="357312"/>
                <a:chOff x="1722354" y="229144"/>
                <a:chExt cx="1748744" cy="1266614"/>
              </a:xfrm>
            </p:grpSpPr>
            <p:sp>
              <p:nvSpPr>
                <p:cNvPr id="116" name="Google Shape;116;p6"/>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 name="Google Shape;117;p6"/>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8" name="Google Shape;118;p6"/>
              <p:cNvSpPr/>
              <p:nvPr/>
            </p:nvSpPr>
            <p:spPr>
              <a:xfrm>
                <a:off x="6549025" y="-95200"/>
                <a:ext cx="2381475" cy="429625"/>
              </a:xfrm>
              <a:custGeom>
                <a:avLst/>
                <a:gdLst/>
                <a:ahLst/>
                <a:cxnLst/>
                <a:rect l="l" t="t" r="r" b="b"/>
                <a:pathLst>
                  <a:path w="95259" h="17185" extrusionOk="0">
                    <a:moveTo>
                      <a:pt x="0" y="2455"/>
                    </a:moveTo>
                    <a:lnTo>
                      <a:pt x="14731" y="17185"/>
                    </a:lnTo>
                    <a:lnTo>
                      <a:pt x="65552" y="17185"/>
                    </a:lnTo>
                    <a:lnTo>
                      <a:pt x="72303" y="10434"/>
                    </a:lnTo>
                    <a:lnTo>
                      <a:pt x="95259" y="10434"/>
                    </a:lnTo>
                    <a:lnTo>
                      <a:pt x="95259" y="0"/>
                    </a:lnTo>
                  </a:path>
                </a:pathLst>
              </a:custGeom>
              <a:noFill/>
              <a:ln w="9525" cap="flat" cmpd="sng">
                <a:solidFill>
                  <a:schemeClr val="accent1"/>
                </a:solidFill>
                <a:prstDash val="solid"/>
                <a:round/>
                <a:headEnd type="none" w="med" len="med"/>
                <a:tailEnd type="none" w="med" len="med"/>
              </a:ln>
            </p:spPr>
          </p:sp>
        </p:grpSp>
        <p:grpSp>
          <p:nvGrpSpPr>
            <p:cNvPr id="119" name="Google Shape;119;p6"/>
            <p:cNvGrpSpPr/>
            <p:nvPr/>
          </p:nvGrpSpPr>
          <p:grpSpPr>
            <a:xfrm rot="5400000">
              <a:off x="6896426" y="-564435"/>
              <a:ext cx="1530153" cy="273510"/>
              <a:chOff x="-6675" y="2881558"/>
              <a:chExt cx="9140700" cy="2059567"/>
            </a:xfrm>
          </p:grpSpPr>
          <p:cxnSp>
            <p:nvCxnSpPr>
              <p:cNvPr id="120" name="Google Shape;120;p6"/>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1" name="Google Shape;121;p6"/>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2" name="Google Shape;122;p6"/>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3" name="Google Shape;123;p6"/>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24" name="Google Shape;124;p6"/>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25" name="Google Shape;125;p6"/>
          <p:cNvGrpSpPr/>
          <p:nvPr/>
        </p:nvGrpSpPr>
        <p:grpSpPr>
          <a:xfrm>
            <a:off x="403418" y="1683462"/>
            <a:ext cx="12147003" cy="4751489"/>
            <a:chOff x="302564" y="1262596"/>
            <a:chExt cx="9110252" cy="3563617"/>
          </a:xfrm>
        </p:grpSpPr>
        <p:grpSp>
          <p:nvGrpSpPr>
            <p:cNvPr id="126" name="Google Shape;126;p6"/>
            <p:cNvGrpSpPr/>
            <p:nvPr/>
          </p:nvGrpSpPr>
          <p:grpSpPr>
            <a:xfrm rot="5400000">
              <a:off x="-153827" y="4122544"/>
              <a:ext cx="1160062" cy="247278"/>
              <a:chOff x="8000023" y="2164544"/>
              <a:chExt cx="1160062" cy="247278"/>
            </a:xfrm>
          </p:grpSpPr>
          <p:sp>
            <p:nvSpPr>
              <p:cNvPr id="127" name="Google Shape;127;p6"/>
              <p:cNvSpPr/>
              <p:nvPr/>
            </p:nvSpPr>
            <p:spPr>
              <a:xfrm rot="5400000">
                <a:off x="8215962" y="19486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 name="Google Shape;128;p6"/>
              <p:cNvSpPr/>
              <p:nvPr/>
            </p:nvSpPr>
            <p:spPr>
              <a:xfrm rot="-5400000">
                <a:off x="8708783" y="19605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9" name="Google Shape;129;p6"/>
            <p:cNvGrpSpPr/>
            <p:nvPr/>
          </p:nvGrpSpPr>
          <p:grpSpPr>
            <a:xfrm>
              <a:off x="8578108" y="1262596"/>
              <a:ext cx="834709" cy="226938"/>
              <a:chOff x="8541258" y="2281496"/>
              <a:chExt cx="834709" cy="226938"/>
            </a:xfrm>
          </p:grpSpPr>
          <p:sp>
            <p:nvSpPr>
              <p:cNvPr id="130" name="Google Shape;130;p6"/>
              <p:cNvSpPr/>
              <p:nvPr/>
            </p:nvSpPr>
            <p:spPr>
              <a:xfrm rot="5400000">
                <a:off x="9116912" y="2249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 name="Google Shape;131;p6"/>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132" name="Google Shape;132;p6"/>
          <p:cNvGrpSpPr/>
          <p:nvPr/>
        </p:nvGrpSpPr>
        <p:grpSpPr>
          <a:xfrm>
            <a:off x="796250" y="1303564"/>
            <a:ext cx="11631457" cy="5286357"/>
            <a:chOff x="597187" y="977673"/>
            <a:chExt cx="8723593" cy="3964768"/>
          </a:xfrm>
        </p:grpSpPr>
        <p:sp>
          <p:nvSpPr>
            <p:cNvPr id="133" name="Google Shape;133;p6"/>
            <p:cNvSpPr/>
            <p:nvPr/>
          </p:nvSpPr>
          <p:spPr>
            <a:xfrm rot="5400000">
              <a:off x="9080312" y="7772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 name="Google Shape;134;p6"/>
            <p:cNvSpPr/>
            <p:nvPr/>
          </p:nvSpPr>
          <p:spPr>
            <a:xfrm rot="10800000">
              <a:off x="597187" y="45015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35" name="Google Shape;135;p6"/>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32002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2376867" y="948933"/>
            <a:ext cx="3857600" cy="12060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38" name="Google Shape;138;p7"/>
          <p:cNvSpPr txBox="1">
            <a:spLocks noGrp="1"/>
          </p:cNvSpPr>
          <p:nvPr>
            <p:ph type="subTitle" idx="1"/>
          </p:nvPr>
        </p:nvSpPr>
        <p:spPr>
          <a:xfrm>
            <a:off x="2376867" y="2155063"/>
            <a:ext cx="3857600" cy="375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r>
              <a:rPr lang="en-US"/>
              <a:t>Click to edit Master subtitle style</a:t>
            </a:r>
            <a:endParaRPr/>
          </a:p>
        </p:txBody>
      </p:sp>
      <p:sp>
        <p:nvSpPr>
          <p:cNvPr id="139" name="Google Shape;139;p7"/>
          <p:cNvSpPr>
            <a:spLocks noGrp="1"/>
          </p:cNvSpPr>
          <p:nvPr>
            <p:ph type="pic" idx="2"/>
          </p:nvPr>
        </p:nvSpPr>
        <p:spPr>
          <a:xfrm>
            <a:off x="6336051" y="1098817"/>
            <a:ext cx="3716000" cy="4744400"/>
          </a:xfrm>
          <a:prstGeom prst="rect">
            <a:avLst/>
          </a:prstGeom>
          <a:noFill/>
          <a:ln>
            <a:noFill/>
          </a:ln>
        </p:spPr>
      </p:sp>
      <p:grpSp>
        <p:nvGrpSpPr>
          <p:cNvPr id="140" name="Google Shape;140;p7"/>
          <p:cNvGrpSpPr/>
          <p:nvPr/>
        </p:nvGrpSpPr>
        <p:grpSpPr>
          <a:xfrm>
            <a:off x="346919" y="261103"/>
            <a:ext cx="9399940" cy="6306556"/>
            <a:chOff x="260189" y="195827"/>
            <a:chExt cx="7049955" cy="4729917"/>
          </a:xfrm>
        </p:grpSpPr>
        <p:grpSp>
          <p:nvGrpSpPr>
            <p:cNvPr id="141" name="Google Shape;141;p7"/>
            <p:cNvGrpSpPr/>
            <p:nvPr/>
          </p:nvGrpSpPr>
          <p:grpSpPr>
            <a:xfrm rot="-5400000">
              <a:off x="6786639" y="4402239"/>
              <a:ext cx="177741" cy="869269"/>
              <a:chOff x="8535452" y="1548052"/>
              <a:chExt cx="177741" cy="869269"/>
            </a:xfrm>
          </p:grpSpPr>
          <p:sp>
            <p:nvSpPr>
              <p:cNvPr id="142" name="Google Shape;142;p7"/>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 name="Google Shape;143;p7"/>
              <p:cNvSpPr/>
              <p:nvPr/>
            </p:nvSpPr>
            <p:spPr>
              <a:xfrm rot="10800000">
                <a:off x="8535452"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4" name="Google Shape;144;p7"/>
            <p:cNvGrpSpPr/>
            <p:nvPr/>
          </p:nvGrpSpPr>
          <p:grpSpPr>
            <a:xfrm rot="10800000">
              <a:off x="260189" y="195827"/>
              <a:ext cx="177741" cy="687344"/>
              <a:chOff x="8535452" y="1335702"/>
              <a:chExt cx="177741" cy="687344"/>
            </a:xfrm>
          </p:grpSpPr>
          <p:sp>
            <p:nvSpPr>
              <p:cNvPr id="145" name="Google Shape;145;p7"/>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 name="Google Shape;146;p7"/>
              <p:cNvSpPr/>
              <p:nvPr/>
            </p:nvSpPr>
            <p:spPr>
              <a:xfrm rot="10800000">
                <a:off x="8535452" y="13357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147" name="Google Shape;147;p7"/>
          <p:cNvGrpSpPr/>
          <p:nvPr/>
        </p:nvGrpSpPr>
        <p:grpSpPr>
          <a:xfrm>
            <a:off x="-1157265" y="-420600"/>
            <a:ext cx="13465265" cy="6988283"/>
            <a:chOff x="-867949" y="-315450"/>
            <a:chExt cx="10098949" cy="5241212"/>
          </a:xfrm>
        </p:grpSpPr>
        <p:sp>
          <p:nvSpPr>
            <p:cNvPr id="148" name="Google Shape;148;p7"/>
            <p:cNvSpPr/>
            <p:nvPr/>
          </p:nvSpPr>
          <p:spPr>
            <a:xfrm>
              <a:off x="6756300" y="4613375"/>
              <a:ext cx="2474700" cy="312375"/>
            </a:xfrm>
            <a:custGeom>
              <a:avLst/>
              <a:gdLst/>
              <a:ahLst/>
              <a:cxnLst/>
              <a:rect l="l" t="t" r="r" b="b"/>
              <a:pathLst>
                <a:path w="98988" h="12495" extrusionOk="0">
                  <a:moveTo>
                    <a:pt x="0" y="0"/>
                  </a:moveTo>
                  <a:lnTo>
                    <a:pt x="37363" y="0"/>
                  </a:lnTo>
                  <a:lnTo>
                    <a:pt x="49858" y="12495"/>
                  </a:lnTo>
                  <a:lnTo>
                    <a:pt x="98988" y="12495"/>
                  </a:lnTo>
                </a:path>
              </a:pathLst>
            </a:custGeom>
            <a:noFill/>
            <a:ln w="9525" cap="flat" cmpd="sng">
              <a:solidFill>
                <a:schemeClr val="accent1"/>
              </a:solidFill>
              <a:prstDash val="solid"/>
              <a:round/>
              <a:headEnd type="none" w="med" len="med"/>
              <a:tailEnd type="none" w="med" len="med"/>
            </a:ln>
          </p:spPr>
        </p:sp>
        <p:grpSp>
          <p:nvGrpSpPr>
            <p:cNvPr id="149" name="Google Shape;149;p7"/>
            <p:cNvGrpSpPr/>
            <p:nvPr/>
          </p:nvGrpSpPr>
          <p:grpSpPr>
            <a:xfrm rot="-5400000" flipH="1">
              <a:off x="8430782" y="4500446"/>
              <a:ext cx="493321" cy="357312"/>
              <a:chOff x="1722354" y="229144"/>
              <a:chExt cx="1748744" cy="1266614"/>
            </a:xfrm>
          </p:grpSpPr>
          <p:sp>
            <p:nvSpPr>
              <p:cNvPr id="150" name="Google Shape;150;p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 name="Google Shape;151;p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52" name="Google Shape;152;p7"/>
            <p:cNvSpPr/>
            <p:nvPr/>
          </p:nvSpPr>
          <p:spPr>
            <a:xfrm>
              <a:off x="-174975" y="-315450"/>
              <a:ext cx="1914059" cy="4400511"/>
            </a:xfrm>
            <a:custGeom>
              <a:avLst/>
              <a:gdLst/>
              <a:ahLst/>
              <a:cxnLst/>
              <a:rect l="l" t="t" r="r" b="b"/>
              <a:pathLst>
                <a:path w="55192" h="126889" extrusionOk="0">
                  <a:moveTo>
                    <a:pt x="0" y="126889"/>
                  </a:moveTo>
                  <a:lnTo>
                    <a:pt x="24140" y="102749"/>
                  </a:lnTo>
                  <a:lnTo>
                    <a:pt x="24140" y="42943"/>
                  </a:lnTo>
                  <a:lnTo>
                    <a:pt x="55192" y="25015"/>
                  </a:lnTo>
                  <a:lnTo>
                    <a:pt x="55192" y="0"/>
                  </a:lnTo>
                </a:path>
              </a:pathLst>
            </a:custGeom>
            <a:noFill/>
            <a:ln w="9525" cap="flat" cmpd="sng">
              <a:solidFill>
                <a:schemeClr val="accent1"/>
              </a:solidFill>
              <a:prstDash val="solid"/>
              <a:round/>
              <a:headEnd type="none" w="med" len="med"/>
              <a:tailEnd type="none" w="med" len="med"/>
            </a:ln>
          </p:spPr>
        </p:sp>
        <p:grpSp>
          <p:nvGrpSpPr>
            <p:cNvPr id="153" name="Google Shape;153;p7"/>
            <p:cNvGrpSpPr/>
            <p:nvPr/>
          </p:nvGrpSpPr>
          <p:grpSpPr>
            <a:xfrm rot="10800000">
              <a:off x="662657" y="2962921"/>
              <a:ext cx="493321" cy="357312"/>
              <a:chOff x="1722354" y="229144"/>
              <a:chExt cx="1748744" cy="1266614"/>
            </a:xfrm>
          </p:grpSpPr>
          <p:sp>
            <p:nvSpPr>
              <p:cNvPr id="154" name="Google Shape;154;p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5" name="Google Shape;155;p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6" name="Google Shape;156;p7"/>
            <p:cNvGrpSpPr/>
            <p:nvPr/>
          </p:nvGrpSpPr>
          <p:grpSpPr>
            <a:xfrm>
              <a:off x="-867949" y="1748040"/>
              <a:ext cx="1530153" cy="273510"/>
              <a:chOff x="-6675" y="2881558"/>
              <a:chExt cx="9140700" cy="2059567"/>
            </a:xfrm>
          </p:grpSpPr>
          <p:cxnSp>
            <p:nvCxnSpPr>
              <p:cNvPr id="157" name="Google Shape;157;p7"/>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58" name="Google Shape;158;p7"/>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59" name="Google Shape;159;p7"/>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60" name="Google Shape;160;p7"/>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61" name="Google Shape;161;p7"/>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162" name="Google Shape;162;p7"/>
          <p:cNvGrpSpPr/>
          <p:nvPr/>
        </p:nvGrpSpPr>
        <p:grpSpPr>
          <a:xfrm>
            <a:off x="812617" y="-152085"/>
            <a:ext cx="11084441" cy="6087173"/>
            <a:chOff x="609462" y="-114064"/>
            <a:chExt cx="8313331" cy="4565380"/>
          </a:xfrm>
        </p:grpSpPr>
        <p:sp>
          <p:nvSpPr>
            <p:cNvPr id="163" name="Google Shape;163;p7"/>
            <p:cNvSpPr/>
            <p:nvPr/>
          </p:nvSpPr>
          <p:spPr>
            <a:xfrm rot="10800000">
              <a:off x="8882737" y="40104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4" name="Google Shape;164;p7"/>
            <p:cNvSpPr/>
            <p:nvPr/>
          </p:nvSpPr>
          <p:spPr>
            <a:xfrm rot="10800000">
              <a:off x="609462" y="-11406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7628061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65"/>
        <p:cNvGrpSpPr/>
        <p:nvPr/>
      </p:nvGrpSpPr>
      <p:grpSpPr>
        <a:xfrm>
          <a:off x="0" y="0"/>
          <a:ext cx="0" cy="0"/>
          <a:chOff x="0" y="0"/>
          <a:chExt cx="0" cy="0"/>
        </a:xfrm>
      </p:grpSpPr>
      <p:sp>
        <p:nvSpPr>
          <p:cNvPr id="166" name="Google Shape;166;p8"/>
          <p:cNvSpPr txBox="1">
            <a:spLocks noGrp="1"/>
          </p:cNvSpPr>
          <p:nvPr>
            <p:ph type="title"/>
          </p:nvPr>
        </p:nvSpPr>
        <p:spPr>
          <a:xfrm>
            <a:off x="3090600" y="1742800"/>
            <a:ext cx="6010800" cy="25108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grpSp>
        <p:nvGrpSpPr>
          <p:cNvPr id="167" name="Google Shape;167;p8"/>
          <p:cNvGrpSpPr/>
          <p:nvPr/>
        </p:nvGrpSpPr>
        <p:grpSpPr>
          <a:xfrm rot="10800000">
            <a:off x="9860175" y="5448807"/>
            <a:ext cx="6388892" cy="1231763"/>
            <a:chOff x="-78438" y="3775205"/>
            <a:chExt cx="4791669" cy="923822"/>
          </a:xfrm>
        </p:grpSpPr>
        <p:cxnSp>
          <p:nvCxnSpPr>
            <p:cNvPr id="168" name="Google Shape;168;p8"/>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169" name="Google Shape;169;p8"/>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170" name="Google Shape;170;p8"/>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71" name="Google Shape;171;p8"/>
          <p:cNvGrpSpPr/>
          <p:nvPr/>
        </p:nvGrpSpPr>
        <p:grpSpPr>
          <a:xfrm>
            <a:off x="702776" y="4533749"/>
            <a:ext cx="11126091" cy="1658340"/>
            <a:chOff x="527082" y="3400311"/>
            <a:chExt cx="8344568" cy="1243755"/>
          </a:xfrm>
        </p:grpSpPr>
        <p:sp>
          <p:nvSpPr>
            <p:cNvPr id="172" name="Google Shape;172;p8"/>
            <p:cNvSpPr/>
            <p:nvPr/>
          </p:nvSpPr>
          <p:spPr>
            <a:xfrm flipH="1">
              <a:off x="527082" y="34003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 name="Google Shape;173;p8"/>
            <p:cNvSpPr/>
            <p:nvPr/>
          </p:nvSpPr>
          <p:spPr>
            <a:xfrm rot="5400000" flipH="1">
              <a:off x="8631182" y="440359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74" name="Google Shape;174;p8"/>
          <p:cNvGrpSpPr/>
          <p:nvPr/>
        </p:nvGrpSpPr>
        <p:grpSpPr>
          <a:xfrm>
            <a:off x="-4201951" y="-4544137"/>
            <a:ext cx="15775555" cy="12086944"/>
            <a:chOff x="-3151463" y="-3408103"/>
            <a:chExt cx="11831666" cy="9065208"/>
          </a:xfrm>
        </p:grpSpPr>
        <p:grpSp>
          <p:nvGrpSpPr>
            <p:cNvPr id="175" name="Google Shape;175;p8"/>
            <p:cNvGrpSpPr/>
            <p:nvPr/>
          </p:nvGrpSpPr>
          <p:grpSpPr>
            <a:xfrm rot="10800000" flipH="1">
              <a:off x="309699" y="2296620"/>
              <a:ext cx="681217" cy="3360485"/>
              <a:chOff x="1337800" y="-2525590"/>
              <a:chExt cx="1498167" cy="7390555"/>
            </a:xfrm>
          </p:grpSpPr>
          <p:cxnSp>
            <p:nvCxnSpPr>
              <p:cNvPr id="176" name="Google Shape;176;p8"/>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177" name="Google Shape;177;p8"/>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178" name="Google Shape;178;p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79" name="Google Shape;179;p8"/>
            <p:cNvGrpSpPr/>
            <p:nvPr/>
          </p:nvGrpSpPr>
          <p:grpSpPr>
            <a:xfrm flipH="1">
              <a:off x="7998987" y="-1945430"/>
              <a:ext cx="681217" cy="3360485"/>
              <a:chOff x="1337800" y="-2525590"/>
              <a:chExt cx="1498167" cy="7390555"/>
            </a:xfrm>
          </p:grpSpPr>
          <p:cxnSp>
            <p:nvCxnSpPr>
              <p:cNvPr id="180" name="Google Shape;180;p8"/>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181" name="Google Shape;181;p8"/>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182" name="Google Shape;182;p8"/>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83" name="Google Shape;183;p8"/>
            <p:cNvGrpSpPr/>
            <p:nvPr/>
          </p:nvGrpSpPr>
          <p:grpSpPr>
            <a:xfrm rot="-5400000" flipH="1">
              <a:off x="-12066" y="-1786200"/>
              <a:ext cx="3859204" cy="615399"/>
              <a:chOff x="-6675" y="307100"/>
              <a:chExt cx="9140700" cy="4634025"/>
            </a:xfrm>
          </p:grpSpPr>
          <p:cxnSp>
            <p:nvCxnSpPr>
              <p:cNvPr id="184" name="Google Shape;184;p8"/>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5" name="Google Shape;185;p8"/>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6" name="Google Shape;186;p8"/>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7" name="Google Shape;187;p8"/>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8" name="Google Shape;188;p8"/>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89" name="Google Shape;189;p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0" name="Google Shape;190;p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1" name="Google Shape;191;p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2" name="Google Shape;192;p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193" name="Google Shape;193;p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194" name="Google Shape;194;p8"/>
            <p:cNvSpPr/>
            <p:nvPr/>
          </p:nvSpPr>
          <p:spPr>
            <a:xfrm flipH="1">
              <a:off x="-3151463" y="45110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grpSp>
        <p:nvGrpSpPr>
          <p:cNvPr id="195" name="Google Shape;195;p8"/>
          <p:cNvGrpSpPr/>
          <p:nvPr/>
        </p:nvGrpSpPr>
        <p:grpSpPr>
          <a:xfrm>
            <a:off x="729461" y="1299167"/>
            <a:ext cx="12325931" cy="5131180"/>
            <a:chOff x="547096" y="974375"/>
            <a:chExt cx="9244448" cy="3848385"/>
          </a:xfrm>
        </p:grpSpPr>
        <p:grpSp>
          <p:nvGrpSpPr>
            <p:cNvPr id="196" name="Google Shape;196;p8"/>
            <p:cNvGrpSpPr/>
            <p:nvPr/>
          </p:nvGrpSpPr>
          <p:grpSpPr>
            <a:xfrm>
              <a:off x="547096" y="3571493"/>
              <a:ext cx="9010768" cy="1251268"/>
              <a:chOff x="547096" y="3571493"/>
              <a:chExt cx="9010768" cy="1251268"/>
            </a:xfrm>
          </p:grpSpPr>
          <p:grpSp>
            <p:nvGrpSpPr>
              <p:cNvPr id="197" name="Google Shape;197;p8"/>
              <p:cNvGrpSpPr/>
              <p:nvPr/>
            </p:nvGrpSpPr>
            <p:grpSpPr>
              <a:xfrm>
                <a:off x="547096" y="3613321"/>
                <a:ext cx="269696" cy="1209440"/>
                <a:chOff x="803996" y="3613321"/>
                <a:chExt cx="269696" cy="1209440"/>
              </a:xfrm>
            </p:grpSpPr>
            <p:sp>
              <p:nvSpPr>
                <p:cNvPr id="198" name="Google Shape;198;p8"/>
                <p:cNvSpPr/>
                <p:nvPr/>
              </p:nvSpPr>
              <p:spPr>
                <a:xfrm rot="10800000" flipH="1">
                  <a:off x="803996"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9" name="Google Shape;199;p8"/>
                <p:cNvSpPr/>
                <p:nvPr/>
              </p:nvSpPr>
              <p:spPr>
                <a:xfrm rot="10800000" flipH="1">
                  <a:off x="998591"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00" name="Google Shape;200;p8"/>
              <p:cNvGrpSpPr/>
              <p:nvPr/>
            </p:nvGrpSpPr>
            <p:grpSpPr>
              <a:xfrm rot="5400000">
                <a:off x="8818296" y="3101621"/>
                <a:ext cx="269696" cy="1209440"/>
                <a:chOff x="803996" y="3613321"/>
                <a:chExt cx="269696" cy="1209440"/>
              </a:xfrm>
            </p:grpSpPr>
            <p:sp>
              <p:nvSpPr>
                <p:cNvPr id="201" name="Google Shape;201;p8"/>
                <p:cNvSpPr/>
                <p:nvPr/>
              </p:nvSpPr>
              <p:spPr>
                <a:xfrm rot="10800000" flipH="1">
                  <a:off x="803996"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2" name="Google Shape;202;p8"/>
                <p:cNvSpPr/>
                <p:nvPr/>
              </p:nvSpPr>
              <p:spPr>
                <a:xfrm rot="10800000" flipH="1">
                  <a:off x="998591"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203" name="Google Shape;203;p8"/>
            <p:cNvGrpSpPr/>
            <p:nvPr/>
          </p:nvGrpSpPr>
          <p:grpSpPr>
            <a:xfrm>
              <a:off x="8680200" y="974375"/>
              <a:ext cx="1111343" cy="1111343"/>
              <a:chOff x="8307725" y="278700"/>
              <a:chExt cx="1111343" cy="1111343"/>
            </a:xfrm>
          </p:grpSpPr>
          <p:sp>
            <p:nvSpPr>
              <p:cNvPr id="204" name="Google Shape;204;p8"/>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5" name="Google Shape;205;p8"/>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9933250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06"/>
        <p:cNvGrpSpPr/>
        <p:nvPr/>
      </p:nvGrpSpPr>
      <p:grpSpPr>
        <a:xfrm>
          <a:off x="0" y="0"/>
          <a:ext cx="0" cy="0"/>
          <a:chOff x="0" y="0"/>
          <a:chExt cx="0" cy="0"/>
        </a:xfrm>
      </p:grpSpPr>
      <p:sp>
        <p:nvSpPr>
          <p:cNvPr id="207" name="Google Shape;207;p9"/>
          <p:cNvSpPr txBox="1">
            <a:spLocks noGrp="1"/>
          </p:cNvSpPr>
          <p:nvPr>
            <p:ph type="title"/>
          </p:nvPr>
        </p:nvSpPr>
        <p:spPr>
          <a:xfrm>
            <a:off x="2847400" y="2476467"/>
            <a:ext cx="6497200" cy="166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000"/>
              <a:buNone/>
              <a:defRPr sz="9333"/>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208" name="Google Shape;208;p9"/>
          <p:cNvSpPr txBox="1">
            <a:spLocks noGrp="1"/>
          </p:cNvSpPr>
          <p:nvPr>
            <p:ph type="subTitle" idx="1"/>
          </p:nvPr>
        </p:nvSpPr>
        <p:spPr>
          <a:xfrm>
            <a:off x="2847400" y="4142633"/>
            <a:ext cx="6497200" cy="8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600"/>
              <a:buFont typeface="Hanken Grotesk"/>
              <a:buNone/>
              <a:defRPr sz="2133">
                <a:latin typeface="Hanken Grotesk"/>
                <a:ea typeface="Hanken Grotesk"/>
                <a:cs typeface="Hanken Grotesk"/>
                <a:sym typeface="Hanken Grotesk"/>
              </a:defRPr>
            </a:lvl2pPr>
            <a:lvl3pPr lvl="2" algn="ctr" rtl="0">
              <a:lnSpc>
                <a:spcPct val="100000"/>
              </a:lnSpc>
              <a:spcBef>
                <a:spcPts val="0"/>
              </a:spcBef>
              <a:spcAft>
                <a:spcPts val="0"/>
              </a:spcAft>
              <a:buSzPts val="1600"/>
              <a:buFont typeface="Hanken Grotesk"/>
              <a:buNone/>
              <a:defRPr sz="2133">
                <a:latin typeface="Hanken Grotesk"/>
                <a:ea typeface="Hanken Grotesk"/>
                <a:cs typeface="Hanken Grotesk"/>
                <a:sym typeface="Hanken Grotesk"/>
              </a:defRPr>
            </a:lvl3pPr>
            <a:lvl4pPr lvl="3" algn="ctr" rtl="0">
              <a:lnSpc>
                <a:spcPct val="100000"/>
              </a:lnSpc>
              <a:spcBef>
                <a:spcPts val="0"/>
              </a:spcBef>
              <a:spcAft>
                <a:spcPts val="0"/>
              </a:spcAft>
              <a:buSzPts val="1600"/>
              <a:buFont typeface="Hanken Grotesk"/>
              <a:buNone/>
              <a:defRPr sz="2133">
                <a:latin typeface="Hanken Grotesk"/>
                <a:ea typeface="Hanken Grotesk"/>
                <a:cs typeface="Hanken Grotesk"/>
                <a:sym typeface="Hanken Grotesk"/>
              </a:defRPr>
            </a:lvl4pPr>
            <a:lvl5pPr lvl="4" algn="ctr" rtl="0">
              <a:lnSpc>
                <a:spcPct val="100000"/>
              </a:lnSpc>
              <a:spcBef>
                <a:spcPts val="0"/>
              </a:spcBef>
              <a:spcAft>
                <a:spcPts val="0"/>
              </a:spcAft>
              <a:buSzPts val="1600"/>
              <a:buFont typeface="Hanken Grotesk"/>
              <a:buNone/>
              <a:defRPr sz="2133">
                <a:latin typeface="Hanken Grotesk"/>
                <a:ea typeface="Hanken Grotesk"/>
                <a:cs typeface="Hanken Grotesk"/>
                <a:sym typeface="Hanken Grotesk"/>
              </a:defRPr>
            </a:lvl5pPr>
            <a:lvl6pPr lvl="5" algn="ctr" rtl="0">
              <a:lnSpc>
                <a:spcPct val="100000"/>
              </a:lnSpc>
              <a:spcBef>
                <a:spcPts val="0"/>
              </a:spcBef>
              <a:spcAft>
                <a:spcPts val="0"/>
              </a:spcAft>
              <a:buSzPts val="1600"/>
              <a:buFont typeface="Hanken Grotesk"/>
              <a:buNone/>
              <a:defRPr sz="2133">
                <a:latin typeface="Hanken Grotesk"/>
                <a:ea typeface="Hanken Grotesk"/>
                <a:cs typeface="Hanken Grotesk"/>
                <a:sym typeface="Hanken Grotesk"/>
              </a:defRPr>
            </a:lvl6pPr>
            <a:lvl7pPr lvl="6" algn="ctr" rtl="0">
              <a:lnSpc>
                <a:spcPct val="100000"/>
              </a:lnSpc>
              <a:spcBef>
                <a:spcPts val="0"/>
              </a:spcBef>
              <a:spcAft>
                <a:spcPts val="0"/>
              </a:spcAft>
              <a:buSzPts val="1600"/>
              <a:buFont typeface="Hanken Grotesk"/>
              <a:buNone/>
              <a:defRPr sz="2133">
                <a:latin typeface="Hanken Grotesk"/>
                <a:ea typeface="Hanken Grotesk"/>
                <a:cs typeface="Hanken Grotesk"/>
                <a:sym typeface="Hanken Grotesk"/>
              </a:defRPr>
            </a:lvl7pPr>
            <a:lvl8pPr lvl="7" algn="ctr" rtl="0">
              <a:lnSpc>
                <a:spcPct val="100000"/>
              </a:lnSpc>
              <a:spcBef>
                <a:spcPts val="0"/>
              </a:spcBef>
              <a:spcAft>
                <a:spcPts val="0"/>
              </a:spcAft>
              <a:buSzPts val="1600"/>
              <a:buFont typeface="Hanken Grotesk"/>
              <a:buNone/>
              <a:defRPr sz="2133">
                <a:latin typeface="Hanken Grotesk"/>
                <a:ea typeface="Hanken Grotesk"/>
                <a:cs typeface="Hanken Grotesk"/>
                <a:sym typeface="Hanken Grotesk"/>
              </a:defRPr>
            </a:lvl8pPr>
            <a:lvl9pPr lvl="8" algn="ctr" rtl="0">
              <a:lnSpc>
                <a:spcPct val="100000"/>
              </a:lnSpc>
              <a:spcBef>
                <a:spcPts val="0"/>
              </a:spcBef>
              <a:spcAft>
                <a:spcPts val="0"/>
              </a:spcAft>
              <a:buSzPts val="1600"/>
              <a:buFont typeface="Hanken Grotesk"/>
              <a:buNone/>
              <a:defRPr sz="2133">
                <a:latin typeface="Hanken Grotesk"/>
                <a:ea typeface="Hanken Grotesk"/>
                <a:cs typeface="Hanken Grotesk"/>
                <a:sym typeface="Hanken Grotesk"/>
              </a:defRPr>
            </a:lvl9pPr>
          </a:lstStyle>
          <a:p>
            <a:r>
              <a:rPr lang="en-US"/>
              <a:t>Click to edit Master subtitle style</a:t>
            </a:r>
            <a:endParaRPr/>
          </a:p>
        </p:txBody>
      </p:sp>
      <p:sp>
        <p:nvSpPr>
          <p:cNvPr id="209" name="Google Shape;209;p9"/>
          <p:cNvSpPr/>
          <p:nvPr/>
        </p:nvSpPr>
        <p:spPr>
          <a:xfrm>
            <a:off x="12448949" y="951348"/>
            <a:ext cx="53408" cy="58784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210" name="Google Shape;210;p9"/>
          <p:cNvGrpSpPr/>
          <p:nvPr/>
        </p:nvGrpSpPr>
        <p:grpSpPr>
          <a:xfrm>
            <a:off x="-3676567" y="-3701440"/>
            <a:ext cx="16178933" cy="12590547"/>
            <a:chOff x="-2757425" y="-2776080"/>
            <a:chExt cx="12134200" cy="9442910"/>
          </a:xfrm>
        </p:grpSpPr>
        <p:grpSp>
          <p:nvGrpSpPr>
            <p:cNvPr id="211" name="Google Shape;211;p9"/>
            <p:cNvGrpSpPr/>
            <p:nvPr/>
          </p:nvGrpSpPr>
          <p:grpSpPr>
            <a:xfrm rot="-5400000" flipH="1">
              <a:off x="-1755963" y="657655"/>
              <a:ext cx="4791669" cy="923822"/>
              <a:chOff x="-78438" y="3775205"/>
              <a:chExt cx="4791669" cy="923822"/>
            </a:xfrm>
          </p:grpSpPr>
          <p:cxnSp>
            <p:nvCxnSpPr>
              <p:cNvPr id="212" name="Google Shape;212;p9"/>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p9"/>
              <p:cNvCxnSpPr/>
              <p:nvPr/>
            </p:nvCxnSpPr>
            <p:spPr>
              <a:xfrm rot="-5400000">
                <a:off x="3789591" y="3940627"/>
                <a:ext cx="764100" cy="752700"/>
              </a:xfrm>
              <a:prstGeom prst="straightConnector1">
                <a:avLst/>
              </a:prstGeom>
              <a:noFill/>
              <a:ln w="9525" cap="flat" cmpd="sng">
                <a:solidFill>
                  <a:schemeClr val="accent1"/>
                </a:solidFill>
                <a:prstDash val="solid"/>
                <a:round/>
                <a:headEnd type="none" w="med" len="med"/>
                <a:tailEnd type="none" w="med" len="med"/>
              </a:ln>
            </p:spPr>
          </p:cxnSp>
          <p:sp>
            <p:nvSpPr>
              <p:cNvPr id="214" name="Google Shape;214;p9"/>
              <p:cNvSpPr/>
              <p:nvPr/>
            </p:nvSpPr>
            <p:spPr>
              <a:xfrm>
                <a:off x="4519806" y="37752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15" name="Google Shape;215;p9"/>
            <p:cNvGrpSpPr/>
            <p:nvPr/>
          </p:nvGrpSpPr>
          <p:grpSpPr>
            <a:xfrm rot="10800000">
              <a:off x="8695559" y="3306345"/>
              <a:ext cx="681217" cy="3360485"/>
              <a:chOff x="1337800" y="-2525590"/>
              <a:chExt cx="1498167" cy="7390555"/>
            </a:xfrm>
          </p:grpSpPr>
          <p:cxnSp>
            <p:nvCxnSpPr>
              <p:cNvPr id="216" name="Google Shape;216;p9"/>
              <p:cNvCxnSpPr/>
              <p:nvPr/>
            </p:nvCxnSpPr>
            <p:spPr>
              <a:xfrm rot="10800000">
                <a:off x="1337800" y="-25255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217" name="Google Shape;217;p9"/>
              <p:cNvCxnSpPr/>
              <p:nvPr/>
            </p:nvCxnSpPr>
            <p:spPr>
              <a:xfrm>
                <a:off x="1337800" y="33471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218" name="Google Shape;218;p9"/>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19" name="Google Shape;219;p9"/>
            <p:cNvGrpSpPr/>
            <p:nvPr/>
          </p:nvGrpSpPr>
          <p:grpSpPr>
            <a:xfrm>
              <a:off x="146409" y="-2776080"/>
              <a:ext cx="681217" cy="3360485"/>
              <a:chOff x="1337800" y="-2525590"/>
              <a:chExt cx="1498167" cy="7390555"/>
            </a:xfrm>
          </p:grpSpPr>
          <p:cxnSp>
            <p:nvCxnSpPr>
              <p:cNvPr id="220" name="Google Shape;220;p9"/>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221" name="Google Shape;221;p9"/>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222" name="Google Shape;222;p9"/>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23" name="Google Shape;223;p9"/>
            <p:cNvGrpSpPr/>
            <p:nvPr/>
          </p:nvGrpSpPr>
          <p:grpSpPr>
            <a:xfrm>
              <a:off x="-2757425" y="811862"/>
              <a:ext cx="3859204" cy="615399"/>
              <a:chOff x="-6675" y="307100"/>
              <a:chExt cx="9140700" cy="4634025"/>
            </a:xfrm>
          </p:grpSpPr>
          <p:cxnSp>
            <p:nvCxnSpPr>
              <p:cNvPr id="224" name="Google Shape;224;p9"/>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5" name="Google Shape;225;p9"/>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6" name="Google Shape;226;p9"/>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7" name="Google Shape;227;p9"/>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8" name="Google Shape;228;p9"/>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29" name="Google Shape;229;p9"/>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0" name="Google Shape;230;p9"/>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1" name="Google Shape;231;p9"/>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2" name="Google Shape;232;p9"/>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33" name="Google Shape;233;p9"/>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234" name="Google Shape;234;p9"/>
            <p:cNvSpPr/>
            <p:nvPr/>
          </p:nvSpPr>
          <p:spPr>
            <a:xfrm rot="5400000">
              <a:off x="5637675" y="2986700"/>
              <a:ext cx="6471825" cy="764225"/>
            </a:xfrm>
            <a:custGeom>
              <a:avLst/>
              <a:gdLst/>
              <a:ahLst/>
              <a:cxnLst/>
              <a:rect l="l" t="t" r="r" b="b"/>
              <a:pathLst>
                <a:path w="258873" h="30569" extrusionOk="0">
                  <a:moveTo>
                    <a:pt x="0" y="0"/>
                  </a:moveTo>
                  <a:lnTo>
                    <a:pt x="76910" y="0"/>
                  </a:lnTo>
                  <a:lnTo>
                    <a:pt x="107480" y="30569"/>
                  </a:lnTo>
                  <a:lnTo>
                    <a:pt x="167406" y="30569"/>
                  </a:lnTo>
                  <a:lnTo>
                    <a:pt x="176418" y="14960"/>
                  </a:lnTo>
                  <a:lnTo>
                    <a:pt x="258873" y="14960"/>
                  </a:lnTo>
                  <a:lnTo>
                    <a:pt x="258873" y="10918"/>
                  </a:lnTo>
                </a:path>
              </a:pathLst>
            </a:custGeom>
            <a:noFill/>
            <a:ln w="9525" cap="flat" cmpd="sng">
              <a:solidFill>
                <a:schemeClr val="accent1"/>
              </a:solidFill>
              <a:prstDash val="solid"/>
              <a:round/>
              <a:headEnd type="none" w="med" len="med"/>
              <a:tailEnd type="none" w="med" len="med"/>
            </a:ln>
          </p:spPr>
        </p:sp>
      </p:grpSp>
      <p:grpSp>
        <p:nvGrpSpPr>
          <p:cNvPr id="235" name="Google Shape;235;p9"/>
          <p:cNvGrpSpPr/>
          <p:nvPr/>
        </p:nvGrpSpPr>
        <p:grpSpPr>
          <a:xfrm>
            <a:off x="-210033" y="2246097"/>
            <a:ext cx="11585407" cy="587840"/>
            <a:chOff x="-157525" y="1684573"/>
            <a:chExt cx="8689055" cy="440880"/>
          </a:xfrm>
        </p:grpSpPr>
        <p:sp>
          <p:nvSpPr>
            <p:cNvPr id="236" name="Google Shape;236;p9"/>
            <p:cNvSpPr/>
            <p:nvPr/>
          </p:nvSpPr>
          <p:spPr>
            <a:xfrm>
              <a:off x="8491475" y="1684573"/>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7" name="Google Shape;237;p9"/>
            <p:cNvSpPr/>
            <p:nvPr/>
          </p:nvSpPr>
          <p:spPr>
            <a:xfrm rot="-5400000">
              <a:off x="42887" y="17249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38" name="Google Shape;238;p9"/>
          <p:cNvGrpSpPr/>
          <p:nvPr/>
        </p:nvGrpSpPr>
        <p:grpSpPr>
          <a:xfrm>
            <a:off x="-467768" y="865995"/>
            <a:ext cx="12373840" cy="6894564"/>
            <a:chOff x="-350826" y="649496"/>
            <a:chExt cx="9280380" cy="5170923"/>
          </a:xfrm>
        </p:grpSpPr>
        <p:grpSp>
          <p:nvGrpSpPr>
            <p:cNvPr id="239" name="Google Shape;239;p9"/>
            <p:cNvGrpSpPr/>
            <p:nvPr/>
          </p:nvGrpSpPr>
          <p:grpSpPr>
            <a:xfrm>
              <a:off x="-350826" y="649496"/>
              <a:ext cx="9280380" cy="1759405"/>
              <a:chOff x="-350826" y="649496"/>
              <a:chExt cx="9280380" cy="1759405"/>
            </a:xfrm>
          </p:grpSpPr>
          <p:sp>
            <p:nvSpPr>
              <p:cNvPr id="240" name="Google Shape;240;p9"/>
              <p:cNvSpPr/>
              <p:nvPr/>
            </p:nvSpPr>
            <p:spPr>
              <a:xfrm rot="10800000">
                <a:off x="8886438" y="1209591"/>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9"/>
              <p:cNvSpPr/>
              <p:nvPr/>
            </p:nvSpPr>
            <p:spPr>
              <a:xfrm rot="10800000">
                <a:off x="8695083" y="6494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2" name="Google Shape;242;p9"/>
              <p:cNvSpPr/>
              <p:nvPr/>
            </p:nvSpPr>
            <p:spPr>
              <a:xfrm rot="5400000">
                <a:off x="425209" y="1958491"/>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3" name="Google Shape;243;p9"/>
              <p:cNvSpPr/>
              <p:nvPr/>
            </p:nvSpPr>
            <p:spPr>
              <a:xfrm rot="5400000">
                <a:off x="25375" y="1957600"/>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44" name="Google Shape;244;p9"/>
            <p:cNvGrpSpPr/>
            <p:nvPr/>
          </p:nvGrpSpPr>
          <p:grpSpPr>
            <a:xfrm>
              <a:off x="7280000" y="4709075"/>
              <a:ext cx="1111343" cy="1111343"/>
              <a:chOff x="8307725" y="278700"/>
              <a:chExt cx="1111343" cy="1111343"/>
            </a:xfrm>
          </p:grpSpPr>
          <p:sp>
            <p:nvSpPr>
              <p:cNvPr id="245" name="Google Shape;245;p9"/>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6" name="Google Shape;246;p9"/>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5769763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47"/>
        <p:cNvGrpSpPr/>
        <p:nvPr/>
      </p:nvGrpSpPr>
      <p:grpSpPr>
        <a:xfrm>
          <a:off x="0" y="0"/>
          <a:ext cx="0" cy="0"/>
          <a:chOff x="0" y="0"/>
          <a:chExt cx="0" cy="0"/>
        </a:xfrm>
      </p:grpSpPr>
      <p:sp>
        <p:nvSpPr>
          <p:cNvPr id="248" name="Google Shape;248;p10"/>
          <p:cNvSpPr txBox="1">
            <a:spLocks noGrp="1"/>
          </p:cNvSpPr>
          <p:nvPr>
            <p:ph type="title"/>
          </p:nvPr>
        </p:nvSpPr>
        <p:spPr>
          <a:xfrm>
            <a:off x="960000" y="5352600"/>
            <a:ext cx="10272000" cy="7636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2600"/>
              <a:buNone/>
              <a:defRPr sz="3467"/>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249" name="Google Shape;249;p10"/>
          <p:cNvGrpSpPr/>
          <p:nvPr/>
        </p:nvGrpSpPr>
        <p:grpSpPr>
          <a:xfrm>
            <a:off x="-3288324" y="-3825945"/>
            <a:ext cx="15194504" cy="6129609"/>
            <a:chOff x="-2466243" y="-2869459"/>
            <a:chExt cx="11395878" cy="4597207"/>
          </a:xfrm>
        </p:grpSpPr>
        <p:grpSp>
          <p:nvGrpSpPr>
            <p:cNvPr id="250" name="Google Shape;250;p10"/>
            <p:cNvGrpSpPr/>
            <p:nvPr/>
          </p:nvGrpSpPr>
          <p:grpSpPr>
            <a:xfrm>
              <a:off x="-2466243" y="364624"/>
              <a:ext cx="4486819" cy="625122"/>
              <a:chOff x="-78438" y="4073905"/>
              <a:chExt cx="4486819" cy="625122"/>
            </a:xfrm>
          </p:grpSpPr>
          <p:cxnSp>
            <p:nvCxnSpPr>
              <p:cNvPr id="251" name="Google Shape;251;p10"/>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252" name="Google Shape;252;p10"/>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253" name="Google Shape;253;p10"/>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54" name="Google Shape;254;p10"/>
            <p:cNvGrpSpPr/>
            <p:nvPr/>
          </p:nvGrpSpPr>
          <p:grpSpPr>
            <a:xfrm rot="5400000" flipH="1">
              <a:off x="-1083007" y="-1247557"/>
              <a:ext cx="3859204" cy="615399"/>
              <a:chOff x="-6675" y="307100"/>
              <a:chExt cx="9140700" cy="4634025"/>
            </a:xfrm>
          </p:grpSpPr>
          <p:cxnSp>
            <p:nvCxnSpPr>
              <p:cNvPr id="255" name="Google Shape;255;p10"/>
              <p:cNvCxnSpPr/>
              <p:nvPr/>
            </p:nvCxnSpPr>
            <p:spPr>
              <a:xfrm>
                <a:off x="-6675" y="30710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6" name="Google Shape;256;p10"/>
              <p:cNvCxnSpPr/>
              <p:nvPr/>
            </p:nvCxnSpPr>
            <p:spPr>
              <a:xfrm>
                <a:off x="-6675" y="133688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7" name="Google Shape;257;p10"/>
              <p:cNvCxnSpPr/>
              <p:nvPr/>
            </p:nvCxnSpPr>
            <p:spPr>
              <a:xfrm>
                <a:off x="-6675" y="82199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8" name="Google Shape;258;p10"/>
              <p:cNvCxnSpPr/>
              <p:nvPr/>
            </p:nvCxnSpPr>
            <p:spPr>
              <a:xfrm>
                <a:off x="-6675" y="1851775"/>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59" name="Google Shape;259;p10"/>
              <p:cNvCxnSpPr/>
              <p:nvPr/>
            </p:nvCxnSpPr>
            <p:spPr>
              <a:xfrm>
                <a:off x="-6675" y="2366667"/>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0" name="Google Shape;260;p10"/>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1" name="Google Shape;261;p10"/>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2" name="Google Shape;262;p10"/>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3" name="Google Shape;263;p10"/>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264" name="Google Shape;264;p10"/>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265" name="Google Shape;265;p10"/>
            <p:cNvGrpSpPr/>
            <p:nvPr/>
          </p:nvGrpSpPr>
          <p:grpSpPr>
            <a:xfrm>
              <a:off x="8248398" y="-1632737"/>
              <a:ext cx="681237" cy="3360485"/>
              <a:chOff x="8248398" y="-1632737"/>
              <a:chExt cx="681237" cy="3360485"/>
            </a:xfrm>
          </p:grpSpPr>
          <p:grpSp>
            <p:nvGrpSpPr>
              <p:cNvPr id="266" name="Google Shape;266;p10"/>
              <p:cNvGrpSpPr/>
              <p:nvPr/>
            </p:nvGrpSpPr>
            <p:grpSpPr>
              <a:xfrm flipH="1">
                <a:off x="8248398" y="-1632737"/>
                <a:ext cx="681217" cy="3360485"/>
                <a:chOff x="1337800" y="-2525590"/>
                <a:chExt cx="1498167" cy="7390555"/>
              </a:xfrm>
            </p:grpSpPr>
            <p:cxnSp>
              <p:nvCxnSpPr>
                <p:cNvPr id="267" name="Google Shape;267;p10"/>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268" name="Google Shape;268;p10"/>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269" name="Google Shape;269;p10"/>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70" name="Google Shape;270;p10"/>
              <p:cNvGrpSpPr/>
              <p:nvPr/>
            </p:nvGrpSpPr>
            <p:grpSpPr>
              <a:xfrm>
                <a:off x="8436314" y="360846"/>
                <a:ext cx="493321" cy="357312"/>
                <a:chOff x="1722354" y="229144"/>
                <a:chExt cx="1748744" cy="1266614"/>
              </a:xfrm>
            </p:grpSpPr>
            <p:sp>
              <p:nvSpPr>
                <p:cNvPr id="271" name="Google Shape;271;p10"/>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2" name="Google Shape;272;p10"/>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grpSp>
        <p:nvGrpSpPr>
          <p:cNvPr id="273" name="Google Shape;273;p10"/>
          <p:cNvGrpSpPr/>
          <p:nvPr/>
        </p:nvGrpSpPr>
        <p:grpSpPr>
          <a:xfrm>
            <a:off x="-201177" y="1516637"/>
            <a:ext cx="12107357" cy="1085157"/>
            <a:chOff x="-150883" y="1137478"/>
            <a:chExt cx="9080518" cy="813868"/>
          </a:xfrm>
        </p:grpSpPr>
        <p:sp>
          <p:nvSpPr>
            <p:cNvPr id="274" name="Google Shape;274;p10"/>
            <p:cNvSpPr/>
            <p:nvPr/>
          </p:nvSpPr>
          <p:spPr>
            <a:xfrm rot="5400000" flipH="1">
              <a:off x="49529" y="93706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5" name="Google Shape;275;p10"/>
            <p:cNvSpPr/>
            <p:nvPr/>
          </p:nvSpPr>
          <p:spPr>
            <a:xfrm flipH="1">
              <a:off x="8889579" y="151046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76" name="Google Shape;276;p10"/>
          <p:cNvGrpSpPr/>
          <p:nvPr/>
        </p:nvGrpSpPr>
        <p:grpSpPr>
          <a:xfrm>
            <a:off x="-269013" y="1822363"/>
            <a:ext cx="13231072" cy="4157229"/>
            <a:chOff x="-201760" y="1366772"/>
            <a:chExt cx="9923304" cy="3117922"/>
          </a:xfrm>
        </p:grpSpPr>
        <p:grpSp>
          <p:nvGrpSpPr>
            <p:cNvPr id="277" name="Google Shape;277;p10"/>
            <p:cNvGrpSpPr/>
            <p:nvPr/>
          </p:nvGrpSpPr>
          <p:grpSpPr>
            <a:xfrm>
              <a:off x="8610200" y="3373350"/>
              <a:ext cx="1111343" cy="1111343"/>
              <a:chOff x="8307725" y="278700"/>
              <a:chExt cx="1111343" cy="1111343"/>
            </a:xfrm>
          </p:grpSpPr>
          <p:sp>
            <p:nvSpPr>
              <p:cNvPr id="278" name="Google Shape;278;p10"/>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9" name="Google Shape;279;p10"/>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80" name="Google Shape;280;p10"/>
            <p:cNvGrpSpPr/>
            <p:nvPr/>
          </p:nvGrpSpPr>
          <p:grpSpPr>
            <a:xfrm flipH="1">
              <a:off x="8674231" y="1727755"/>
              <a:ext cx="247278" cy="1160062"/>
              <a:chOff x="1463894" y="1434556"/>
              <a:chExt cx="247278" cy="1160062"/>
            </a:xfrm>
          </p:grpSpPr>
          <p:sp>
            <p:nvSpPr>
              <p:cNvPr id="281" name="Google Shape;281;p10"/>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2" name="Google Shape;282;p10"/>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83" name="Google Shape;283;p10"/>
            <p:cNvGrpSpPr/>
            <p:nvPr/>
          </p:nvGrpSpPr>
          <p:grpSpPr>
            <a:xfrm rot="5400000" flipH="1">
              <a:off x="254631" y="910380"/>
              <a:ext cx="247278" cy="1160062"/>
              <a:chOff x="1463894" y="1434556"/>
              <a:chExt cx="247278" cy="1160062"/>
            </a:xfrm>
          </p:grpSpPr>
          <p:sp>
            <p:nvSpPr>
              <p:cNvPr id="284" name="Google Shape;284;p10"/>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5" name="Google Shape;285;p10"/>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38587134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86"/>
        <p:cNvGrpSpPr/>
        <p:nvPr/>
      </p:nvGrpSpPr>
      <p:grpSpPr>
        <a:xfrm>
          <a:off x="0" y="0"/>
          <a:ext cx="0" cy="0"/>
          <a:chOff x="0" y="0"/>
          <a:chExt cx="0" cy="0"/>
        </a:xfrm>
      </p:grpSpPr>
      <p:sp>
        <p:nvSpPr>
          <p:cNvPr id="287" name="Google Shape;287;p11"/>
          <p:cNvSpPr txBox="1">
            <a:spLocks noGrp="1"/>
          </p:cNvSpPr>
          <p:nvPr>
            <p:ph type="title" hasCustomPrompt="1"/>
          </p:nvPr>
        </p:nvSpPr>
        <p:spPr>
          <a:xfrm>
            <a:off x="3206833" y="2721033"/>
            <a:ext cx="7076000" cy="1330800"/>
          </a:xfrm>
          <a:prstGeom prst="rect">
            <a:avLst/>
          </a:prstGeom>
          <a:solidFill>
            <a:srgbClr val="FFFFFF">
              <a:alpha val="7500"/>
            </a:srgbClr>
          </a:solidFill>
        </p:spPr>
        <p:txBody>
          <a:bodyPr spcFirstLastPara="1" wrap="square" lIns="91425" tIns="91425" rIns="91425" bIns="91425" anchor="ctr" anchorCtr="0">
            <a:noAutofit/>
          </a:bodyPr>
          <a:lstStyle>
            <a:lvl1pPr lvl="0">
              <a:spcBef>
                <a:spcPts val="0"/>
              </a:spcBef>
              <a:spcAft>
                <a:spcPts val="0"/>
              </a:spcAft>
              <a:buSzPts val="9600"/>
              <a:buFont typeface="Raleway ExtraBold"/>
              <a:buNone/>
              <a:defRPr sz="7333">
                <a:solidFill>
                  <a:schemeClr val="lt1"/>
                </a:solidFill>
                <a:latin typeface="Raleway ExtraBold"/>
                <a:ea typeface="Raleway ExtraBold"/>
                <a:cs typeface="Raleway ExtraBold"/>
                <a:sym typeface="Raleway ExtraBold"/>
              </a:defRPr>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288" name="Google Shape;288;p11"/>
          <p:cNvSpPr txBox="1">
            <a:spLocks noGrp="1"/>
          </p:cNvSpPr>
          <p:nvPr>
            <p:ph type="subTitle" idx="1"/>
          </p:nvPr>
        </p:nvSpPr>
        <p:spPr>
          <a:xfrm>
            <a:off x="3206833" y="4051833"/>
            <a:ext cx="70760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867"/>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grpSp>
        <p:nvGrpSpPr>
          <p:cNvPr id="289" name="Google Shape;289;p11"/>
          <p:cNvGrpSpPr/>
          <p:nvPr/>
        </p:nvGrpSpPr>
        <p:grpSpPr>
          <a:xfrm>
            <a:off x="427826" y="1189984"/>
            <a:ext cx="6997257" cy="5340707"/>
            <a:chOff x="320869" y="892488"/>
            <a:chExt cx="5247943" cy="4005530"/>
          </a:xfrm>
        </p:grpSpPr>
        <p:sp>
          <p:nvSpPr>
            <p:cNvPr id="290" name="Google Shape;290;p11"/>
            <p:cNvSpPr/>
            <p:nvPr/>
          </p:nvSpPr>
          <p:spPr>
            <a:xfrm rot="10800000">
              <a:off x="320869" y="89248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1" name="Google Shape;291;p11"/>
            <p:cNvSpPr/>
            <p:nvPr/>
          </p:nvSpPr>
          <p:spPr>
            <a:xfrm rot="5400000">
              <a:off x="5328344" y="4657550"/>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92" name="Google Shape;292;p11"/>
          <p:cNvGrpSpPr/>
          <p:nvPr/>
        </p:nvGrpSpPr>
        <p:grpSpPr>
          <a:xfrm>
            <a:off x="1497538" y="-179358"/>
            <a:ext cx="7560141" cy="7799817"/>
            <a:chOff x="1123153" y="-134519"/>
            <a:chExt cx="5670106" cy="5849863"/>
          </a:xfrm>
        </p:grpSpPr>
        <p:grpSp>
          <p:nvGrpSpPr>
            <p:cNvPr id="293" name="Google Shape;293;p11"/>
            <p:cNvGrpSpPr/>
            <p:nvPr/>
          </p:nvGrpSpPr>
          <p:grpSpPr>
            <a:xfrm>
              <a:off x="1123153" y="-134519"/>
              <a:ext cx="5670106" cy="5032541"/>
              <a:chOff x="1123153" y="-134519"/>
              <a:chExt cx="5670106" cy="5032541"/>
            </a:xfrm>
          </p:grpSpPr>
          <p:sp>
            <p:nvSpPr>
              <p:cNvPr id="294" name="Google Shape;294;p11"/>
              <p:cNvSpPr/>
              <p:nvPr/>
            </p:nvSpPr>
            <p:spPr>
              <a:xfrm>
                <a:off x="1123153" y="-134519"/>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95" name="Google Shape;295;p11"/>
              <p:cNvGrpSpPr/>
              <p:nvPr/>
            </p:nvGrpSpPr>
            <p:grpSpPr>
              <a:xfrm>
                <a:off x="5633198" y="4650744"/>
                <a:ext cx="1160062" cy="247278"/>
                <a:chOff x="8208698" y="2109319"/>
                <a:chExt cx="1160062" cy="247278"/>
              </a:xfrm>
            </p:grpSpPr>
            <p:sp>
              <p:nvSpPr>
                <p:cNvPr id="296" name="Google Shape;296;p11"/>
                <p:cNvSpPr/>
                <p:nvPr/>
              </p:nvSpPr>
              <p:spPr>
                <a:xfrm rot="5400000">
                  <a:off x="8424637" y="189337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7" name="Google Shape;297;p11"/>
                <p:cNvSpPr/>
                <p:nvPr/>
              </p:nvSpPr>
              <p:spPr>
                <a:xfrm rot="-5400000">
                  <a:off x="8917458" y="190529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298" name="Google Shape;298;p11"/>
            <p:cNvGrpSpPr/>
            <p:nvPr/>
          </p:nvGrpSpPr>
          <p:grpSpPr>
            <a:xfrm>
              <a:off x="3220925" y="4604000"/>
              <a:ext cx="1111343" cy="1111343"/>
              <a:chOff x="8307725" y="278700"/>
              <a:chExt cx="1111343" cy="1111343"/>
            </a:xfrm>
          </p:grpSpPr>
          <p:sp>
            <p:nvSpPr>
              <p:cNvPr id="299" name="Google Shape;299;p11"/>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0" name="Google Shape;300;p11"/>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301" name="Google Shape;301;p11"/>
          <p:cNvGrpSpPr/>
          <p:nvPr/>
        </p:nvGrpSpPr>
        <p:grpSpPr>
          <a:xfrm>
            <a:off x="767049" y="-2406671"/>
            <a:ext cx="11011395" cy="12948971"/>
            <a:chOff x="575287" y="-1805003"/>
            <a:chExt cx="8258546" cy="9711728"/>
          </a:xfrm>
        </p:grpSpPr>
        <p:grpSp>
          <p:nvGrpSpPr>
            <p:cNvPr id="302" name="Google Shape;302;p11"/>
            <p:cNvGrpSpPr/>
            <p:nvPr/>
          </p:nvGrpSpPr>
          <p:grpSpPr>
            <a:xfrm>
              <a:off x="575287" y="-1805003"/>
              <a:ext cx="8258546" cy="9711728"/>
              <a:chOff x="575287" y="-1805003"/>
              <a:chExt cx="8258546" cy="9711728"/>
            </a:xfrm>
          </p:grpSpPr>
          <p:grpSp>
            <p:nvGrpSpPr>
              <p:cNvPr id="303" name="Google Shape;303;p11"/>
              <p:cNvGrpSpPr/>
              <p:nvPr/>
            </p:nvGrpSpPr>
            <p:grpSpPr>
              <a:xfrm>
                <a:off x="575287" y="-1805003"/>
                <a:ext cx="681217" cy="3360485"/>
                <a:chOff x="1121833" y="-3524490"/>
                <a:chExt cx="1498167" cy="7390555"/>
              </a:xfrm>
            </p:grpSpPr>
            <p:cxnSp>
              <p:nvCxnSpPr>
                <p:cNvPr id="304" name="Google Shape;304;p11"/>
                <p:cNvCxnSpPr/>
                <p:nvPr/>
              </p:nvCxnSpPr>
              <p:spPr>
                <a:xfrm rot="10800000">
                  <a:off x="1121833" y="-3524490"/>
                  <a:ext cx="0" cy="5870700"/>
                </a:xfrm>
                <a:prstGeom prst="straightConnector1">
                  <a:avLst/>
                </a:prstGeom>
                <a:noFill/>
                <a:ln w="9525" cap="flat" cmpd="sng">
                  <a:solidFill>
                    <a:schemeClr val="lt1"/>
                  </a:solidFill>
                  <a:prstDash val="solid"/>
                  <a:round/>
                  <a:headEnd type="none" w="med" len="med"/>
                  <a:tailEnd type="none" w="med" len="med"/>
                </a:ln>
              </p:spPr>
            </p:cxnSp>
            <p:cxnSp>
              <p:nvCxnSpPr>
                <p:cNvPr id="305" name="Google Shape;305;p11"/>
                <p:cNvCxnSpPr/>
                <p:nvPr/>
              </p:nvCxnSpPr>
              <p:spPr>
                <a:xfrm>
                  <a:off x="1121833" y="2348225"/>
                  <a:ext cx="1158600" cy="1141200"/>
                </a:xfrm>
                <a:prstGeom prst="straightConnector1">
                  <a:avLst/>
                </a:prstGeom>
                <a:noFill/>
                <a:ln w="9525" cap="flat" cmpd="sng">
                  <a:solidFill>
                    <a:schemeClr val="lt1"/>
                  </a:solidFill>
                  <a:prstDash val="solid"/>
                  <a:round/>
                  <a:headEnd type="none" w="med" len="med"/>
                  <a:tailEnd type="none" w="med" len="med"/>
                </a:ln>
              </p:spPr>
            </p:cxnSp>
            <p:sp>
              <p:nvSpPr>
                <p:cNvPr id="306" name="Google Shape;306;p11"/>
                <p:cNvSpPr/>
                <p:nvPr/>
              </p:nvSpPr>
              <p:spPr>
                <a:xfrm rot="5400000">
                  <a:off x="2196889" y="3442953"/>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07" name="Google Shape;307;p11"/>
              <p:cNvGrpSpPr/>
              <p:nvPr/>
            </p:nvGrpSpPr>
            <p:grpSpPr>
              <a:xfrm rot="5400000" flipH="1">
                <a:off x="6277862" y="5350755"/>
                <a:ext cx="4486819" cy="625122"/>
                <a:chOff x="-78438" y="4073905"/>
                <a:chExt cx="4486819" cy="625122"/>
              </a:xfrm>
            </p:grpSpPr>
            <p:cxnSp>
              <p:nvCxnSpPr>
                <p:cNvPr id="308" name="Google Shape;308;p11"/>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309" name="Google Shape;309;p11"/>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310" name="Google Shape;310;p11"/>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11" name="Google Shape;311;p11"/>
              <p:cNvGrpSpPr/>
              <p:nvPr/>
            </p:nvGrpSpPr>
            <p:grpSpPr>
              <a:xfrm rot="-5400000">
                <a:off x="8362764" y="67996"/>
                <a:ext cx="493321" cy="357312"/>
                <a:chOff x="1722354" y="229144"/>
                <a:chExt cx="1748744" cy="1266614"/>
              </a:xfrm>
            </p:grpSpPr>
            <p:sp>
              <p:nvSpPr>
                <p:cNvPr id="312" name="Google Shape;312;p11"/>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3" name="Google Shape;313;p11"/>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314" name="Google Shape;314;p11"/>
            <p:cNvGrpSpPr/>
            <p:nvPr/>
          </p:nvGrpSpPr>
          <p:grpSpPr>
            <a:xfrm rot="10800000">
              <a:off x="7090737" y="4224472"/>
              <a:ext cx="681217" cy="3360485"/>
              <a:chOff x="1337800" y="-2525590"/>
              <a:chExt cx="1498167" cy="7390555"/>
            </a:xfrm>
          </p:grpSpPr>
          <p:cxnSp>
            <p:nvCxnSpPr>
              <p:cNvPr id="315" name="Google Shape;315;p11"/>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316" name="Google Shape;316;p11"/>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317" name="Google Shape;317;p11"/>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2078069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318"/>
        <p:cNvGrpSpPr/>
        <p:nvPr/>
      </p:nvGrpSpPr>
      <p:grpSpPr>
        <a:xfrm>
          <a:off x="0" y="0"/>
          <a:ext cx="0" cy="0"/>
          <a:chOff x="0" y="0"/>
          <a:chExt cx="0" cy="0"/>
        </a:xfrm>
      </p:grpSpPr>
    </p:spTree>
    <p:extLst>
      <p:ext uri="{BB962C8B-B14F-4D97-AF65-F5344CB8AC3E}">
        <p14:creationId xmlns:p14="http://schemas.microsoft.com/office/powerpoint/2010/main" val="29206497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19"/>
        <p:cNvGrpSpPr/>
        <p:nvPr/>
      </p:nvGrpSpPr>
      <p:grpSpPr>
        <a:xfrm>
          <a:off x="0" y="0"/>
          <a:ext cx="0" cy="0"/>
          <a:chOff x="0" y="0"/>
          <a:chExt cx="0" cy="0"/>
        </a:xfrm>
      </p:grpSpPr>
      <p:sp>
        <p:nvSpPr>
          <p:cNvPr id="320" name="Google Shape;320;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21" name="Google Shape;321;p13"/>
          <p:cNvSpPr txBox="1">
            <a:spLocks noGrp="1"/>
          </p:cNvSpPr>
          <p:nvPr>
            <p:ph type="title" idx="2" hasCustomPrompt="1"/>
          </p:nvPr>
        </p:nvSpPr>
        <p:spPr>
          <a:xfrm>
            <a:off x="4236475" y="1599372"/>
            <a:ext cx="979600" cy="658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667">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4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4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4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4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4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4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4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4000" b="0">
                <a:latin typeface="Raleway ExtraBold"/>
                <a:ea typeface="Raleway ExtraBold"/>
                <a:cs typeface="Raleway ExtraBold"/>
                <a:sym typeface="Raleway ExtraBold"/>
              </a:defRPr>
            </a:lvl9pPr>
          </a:lstStyle>
          <a:p>
            <a:r>
              <a:t>xx%</a:t>
            </a:r>
          </a:p>
        </p:txBody>
      </p:sp>
      <p:sp>
        <p:nvSpPr>
          <p:cNvPr id="322" name="Google Shape;322;p13"/>
          <p:cNvSpPr txBox="1">
            <a:spLocks noGrp="1"/>
          </p:cNvSpPr>
          <p:nvPr>
            <p:ph type="title" idx="3" hasCustomPrompt="1"/>
          </p:nvPr>
        </p:nvSpPr>
        <p:spPr>
          <a:xfrm>
            <a:off x="4236475" y="3870161"/>
            <a:ext cx="979600" cy="658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667">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4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4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4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4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4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4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4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4000" b="0">
                <a:latin typeface="Raleway ExtraBold"/>
                <a:ea typeface="Raleway ExtraBold"/>
                <a:cs typeface="Raleway ExtraBold"/>
                <a:sym typeface="Raleway ExtraBold"/>
              </a:defRPr>
            </a:lvl9pPr>
          </a:lstStyle>
          <a:p>
            <a:r>
              <a:t>xx%</a:t>
            </a:r>
          </a:p>
        </p:txBody>
      </p:sp>
      <p:sp>
        <p:nvSpPr>
          <p:cNvPr id="323" name="Google Shape;323;p13"/>
          <p:cNvSpPr txBox="1">
            <a:spLocks noGrp="1"/>
          </p:cNvSpPr>
          <p:nvPr>
            <p:ph type="title" idx="4" hasCustomPrompt="1"/>
          </p:nvPr>
        </p:nvSpPr>
        <p:spPr>
          <a:xfrm>
            <a:off x="4236475" y="2356301"/>
            <a:ext cx="979600" cy="658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667">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4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4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4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4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4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4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4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4000" b="0">
                <a:latin typeface="Raleway ExtraBold"/>
                <a:ea typeface="Raleway ExtraBold"/>
                <a:cs typeface="Raleway ExtraBold"/>
                <a:sym typeface="Raleway ExtraBold"/>
              </a:defRPr>
            </a:lvl9pPr>
          </a:lstStyle>
          <a:p>
            <a:r>
              <a:t>xx%</a:t>
            </a:r>
          </a:p>
        </p:txBody>
      </p:sp>
      <p:sp>
        <p:nvSpPr>
          <p:cNvPr id="324" name="Google Shape;324;p13"/>
          <p:cNvSpPr txBox="1">
            <a:spLocks noGrp="1"/>
          </p:cNvSpPr>
          <p:nvPr>
            <p:ph type="title" idx="5" hasCustomPrompt="1"/>
          </p:nvPr>
        </p:nvSpPr>
        <p:spPr>
          <a:xfrm>
            <a:off x="4236475" y="4627092"/>
            <a:ext cx="979600" cy="658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667">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4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4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4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4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4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4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4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4000" b="0">
                <a:latin typeface="Raleway ExtraBold"/>
                <a:ea typeface="Raleway ExtraBold"/>
                <a:cs typeface="Raleway ExtraBold"/>
                <a:sym typeface="Raleway ExtraBold"/>
              </a:defRPr>
            </a:lvl9pPr>
          </a:lstStyle>
          <a:p>
            <a:r>
              <a:t>xx%</a:t>
            </a:r>
          </a:p>
        </p:txBody>
      </p:sp>
      <p:sp>
        <p:nvSpPr>
          <p:cNvPr id="325" name="Google Shape;325;p13"/>
          <p:cNvSpPr txBox="1">
            <a:spLocks noGrp="1"/>
          </p:cNvSpPr>
          <p:nvPr>
            <p:ph type="title" idx="6" hasCustomPrompt="1"/>
          </p:nvPr>
        </p:nvSpPr>
        <p:spPr>
          <a:xfrm>
            <a:off x="4236475" y="3113232"/>
            <a:ext cx="979600" cy="658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667">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4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4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4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4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4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4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4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4000" b="0">
                <a:latin typeface="Raleway ExtraBold"/>
                <a:ea typeface="Raleway ExtraBold"/>
                <a:cs typeface="Raleway ExtraBold"/>
                <a:sym typeface="Raleway ExtraBold"/>
              </a:defRPr>
            </a:lvl9pPr>
          </a:lstStyle>
          <a:p>
            <a:r>
              <a:t>xx%</a:t>
            </a:r>
          </a:p>
        </p:txBody>
      </p:sp>
      <p:sp>
        <p:nvSpPr>
          <p:cNvPr id="326" name="Google Shape;326;p13"/>
          <p:cNvSpPr txBox="1">
            <a:spLocks noGrp="1"/>
          </p:cNvSpPr>
          <p:nvPr>
            <p:ph type="title" idx="7" hasCustomPrompt="1"/>
          </p:nvPr>
        </p:nvSpPr>
        <p:spPr>
          <a:xfrm>
            <a:off x="4236475" y="5384021"/>
            <a:ext cx="979600" cy="6584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SzPts val="3000"/>
              <a:buFont typeface="Raleway ExtraBold"/>
              <a:buNone/>
              <a:defRPr sz="2667">
                <a:solidFill>
                  <a:schemeClr val="lt1"/>
                </a:solidFill>
                <a:latin typeface="Raleway ExtraBold"/>
                <a:ea typeface="Raleway ExtraBold"/>
                <a:cs typeface="Raleway ExtraBold"/>
                <a:sym typeface="Raleway ExtraBold"/>
              </a:defRPr>
            </a:lvl1pPr>
            <a:lvl2pPr lvl="1" rtl="0">
              <a:spcBef>
                <a:spcPts val="0"/>
              </a:spcBef>
              <a:spcAft>
                <a:spcPts val="0"/>
              </a:spcAft>
              <a:buSzPts val="3000"/>
              <a:buFont typeface="Raleway ExtraBold"/>
              <a:buNone/>
              <a:defRPr sz="4000" b="0">
                <a:latin typeface="Raleway ExtraBold"/>
                <a:ea typeface="Raleway ExtraBold"/>
                <a:cs typeface="Raleway ExtraBold"/>
                <a:sym typeface="Raleway ExtraBold"/>
              </a:defRPr>
            </a:lvl2pPr>
            <a:lvl3pPr lvl="2" rtl="0">
              <a:spcBef>
                <a:spcPts val="0"/>
              </a:spcBef>
              <a:spcAft>
                <a:spcPts val="0"/>
              </a:spcAft>
              <a:buSzPts val="3000"/>
              <a:buFont typeface="Raleway ExtraBold"/>
              <a:buNone/>
              <a:defRPr sz="4000" b="0">
                <a:latin typeface="Raleway ExtraBold"/>
                <a:ea typeface="Raleway ExtraBold"/>
                <a:cs typeface="Raleway ExtraBold"/>
                <a:sym typeface="Raleway ExtraBold"/>
              </a:defRPr>
            </a:lvl3pPr>
            <a:lvl4pPr lvl="3" rtl="0">
              <a:spcBef>
                <a:spcPts val="0"/>
              </a:spcBef>
              <a:spcAft>
                <a:spcPts val="0"/>
              </a:spcAft>
              <a:buSzPts val="3000"/>
              <a:buFont typeface="Raleway ExtraBold"/>
              <a:buNone/>
              <a:defRPr sz="4000" b="0">
                <a:latin typeface="Raleway ExtraBold"/>
                <a:ea typeface="Raleway ExtraBold"/>
                <a:cs typeface="Raleway ExtraBold"/>
                <a:sym typeface="Raleway ExtraBold"/>
              </a:defRPr>
            </a:lvl4pPr>
            <a:lvl5pPr lvl="4" rtl="0">
              <a:spcBef>
                <a:spcPts val="0"/>
              </a:spcBef>
              <a:spcAft>
                <a:spcPts val="0"/>
              </a:spcAft>
              <a:buSzPts val="3000"/>
              <a:buFont typeface="Raleway ExtraBold"/>
              <a:buNone/>
              <a:defRPr sz="4000" b="0">
                <a:latin typeface="Raleway ExtraBold"/>
                <a:ea typeface="Raleway ExtraBold"/>
                <a:cs typeface="Raleway ExtraBold"/>
                <a:sym typeface="Raleway ExtraBold"/>
              </a:defRPr>
            </a:lvl5pPr>
            <a:lvl6pPr lvl="5" rtl="0">
              <a:spcBef>
                <a:spcPts val="0"/>
              </a:spcBef>
              <a:spcAft>
                <a:spcPts val="0"/>
              </a:spcAft>
              <a:buSzPts val="3000"/>
              <a:buFont typeface="Raleway ExtraBold"/>
              <a:buNone/>
              <a:defRPr sz="4000" b="0">
                <a:latin typeface="Raleway ExtraBold"/>
                <a:ea typeface="Raleway ExtraBold"/>
                <a:cs typeface="Raleway ExtraBold"/>
                <a:sym typeface="Raleway ExtraBold"/>
              </a:defRPr>
            </a:lvl6pPr>
            <a:lvl7pPr lvl="6" rtl="0">
              <a:spcBef>
                <a:spcPts val="0"/>
              </a:spcBef>
              <a:spcAft>
                <a:spcPts val="0"/>
              </a:spcAft>
              <a:buSzPts val="3000"/>
              <a:buFont typeface="Raleway ExtraBold"/>
              <a:buNone/>
              <a:defRPr sz="4000" b="0">
                <a:latin typeface="Raleway ExtraBold"/>
                <a:ea typeface="Raleway ExtraBold"/>
                <a:cs typeface="Raleway ExtraBold"/>
                <a:sym typeface="Raleway ExtraBold"/>
              </a:defRPr>
            </a:lvl7pPr>
            <a:lvl8pPr lvl="7" rtl="0">
              <a:spcBef>
                <a:spcPts val="0"/>
              </a:spcBef>
              <a:spcAft>
                <a:spcPts val="0"/>
              </a:spcAft>
              <a:buSzPts val="3000"/>
              <a:buFont typeface="Raleway ExtraBold"/>
              <a:buNone/>
              <a:defRPr sz="4000" b="0">
                <a:latin typeface="Raleway ExtraBold"/>
                <a:ea typeface="Raleway ExtraBold"/>
                <a:cs typeface="Raleway ExtraBold"/>
                <a:sym typeface="Raleway ExtraBold"/>
              </a:defRPr>
            </a:lvl8pPr>
            <a:lvl9pPr lvl="8" rtl="0">
              <a:spcBef>
                <a:spcPts val="0"/>
              </a:spcBef>
              <a:spcAft>
                <a:spcPts val="0"/>
              </a:spcAft>
              <a:buSzPts val="3000"/>
              <a:buFont typeface="Raleway ExtraBold"/>
              <a:buNone/>
              <a:defRPr sz="4000" b="0">
                <a:latin typeface="Raleway ExtraBold"/>
                <a:ea typeface="Raleway ExtraBold"/>
                <a:cs typeface="Raleway ExtraBold"/>
                <a:sym typeface="Raleway ExtraBold"/>
              </a:defRPr>
            </a:lvl9pPr>
          </a:lstStyle>
          <a:p>
            <a:r>
              <a:t>xx%</a:t>
            </a:r>
          </a:p>
        </p:txBody>
      </p:sp>
      <p:sp>
        <p:nvSpPr>
          <p:cNvPr id="327" name="Google Shape;327;p13"/>
          <p:cNvSpPr txBox="1">
            <a:spLocks noGrp="1"/>
          </p:cNvSpPr>
          <p:nvPr>
            <p:ph type="subTitle" idx="1"/>
          </p:nvPr>
        </p:nvSpPr>
        <p:spPr>
          <a:xfrm>
            <a:off x="5347925" y="1601772"/>
            <a:ext cx="3623600" cy="653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328" name="Google Shape;328;p13"/>
          <p:cNvSpPr txBox="1">
            <a:spLocks noGrp="1"/>
          </p:cNvSpPr>
          <p:nvPr>
            <p:ph type="subTitle" idx="8"/>
          </p:nvPr>
        </p:nvSpPr>
        <p:spPr>
          <a:xfrm>
            <a:off x="5347925" y="2358704"/>
            <a:ext cx="3623600" cy="653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329" name="Google Shape;329;p13"/>
          <p:cNvSpPr txBox="1">
            <a:spLocks noGrp="1"/>
          </p:cNvSpPr>
          <p:nvPr>
            <p:ph type="subTitle" idx="9"/>
          </p:nvPr>
        </p:nvSpPr>
        <p:spPr>
          <a:xfrm>
            <a:off x="5347925" y="3115636"/>
            <a:ext cx="3623600" cy="653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330" name="Google Shape;330;p13"/>
          <p:cNvSpPr txBox="1">
            <a:spLocks noGrp="1"/>
          </p:cNvSpPr>
          <p:nvPr>
            <p:ph type="subTitle" idx="13"/>
          </p:nvPr>
        </p:nvSpPr>
        <p:spPr>
          <a:xfrm>
            <a:off x="5347921" y="3872569"/>
            <a:ext cx="3623600" cy="653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331" name="Google Shape;331;p13"/>
          <p:cNvSpPr txBox="1">
            <a:spLocks noGrp="1"/>
          </p:cNvSpPr>
          <p:nvPr>
            <p:ph type="subTitle" idx="14"/>
          </p:nvPr>
        </p:nvSpPr>
        <p:spPr>
          <a:xfrm>
            <a:off x="5347921" y="4629501"/>
            <a:ext cx="3623600" cy="653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332" name="Google Shape;332;p13"/>
          <p:cNvSpPr txBox="1">
            <a:spLocks noGrp="1"/>
          </p:cNvSpPr>
          <p:nvPr>
            <p:ph type="subTitle" idx="15"/>
          </p:nvPr>
        </p:nvSpPr>
        <p:spPr>
          <a:xfrm>
            <a:off x="5347921" y="5386433"/>
            <a:ext cx="3623600" cy="653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grpSp>
        <p:nvGrpSpPr>
          <p:cNvPr id="333" name="Google Shape;333;p13"/>
          <p:cNvGrpSpPr/>
          <p:nvPr/>
        </p:nvGrpSpPr>
        <p:grpSpPr>
          <a:xfrm>
            <a:off x="503237" y="272567"/>
            <a:ext cx="11888156" cy="6055395"/>
            <a:chOff x="377427" y="204425"/>
            <a:chExt cx="8916117" cy="4541546"/>
          </a:xfrm>
        </p:grpSpPr>
        <p:grpSp>
          <p:nvGrpSpPr>
            <p:cNvPr id="334" name="Google Shape;334;p13"/>
            <p:cNvGrpSpPr/>
            <p:nvPr/>
          </p:nvGrpSpPr>
          <p:grpSpPr>
            <a:xfrm>
              <a:off x="377427" y="3968227"/>
              <a:ext cx="200266" cy="777744"/>
              <a:chOff x="8153327" y="353177"/>
              <a:chExt cx="200266" cy="777744"/>
            </a:xfrm>
          </p:grpSpPr>
          <p:sp>
            <p:nvSpPr>
              <p:cNvPr id="335" name="Google Shape;335;p13"/>
              <p:cNvSpPr/>
              <p:nvPr/>
            </p:nvSpPr>
            <p:spPr>
              <a:xfrm rot="10800000">
                <a:off x="8153327" y="6559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6" name="Google Shape;336;p13"/>
              <p:cNvSpPr/>
              <p:nvPr/>
            </p:nvSpPr>
            <p:spPr>
              <a:xfrm rot="10800000">
                <a:off x="8310477" y="35317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37" name="Google Shape;337;p13"/>
            <p:cNvGrpSpPr/>
            <p:nvPr/>
          </p:nvGrpSpPr>
          <p:grpSpPr>
            <a:xfrm rot="-5400000">
              <a:off x="8807027" y="2115202"/>
              <a:ext cx="206891" cy="766144"/>
              <a:chOff x="8650702" y="1651177"/>
              <a:chExt cx="206891" cy="766144"/>
            </a:xfrm>
          </p:grpSpPr>
          <p:sp>
            <p:nvSpPr>
              <p:cNvPr id="338" name="Google Shape;338;p13"/>
              <p:cNvSpPr/>
              <p:nvPr/>
            </p:nvSpPr>
            <p:spPr>
              <a:xfrm rot="10800000">
                <a:off x="8650702" y="165117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9" name="Google Shape;339;p13"/>
              <p:cNvSpPr/>
              <p:nvPr/>
            </p:nvSpPr>
            <p:spPr>
              <a:xfrm rot="10800000">
                <a:off x="8814477"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40" name="Google Shape;340;p13"/>
            <p:cNvGrpSpPr/>
            <p:nvPr/>
          </p:nvGrpSpPr>
          <p:grpSpPr>
            <a:xfrm>
              <a:off x="7437187" y="204425"/>
              <a:ext cx="862215" cy="240599"/>
              <a:chOff x="6903462" y="1158900"/>
              <a:chExt cx="862215" cy="240599"/>
            </a:xfrm>
          </p:grpSpPr>
          <p:sp>
            <p:nvSpPr>
              <p:cNvPr id="341" name="Google Shape;341;p13"/>
              <p:cNvSpPr/>
              <p:nvPr/>
            </p:nvSpPr>
            <p:spPr>
              <a:xfrm flipH="1">
                <a:off x="6903462" y="1158900"/>
                <a:ext cx="240599" cy="240599"/>
              </a:xfrm>
              <a:custGeom>
                <a:avLst/>
                <a:gdLst/>
                <a:ahLst/>
                <a:cxnLst/>
                <a:rect l="l" t="t" r="r" b="b"/>
                <a:pathLst>
                  <a:path w="1784" h="1784" fill="none" extrusionOk="0">
                    <a:moveTo>
                      <a:pt x="1783" y="906"/>
                    </a:moveTo>
                    <a:cubicBezTo>
                      <a:pt x="1783" y="1392"/>
                      <a:pt x="1392" y="1783"/>
                      <a:pt x="877" y="1783"/>
                    </a:cubicBezTo>
                    <a:cubicBezTo>
                      <a:pt x="392" y="1783"/>
                      <a:pt x="0" y="1392"/>
                      <a:pt x="0" y="906"/>
                    </a:cubicBezTo>
                    <a:cubicBezTo>
                      <a:pt x="0" y="428"/>
                      <a:pt x="392" y="0"/>
                      <a:pt x="877" y="0"/>
                    </a:cubicBezTo>
                    <a:cubicBezTo>
                      <a:pt x="1392" y="0"/>
                      <a:pt x="1783" y="428"/>
                      <a:pt x="1783" y="906"/>
                    </a:cubicBezTo>
                    <a:close/>
                  </a:path>
                </a:pathLst>
              </a:custGeom>
              <a:noFill/>
              <a:ln w="597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2" name="Google Shape;342;p13"/>
              <p:cNvSpPr/>
              <p:nvPr/>
            </p:nvSpPr>
            <p:spPr>
              <a:xfrm rot="5400000" flipH="1">
                <a:off x="7506622" y="1041704"/>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343" name="Google Shape;343;p13"/>
          <p:cNvGrpSpPr/>
          <p:nvPr/>
        </p:nvGrpSpPr>
        <p:grpSpPr>
          <a:xfrm>
            <a:off x="-742331" y="-76000"/>
            <a:ext cx="13906208" cy="4504600"/>
            <a:chOff x="-556748" y="-57000"/>
            <a:chExt cx="10429656" cy="3378450"/>
          </a:xfrm>
        </p:grpSpPr>
        <p:grpSp>
          <p:nvGrpSpPr>
            <p:cNvPr id="344" name="Google Shape;344;p13"/>
            <p:cNvGrpSpPr/>
            <p:nvPr/>
          </p:nvGrpSpPr>
          <p:grpSpPr>
            <a:xfrm flipH="1">
              <a:off x="8221607" y="1714746"/>
              <a:ext cx="493321" cy="357312"/>
              <a:chOff x="1722354" y="229144"/>
              <a:chExt cx="1748744" cy="1266614"/>
            </a:xfrm>
          </p:grpSpPr>
          <p:sp>
            <p:nvSpPr>
              <p:cNvPr id="345" name="Google Shape;345;p13"/>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6" name="Google Shape;346;p13"/>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47" name="Google Shape;347;p13"/>
            <p:cNvSpPr/>
            <p:nvPr/>
          </p:nvSpPr>
          <p:spPr>
            <a:xfrm>
              <a:off x="8221600" y="-57000"/>
              <a:ext cx="1027600" cy="3378450"/>
            </a:xfrm>
            <a:custGeom>
              <a:avLst/>
              <a:gdLst/>
              <a:ahLst/>
              <a:cxnLst/>
              <a:rect l="l" t="t" r="r" b="b"/>
              <a:pathLst>
                <a:path w="41104" h="135138" extrusionOk="0">
                  <a:moveTo>
                    <a:pt x="41104" y="135138"/>
                  </a:moveTo>
                  <a:lnTo>
                    <a:pt x="0" y="111407"/>
                  </a:lnTo>
                  <a:lnTo>
                    <a:pt x="0" y="57500"/>
                  </a:lnTo>
                  <a:lnTo>
                    <a:pt x="12424" y="45076"/>
                  </a:lnTo>
                  <a:lnTo>
                    <a:pt x="12424" y="0"/>
                  </a:lnTo>
                </a:path>
              </a:pathLst>
            </a:custGeom>
            <a:noFill/>
            <a:ln w="9525" cap="flat" cmpd="sng">
              <a:solidFill>
                <a:schemeClr val="accent1"/>
              </a:solidFill>
              <a:prstDash val="solid"/>
              <a:round/>
              <a:headEnd type="none" w="med" len="med"/>
              <a:tailEnd type="none" w="med" len="med"/>
            </a:ln>
          </p:spPr>
        </p:sp>
        <p:grpSp>
          <p:nvGrpSpPr>
            <p:cNvPr id="348" name="Google Shape;348;p13"/>
            <p:cNvGrpSpPr/>
            <p:nvPr/>
          </p:nvGrpSpPr>
          <p:grpSpPr>
            <a:xfrm>
              <a:off x="8527396" y="539490"/>
              <a:ext cx="1345511" cy="273510"/>
              <a:chOff x="-6675" y="2881558"/>
              <a:chExt cx="9140700" cy="2059567"/>
            </a:xfrm>
          </p:grpSpPr>
          <p:cxnSp>
            <p:nvCxnSpPr>
              <p:cNvPr id="349" name="Google Shape;349;p1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0" name="Google Shape;350;p1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1" name="Google Shape;351;p1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2" name="Google Shape;352;p1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3" name="Google Shape;353;p1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nvGrpSpPr>
            <p:cNvPr id="354" name="Google Shape;354;p13"/>
            <p:cNvGrpSpPr/>
            <p:nvPr/>
          </p:nvGrpSpPr>
          <p:grpSpPr>
            <a:xfrm rot="10800000">
              <a:off x="-556748" y="2551975"/>
              <a:ext cx="1029243" cy="273510"/>
              <a:chOff x="-6675" y="2881558"/>
              <a:chExt cx="9140700" cy="2059567"/>
            </a:xfrm>
          </p:grpSpPr>
          <p:cxnSp>
            <p:nvCxnSpPr>
              <p:cNvPr id="355" name="Google Shape;355;p1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6" name="Google Shape;356;p1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7" name="Google Shape;357;p1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8" name="Google Shape;358;p1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59" name="Google Shape;359;p1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360" name="Google Shape;360;p13"/>
          <p:cNvGrpSpPr/>
          <p:nvPr/>
        </p:nvGrpSpPr>
        <p:grpSpPr>
          <a:xfrm>
            <a:off x="-213800" y="1356982"/>
            <a:ext cx="12046157" cy="1792724"/>
            <a:chOff x="-160350" y="1017736"/>
            <a:chExt cx="9034618" cy="1344543"/>
          </a:xfrm>
        </p:grpSpPr>
        <p:sp>
          <p:nvSpPr>
            <p:cNvPr id="361" name="Google Shape;361;p13"/>
            <p:cNvSpPr/>
            <p:nvPr/>
          </p:nvSpPr>
          <p:spPr>
            <a:xfrm rot="10800000">
              <a:off x="8834212" y="10177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2" name="Google Shape;362;p13"/>
            <p:cNvSpPr/>
            <p:nvPr/>
          </p:nvSpPr>
          <p:spPr>
            <a:xfrm rot="5400000">
              <a:off x="40062" y="21218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63" name="Google Shape;363;p13"/>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3935636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364"/>
        <p:cNvGrpSpPr/>
        <p:nvPr/>
      </p:nvGrpSpPr>
      <p:grpSpPr>
        <a:xfrm>
          <a:off x="0" y="0"/>
          <a:ext cx="0" cy="0"/>
          <a:chOff x="0" y="0"/>
          <a:chExt cx="0" cy="0"/>
        </a:xfrm>
      </p:grpSpPr>
      <p:sp>
        <p:nvSpPr>
          <p:cNvPr id="365" name="Google Shape;365;p1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66" name="Google Shape;366;p14"/>
          <p:cNvSpPr txBox="1">
            <a:spLocks noGrp="1"/>
          </p:cNvSpPr>
          <p:nvPr>
            <p:ph type="subTitle" idx="1"/>
          </p:nvPr>
        </p:nvSpPr>
        <p:spPr>
          <a:xfrm>
            <a:off x="960000" y="1423701"/>
            <a:ext cx="10272000" cy="117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SzPts val="1200"/>
              <a:buChar char="○"/>
              <a:defRPr/>
            </a:lvl2pPr>
            <a:lvl3pPr lvl="2" algn="ctr" rtl="0">
              <a:lnSpc>
                <a:spcPct val="100000"/>
              </a:lnSpc>
              <a:spcBef>
                <a:spcPts val="0"/>
              </a:spcBef>
              <a:spcAft>
                <a:spcPts val="0"/>
              </a:spcAft>
              <a:buSzPts val="1200"/>
              <a:buChar char="■"/>
              <a:defRPr/>
            </a:lvl3pPr>
            <a:lvl4pPr lvl="3" algn="ctr" rtl="0">
              <a:lnSpc>
                <a:spcPct val="100000"/>
              </a:lnSpc>
              <a:spcBef>
                <a:spcPts val="0"/>
              </a:spcBef>
              <a:spcAft>
                <a:spcPts val="0"/>
              </a:spcAft>
              <a:buSzPts val="1200"/>
              <a:buChar char="●"/>
              <a:defRPr/>
            </a:lvl4pPr>
            <a:lvl5pPr lvl="4" algn="ctr" rtl="0">
              <a:lnSpc>
                <a:spcPct val="100000"/>
              </a:lnSpc>
              <a:spcBef>
                <a:spcPts val="0"/>
              </a:spcBef>
              <a:spcAft>
                <a:spcPts val="0"/>
              </a:spcAft>
              <a:buSzPts val="1200"/>
              <a:buChar char="○"/>
              <a:defRPr/>
            </a:lvl5pPr>
            <a:lvl6pPr lvl="5" algn="ctr" rtl="0">
              <a:lnSpc>
                <a:spcPct val="100000"/>
              </a:lnSpc>
              <a:spcBef>
                <a:spcPts val="0"/>
              </a:spcBef>
              <a:spcAft>
                <a:spcPts val="0"/>
              </a:spcAft>
              <a:buSzPts val="1200"/>
              <a:buChar char="■"/>
              <a:defRPr/>
            </a:lvl6pPr>
            <a:lvl7pPr lvl="6" algn="ctr" rtl="0">
              <a:lnSpc>
                <a:spcPct val="100000"/>
              </a:lnSpc>
              <a:spcBef>
                <a:spcPts val="0"/>
              </a:spcBef>
              <a:spcAft>
                <a:spcPts val="0"/>
              </a:spcAft>
              <a:buSzPts val="1200"/>
              <a:buChar char="●"/>
              <a:defRPr/>
            </a:lvl7pPr>
            <a:lvl8pPr lvl="7" algn="ctr" rtl="0">
              <a:lnSpc>
                <a:spcPct val="100000"/>
              </a:lnSpc>
              <a:spcBef>
                <a:spcPts val="0"/>
              </a:spcBef>
              <a:spcAft>
                <a:spcPts val="0"/>
              </a:spcAft>
              <a:buSzPts val="1200"/>
              <a:buChar char="○"/>
              <a:defRPr/>
            </a:lvl8pPr>
            <a:lvl9pPr lvl="8" algn="ctr" rtl="0">
              <a:lnSpc>
                <a:spcPct val="100000"/>
              </a:lnSpc>
              <a:spcBef>
                <a:spcPts val="0"/>
              </a:spcBef>
              <a:spcAft>
                <a:spcPts val="0"/>
              </a:spcAft>
              <a:buSzPts val="1200"/>
              <a:buChar char="■"/>
              <a:defRPr/>
            </a:lvl9pPr>
          </a:lstStyle>
          <a:p>
            <a:r>
              <a:rPr lang="en-US"/>
              <a:t>Click to edit Master subtitle style</a:t>
            </a:r>
            <a:endParaRPr/>
          </a:p>
        </p:txBody>
      </p:sp>
      <p:grpSp>
        <p:nvGrpSpPr>
          <p:cNvPr id="367" name="Google Shape;367;p14"/>
          <p:cNvGrpSpPr/>
          <p:nvPr/>
        </p:nvGrpSpPr>
        <p:grpSpPr>
          <a:xfrm>
            <a:off x="331951" y="1356973"/>
            <a:ext cx="11973956" cy="5147707"/>
            <a:chOff x="248963" y="1017730"/>
            <a:chExt cx="8980467" cy="3860780"/>
          </a:xfrm>
        </p:grpSpPr>
        <p:sp>
          <p:nvSpPr>
            <p:cNvPr id="368" name="Google Shape;368;p14"/>
            <p:cNvSpPr/>
            <p:nvPr/>
          </p:nvSpPr>
          <p:spPr>
            <a:xfrm>
              <a:off x="422688" y="131788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9" name="Google Shape;369;p14"/>
            <p:cNvSpPr/>
            <p:nvPr/>
          </p:nvSpPr>
          <p:spPr>
            <a:xfrm>
              <a:off x="248963" y="101773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370" name="Google Shape;370;p14"/>
            <p:cNvGrpSpPr/>
            <p:nvPr/>
          </p:nvGrpSpPr>
          <p:grpSpPr>
            <a:xfrm rot="-5400000">
              <a:off x="8742913" y="4391992"/>
              <a:ext cx="206891" cy="766144"/>
              <a:chOff x="8650702" y="3525402"/>
              <a:chExt cx="206891" cy="766144"/>
            </a:xfrm>
          </p:grpSpPr>
          <p:sp>
            <p:nvSpPr>
              <p:cNvPr id="371" name="Google Shape;371;p14"/>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2" name="Google Shape;372;p14"/>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373" name="Google Shape;373;p14"/>
          <p:cNvGrpSpPr/>
          <p:nvPr/>
        </p:nvGrpSpPr>
        <p:grpSpPr>
          <a:xfrm>
            <a:off x="333997" y="2294917"/>
            <a:ext cx="11013264" cy="3987312"/>
            <a:chOff x="250498" y="1721188"/>
            <a:chExt cx="8259948" cy="2990484"/>
          </a:xfrm>
        </p:grpSpPr>
        <p:sp>
          <p:nvSpPr>
            <p:cNvPr id="374" name="Google Shape;374;p14"/>
            <p:cNvSpPr/>
            <p:nvPr/>
          </p:nvSpPr>
          <p:spPr>
            <a:xfrm rot="10800000">
              <a:off x="250498" y="1721188"/>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5" name="Google Shape;375;p14"/>
            <p:cNvSpPr/>
            <p:nvPr/>
          </p:nvSpPr>
          <p:spPr>
            <a:xfrm rot="-5400000">
              <a:off x="8269979" y="4471205"/>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76" name="Google Shape;376;p14"/>
          <p:cNvGrpSpPr/>
          <p:nvPr/>
        </p:nvGrpSpPr>
        <p:grpSpPr>
          <a:xfrm>
            <a:off x="-2958146" y="-233266"/>
            <a:ext cx="16006027" cy="11363836"/>
            <a:chOff x="-2218609" y="-174950"/>
            <a:chExt cx="12004520" cy="8522877"/>
          </a:xfrm>
        </p:grpSpPr>
        <p:sp>
          <p:nvSpPr>
            <p:cNvPr id="377" name="Google Shape;377;p14"/>
            <p:cNvSpPr/>
            <p:nvPr/>
          </p:nvSpPr>
          <p:spPr>
            <a:xfrm>
              <a:off x="-2218609" y="-174950"/>
              <a:ext cx="3801167" cy="569934"/>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grpSp>
          <p:nvGrpSpPr>
            <p:cNvPr id="378" name="Google Shape;378;p14"/>
            <p:cNvGrpSpPr/>
            <p:nvPr/>
          </p:nvGrpSpPr>
          <p:grpSpPr>
            <a:xfrm rot="-5400000" flipH="1">
              <a:off x="7449713" y="4739627"/>
              <a:ext cx="493321" cy="357312"/>
              <a:chOff x="1722354" y="229144"/>
              <a:chExt cx="1748744" cy="1266614"/>
            </a:xfrm>
          </p:grpSpPr>
          <p:sp>
            <p:nvSpPr>
              <p:cNvPr id="379" name="Google Shape;379;p1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0" name="Google Shape;380;p1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81" name="Google Shape;381;p14"/>
            <p:cNvSpPr/>
            <p:nvPr/>
          </p:nvSpPr>
          <p:spPr>
            <a:xfrm rot="10800000" flipH="1">
              <a:off x="8147148" y="2028637"/>
              <a:ext cx="1521858" cy="6319290"/>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nvGrpSpPr>
            <p:cNvPr id="382" name="Google Shape;382;p14"/>
            <p:cNvGrpSpPr/>
            <p:nvPr/>
          </p:nvGrpSpPr>
          <p:grpSpPr>
            <a:xfrm flipH="1">
              <a:off x="8820653" y="3237867"/>
              <a:ext cx="965258" cy="273510"/>
              <a:chOff x="-6675" y="2881558"/>
              <a:chExt cx="9140700" cy="2059567"/>
            </a:xfrm>
          </p:grpSpPr>
          <p:cxnSp>
            <p:nvCxnSpPr>
              <p:cNvPr id="383" name="Google Shape;383;p1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84" name="Google Shape;384;p1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85" name="Google Shape;385;p1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86" name="Google Shape;386;p1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387" name="Google Shape;387;p1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sp>
        <p:nvSpPr>
          <p:cNvPr id="388" name="Google Shape;388;p14"/>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57893133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389"/>
        <p:cNvGrpSpPr/>
        <p:nvPr/>
      </p:nvGrpSpPr>
      <p:grpSpPr>
        <a:xfrm>
          <a:off x="0" y="0"/>
          <a:ext cx="0" cy="0"/>
          <a:chOff x="0" y="0"/>
          <a:chExt cx="0" cy="0"/>
        </a:xfrm>
      </p:grpSpPr>
      <p:sp>
        <p:nvSpPr>
          <p:cNvPr id="390" name="Google Shape;390;p1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91" name="Google Shape;391;p15"/>
          <p:cNvSpPr txBox="1">
            <a:spLocks noGrp="1"/>
          </p:cNvSpPr>
          <p:nvPr>
            <p:ph type="subTitle" idx="1"/>
          </p:nvPr>
        </p:nvSpPr>
        <p:spPr>
          <a:xfrm>
            <a:off x="960000" y="1534600"/>
            <a:ext cx="10272000" cy="39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200"/>
              <a:buChar char="●"/>
              <a:defRPr/>
            </a:lvl1pPr>
            <a:lvl2pPr lvl="1" algn="ctr" rtl="0">
              <a:lnSpc>
                <a:spcPct val="100000"/>
              </a:lnSpc>
              <a:spcBef>
                <a:spcPts val="0"/>
              </a:spcBef>
              <a:spcAft>
                <a:spcPts val="0"/>
              </a:spcAft>
              <a:buSzPts val="1200"/>
              <a:buFont typeface="Nunito Light"/>
              <a:buChar char="○"/>
              <a:defRPr/>
            </a:lvl2pPr>
            <a:lvl3pPr lvl="2" algn="ctr" rtl="0">
              <a:lnSpc>
                <a:spcPct val="100000"/>
              </a:lnSpc>
              <a:spcBef>
                <a:spcPts val="0"/>
              </a:spcBef>
              <a:spcAft>
                <a:spcPts val="0"/>
              </a:spcAft>
              <a:buSzPts val="1200"/>
              <a:buFont typeface="Nunito Light"/>
              <a:buChar char="■"/>
              <a:defRPr/>
            </a:lvl3pPr>
            <a:lvl4pPr lvl="3" algn="ctr" rtl="0">
              <a:lnSpc>
                <a:spcPct val="100000"/>
              </a:lnSpc>
              <a:spcBef>
                <a:spcPts val="0"/>
              </a:spcBef>
              <a:spcAft>
                <a:spcPts val="0"/>
              </a:spcAft>
              <a:buSzPts val="1200"/>
              <a:buFont typeface="Nunito Light"/>
              <a:buChar char="●"/>
              <a:defRPr/>
            </a:lvl4pPr>
            <a:lvl5pPr lvl="4" algn="ctr" rtl="0">
              <a:lnSpc>
                <a:spcPct val="100000"/>
              </a:lnSpc>
              <a:spcBef>
                <a:spcPts val="0"/>
              </a:spcBef>
              <a:spcAft>
                <a:spcPts val="0"/>
              </a:spcAft>
              <a:buSzPts val="1200"/>
              <a:buFont typeface="Nunito Light"/>
              <a:buChar char="○"/>
              <a:defRPr/>
            </a:lvl5pPr>
            <a:lvl6pPr lvl="5" algn="ctr" rtl="0">
              <a:lnSpc>
                <a:spcPct val="100000"/>
              </a:lnSpc>
              <a:spcBef>
                <a:spcPts val="0"/>
              </a:spcBef>
              <a:spcAft>
                <a:spcPts val="0"/>
              </a:spcAft>
              <a:buSzPts val="1200"/>
              <a:buFont typeface="Nunito Light"/>
              <a:buChar char="■"/>
              <a:defRPr/>
            </a:lvl6pPr>
            <a:lvl7pPr lvl="6" algn="ctr" rtl="0">
              <a:lnSpc>
                <a:spcPct val="100000"/>
              </a:lnSpc>
              <a:spcBef>
                <a:spcPts val="0"/>
              </a:spcBef>
              <a:spcAft>
                <a:spcPts val="0"/>
              </a:spcAft>
              <a:buSzPts val="1200"/>
              <a:buFont typeface="Nunito Light"/>
              <a:buChar char="●"/>
              <a:defRPr/>
            </a:lvl7pPr>
            <a:lvl8pPr lvl="7" algn="ctr" rtl="0">
              <a:lnSpc>
                <a:spcPct val="100000"/>
              </a:lnSpc>
              <a:spcBef>
                <a:spcPts val="0"/>
              </a:spcBef>
              <a:spcAft>
                <a:spcPts val="0"/>
              </a:spcAft>
              <a:buSzPts val="1200"/>
              <a:buFont typeface="Nunito Light"/>
              <a:buChar char="○"/>
              <a:defRPr/>
            </a:lvl8pPr>
            <a:lvl9pPr lvl="8" algn="ctr" rtl="0">
              <a:lnSpc>
                <a:spcPct val="100000"/>
              </a:lnSpc>
              <a:spcBef>
                <a:spcPts val="0"/>
              </a:spcBef>
              <a:spcAft>
                <a:spcPts val="0"/>
              </a:spcAft>
              <a:buSzPts val="1200"/>
              <a:buFont typeface="Nunito Light"/>
              <a:buChar char="■"/>
              <a:defRPr/>
            </a:lvl9pPr>
          </a:lstStyle>
          <a:p>
            <a:r>
              <a:rPr lang="en-US"/>
              <a:t>Click to edit Master subtitle style</a:t>
            </a:r>
            <a:endParaRPr/>
          </a:p>
        </p:txBody>
      </p:sp>
      <p:grpSp>
        <p:nvGrpSpPr>
          <p:cNvPr id="392" name="Google Shape;392;p15"/>
          <p:cNvGrpSpPr/>
          <p:nvPr/>
        </p:nvGrpSpPr>
        <p:grpSpPr>
          <a:xfrm>
            <a:off x="11191536" y="-2170355"/>
            <a:ext cx="819865" cy="3842461"/>
            <a:chOff x="1337784" y="-2525559"/>
            <a:chExt cx="1352318" cy="6337907"/>
          </a:xfrm>
        </p:grpSpPr>
        <p:cxnSp>
          <p:nvCxnSpPr>
            <p:cNvPr id="393" name="Google Shape;393;p15"/>
            <p:cNvCxnSpPr/>
            <p:nvPr/>
          </p:nvCxnSpPr>
          <p:spPr>
            <a:xfrm rot="10800000">
              <a:off x="1337784" y="-2525559"/>
              <a:ext cx="0" cy="4990500"/>
            </a:xfrm>
            <a:prstGeom prst="straightConnector1">
              <a:avLst/>
            </a:prstGeom>
            <a:noFill/>
            <a:ln w="9525" cap="flat" cmpd="sng">
              <a:solidFill>
                <a:schemeClr val="accent2"/>
              </a:solidFill>
              <a:prstDash val="solid"/>
              <a:round/>
              <a:headEnd type="none" w="med" len="med"/>
              <a:tailEnd type="none" w="med" len="med"/>
            </a:ln>
          </p:spPr>
        </p:cxnSp>
        <p:cxnSp>
          <p:nvCxnSpPr>
            <p:cNvPr id="394" name="Google Shape;394;p15"/>
            <p:cNvCxnSpPr/>
            <p:nvPr/>
          </p:nvCxnSpPr>
          <p:spPr>
            <a:xfrm>
              <a:off x="1337784" y="2466654"/>
              <a:ext cx="984900" cy="970200"/>
            </a:xfrm>
            <a:prstGeom prst="straightConnector1">
              <a:avLst/>
            </a:prstGeom>
            <a:noFill/>
            <a:ln w="9525" cap="flat" cmpd="sng">
              <a:solidFill>
                <a:schemeClr val="accent2"/>
              </a:solidFill>
              <a:prstDash val="solid"/>
              <a:round/>
              <a:headEnd type="none" w="med" len="med"/>
              <a:tailEnd type="none" w="med" len="med"/>
            </a:ln>
          </p:spPr>
        </p:cxnSp>
        <p:sp>
          <p:nvSpPr>
            <p:cNvPr id="395" name="Google Shape;395;p15"/>
            <p:cNvSpPr/>
            <p:nvPr/>
          </p:nvSpPr>
          <p:spPr>
            <a:xfrm rot="5400000">
              <a:off x="2266990" y="3389237"/>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96" name="Google Shape;396;p15"/>
          <p:cNvGrpSpPr/>
          <p:nvPr/>
        </p:nvGrpSpPr>
        <p:grpSpPr>
          <a:xfrm>
            <a:off x="8647407" y="5506384"/>
            <a:ext cx="359595" cy="1612587"/>
            <a:chOff x="6933883" y="3613321"/>
            <a:chExt cx="269696" cy="1209440"/>
          </a:xfrm>
        </p:grpSpPr>
        <p:sp>
          <p:nvSpPr>
            <p:cNvPr id="397" name="Google Shape;397;p15"/>
            <p:cNvSpPr/>
            <p:nvPr/>
          </p:nvSpPr>
          <p:spPr>
            <a:xfrm rot="10800000">
              <a:off x="7160463" y="4347766"/>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8" name="Google Shape;398;p15"/>
            <p:cNvSpPr/>
            <p:nvPr/>
          </p:nvSpPr>
          <p:spPr>
            <a:xfrm rot="10800000">
              <a:off x="6933883" y="3613321"/>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99" name="Google Shape;399;p15"/>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9398550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400"/>
        <p:cNvGrpSpPr/>
        <p:nvPr/>
      </p:nvGrpSpPr>
      <p:grpSpPr>
        <a:xfrm>
          <a:off x="0" y="0"/>
          <a:ext cx="0" cy="0"/>
          <a:chOff x="0" y="0"/>
          <a:chExt cx="0" cy="0"/>
        </a:xfrm>
      </p:grpSpPr>
      <p:sp>
        <p:nvSpPr>
          <p:cNvPr id="401" name="Google Shape;401;p1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02" name="Google Shape;402;p16"/>
          <p:cNvSpPr txBox="1">
            <a:spLocks noGrp="1"/>
          </p:cNvSpPr>
          <p:nvPr>
            <p:ph type="subTitle" idx="1"/>
          </p:nvPr>
        </p:nvSpPr>
        <p:spPr>
          <a:xfrm>
            <a:off x="1453367" y="3251031"/>
            <a:ext cx="3013600" cy="20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03" name="Google Shape;403;p16"/>
          <p:cNvSpPr txBox="1">
            <a:spLocks noGrp="1"/>
          </p:cNvSpPr>
          <p:nvPr>
            <p:ph type="subTitle" idx="2"/>
          </p:nvPr>
        </p:nvSpPr>
        <p:spPr>
          <a:xfrm>
            <a:off x="4668967" y="3251031"/>
            <a:ext cx="3013600" cy="20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04" name="Google Shape;404;p16"/>
          <p:cNvSpPr txBox="1">
            <a:spLocks noGrp="1"/>
          </p:cNvSpPr>
          <p:nvPr>
            <p:ph type="subTitle" idx="3"/>
          </p:nvPr>
        </p:nvSpPr>
        <p:spPr>
          <a:xfrm>
            <a:off x="7884575" y="3251031"/>
            <a:ext cx="3013600" cy="20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05" name="Google Shape;405;p16"/>
          <p:cNvSpPr txBox="1">
            <a:spLocks noGrp="1"/>
          </p:cNvSpPr>
          <p:nvPr>
            <p:ph type="subTitle" idx="4"/>
          </p:nvPr>
        </p:nvSpPr>
        <p:spPr>
          <a:xfrm>
            <a:off x="1453367" y="2706567"/>
            <a:ext cx="3013600" cy="640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06" name="Google Shape;406;p16"/>
          <p:cNvSpPr txBox="1">
            <a:spLocks noGrp="1"/>
          </p:cNvSpPr>
          <p:nvPr>
            <p:ph type="subTitle" idx="5"/>
          </p:nvPr>
        </p:nvSpPr>
        <p:spPr>
          <a:xfrm>
            <a:off x="4668971" y="2706567"/>
            <a:ext cx="3013600" cy="640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07" name="Google Shape;407;p16"/>
          <p:cNvSpPr txBox="1">
            <a:spLocks noGrp="1"/>
          </p:cNvSpPr>
          <p:nvPr>
            <p:ph type="subTitle" idx="6"/>
          </p:nvPr>
        </p:nvSpPr>
        <p:spPr>
          <a:xfrm>
            <a:off x="7884576" y="2706567"/>
            <a:ext cx="3013600" cy="640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grpSp>
        <p:nvGrpSpPr>
          <p:cNvPr id="408" name="Google Shape;408;p16"/>
          <p:cNvGrpSpPr/>
          <p:nvPr/>
        </p:nvGrpSpPr>
        <p:grpSpPr>
          <a:xfrm>
            <a:off x="251037" y="593373"/>
            <a:ext cx="11559132" cy="6128356"/>
            <a:chOff x="188277" y="445029"/>
            <a:chExt cx="8669349" cy="4596267"/>
          </a:xfrm>
        </p:grpSpPr>
        <p:sp>
          <p:nvSpPr>
            <p:cNvPr id="409" name="Google Shape;409;p16"/>
            <p:cNvSpPr/>
            <p:nvPr/>
          </p:nvSpPr>
          <p:spPr>
            <a:xfrm rot="10800000">
              <a:off x="8615635" y="6844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0" name="Google Shape;410;p16"/>
            <p:cNvSpPr/>
            <p:nvPr/>
          </p:nvSpPr>
          <p:spPr>
            <a:xfrm rot="10800000">
              <a:off x="8814510" y="4450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411" name="Google Shape;411;p16"/>
            <p:cNvGrpSpPr/>
            <p:nvPr/>
          </p:nvGrpSpPr>
          <p:grpSpPr>
            <a:xfrm>
              <a:off x="188277" y="4275152"/>
              <a:ext cx="206891" cy="766144"/>
              <a:chOff x="8650702" y="3525402"/>
              <a:chExt cx="206891" cy="766144"/>
            </a:xfrm>
          </p:grpSpPr>
          <p:sp>
            <p:nvSpPr>
              <p:cNvPr id="412" name="Google Shape;412;p16"/>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3" name="Google Shape;413;p16"/>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414" name="Google Shape;414;p16"/>
          <p:cNvGrpSpPr/>
          <p:nvPr/>
        </p:nvGrpSpPr>
        <p:grpSpPr>
          <a:xfrm>
            <a:off x="637667" y="1840775"/>
            <a:ext cx="11065313" cy="2574245"/>
            <a:chOff x="478250" y="1380581"/>
            <a:chExt cx="8298985" cy="1930684"/>
          </a:xfrm>
        </p:grpSpPr>
        <p:sp>
          <p:nvSpPr>
            <p:cNvPr id="415" name="Google Shape;415;p16"/>
            <p:cNvSpPr/>
            <p:nvPr/>
          </p:nvSpPr>
          <p:spPr>
            <a:xfrm rot="10800000">
              <a:off x="8737179" y="138058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6" name="Google Shape;416;p16"/>
            <p:cNvSpPr/>
            <p:nvPr/>
          </p:nvSpPr>
          <p:spPr>
            <a:xfrm rot="10800000">
              <a:off x="478250" y="287038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17" name="Google Shape;417;p16"/>
          <p:cNvGrpSpPr/>
          <p:nvPr/>
        </p:nvGrpSpPr>
        <p:grpSpPr>
          <a:xfrm>
            <a:off x="346931" y="-712012"/>
            <a:ext cx="11657236" cy="7928879"/>
            <a:chOff x="260198" y="-534009"/>
            <a:chExt cx="8742927" cy="5946659"/>
          </a:xfrm>
        </p:grpSpPr>
        <p:grpSp>
          <p:nvGrpSpPr>
            <p:cNvPr id="418" name="Google Shape;418;p16"/>
            <p:cNvGrpSpPr/>
            <p:nvPr/>
          </p:nvGrpSpPr>
          <p:grpSpPr>
            <a:xfrm rot="5400000" flipH="1">
              <a:off x="7247712" y="-188135"/>
              <a:ext cx="965258" cy="273510"/>
              <a:chOff x="-6675" y="2881558"/>
              <a:chExt cx="9140700" cy="2059567"/>
            </a:xfrm>
          </p:grpSpPr>
          <p:cxnSp>
            <p:nvCxnSpPr>
              <p:cNvPr id="419" name="Google Shape;419;p16"/>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0" name="Google Shape;420;p16"/>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1" name="Google Shape;421;p16"/>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2" name="Google Shape;422;p16"/>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23" name="Google Shape;423;p16"/>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24" name="Google Shape;424;p16"/>
            <p:cNvSpPr/>
            <p:nvPr/>
          </p:nvSpPr>
          <p:spPr>
            <a:xfrm>
              <a:off x="5746750" y="-5700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grpSp>
          <p:nvGrpSpPr>
            <p:cNvPr id="425" name="Google Shape;425;p16"/>
            <p:cNvGrpSpPr/>
            <p:nvPr/>
          </p:nvGrpSpPr>
          <p:grpSpPr>
            <a:xfrm>
              <a:off x="260198" y="3089575"/>
              <a:ext cx="493321" cy="2323075"/>
              <a:chOff x="260198" y="3089575"/>
              <a:chExt cx="493321" cy="2323075"/>
            </a:xfrm>
          </p:grpSpPr>
          <p:grpSp>
            <p:nvGrpSpPr>
              <p:cNvPr id="426" name="Google Shape;426;p16"/>
              <p:cNvGrpSpPr/>
              <p:nvPr/>
            </p:nvGrpSpPr>
            <p:grpSpPr>
              <a:xfrm rot="10800000">
                <a:off x="260198" y="3645746"/>
                <a:ext cx="493321" cy="357312"/>
                <a:chOff x="1722354" y="229144"/>
                <a:chExt cx="1748744" cy="1266614"/>
              </a:xfrm>
            </p:grpSpPr>
            <p:sp>
              <p:nvSpPr>
                <p:cNvPr id="427" name="Google Shape;427;p16"/>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8" name="Google Shape;428;p16"/>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29" name="Google Shape;429;p16"/>
              <p:cNvSpPr/>
              <p:nvPr/>
            </p:nvSpPr>
            <p:spPr>
              <a:xfrm>
                <a:off x="260200" y="3089575"/>
                <a:ext cx="476150" cy="2323075"/>
              </a:xfrm>
              <a:custGeom>
                <a:avLst/>
                <a:gdLst/>
                <a:ahLst/>
                <a:cxnLst/>
                <a:rect l="l" t="t" r="r" b="b"/>
                <a:pathLst>
                  <a:path w="19046" h="92923" extrusionOk="0">
                    <a:moveTo>
                      <a:pt x="0" y="0"/>
                    </a:moveTo>
                    <a:lnTo>
                      <a:pt x="0" y="36635"/>
                    </a:lnTo>
                    <a:lnTo>
                      <a:pt x="19046" y="55681"/>
                    </a:lnTo>
                    <a:lnTo>
                      <a:pt x="19046" y="92923"/>
                    </a:lnTo>
                  </a:path>
                </a:pathLst>
              </a:custGeom>
              <a:noFill/>
              <a:ln w="9525" cap="flat" cmpd="sng">
                <a:solidFill>
                  <a:schemeClr val="accent1"/>
                </a:solidFill>
                <a:prstDash val="solid"/>
                <a:round/>
                <a:headEnd type="none" w="med" len="med"/>
                <a:tailEnd type="none" w="med" len="med"/>
              </a:ln>
            </p:spPr>
          </p:sp>
        </p:grpSp>
      </p:grpSp>
      <p:sp>
        <p:nvSpPr>
          <p:cNvPr id="430" name="Google Shape;430;p16"/>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54435767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431"/>
        <p:cNvGrpSpPr/>
        <p:nvPr/>
      </p:nvGrpSpPr>
      <p:grpSpPr>
        <a:xfrm>
          <a:off x="0" y="0"/>
          <a:ext cx="0" cy="0"/>
          <a:chOff x="0" y="0"/>
          <a:chExt cx="0" cy="0"/>
        </a:xfrm>
      </p:grpSpPr>
      <p:sp>
        <p:nvSpPr>
          <p:cNvPr id="432" name="Google Shape;432;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r>
              <a:rPr lang="en-US"/>
              <a:t>Click to edit Master title style</a:t>
            </a:r>
            <a:endParaRPr/>
          </a:p>
        </p:txBody>
      </p:sp>
      <p:sp>
        <p:nvSpPr>
          <p:cNvPr id="433" name="Google Shape;433;p17"/>
          <p:cNvSpPr txBox="1">
            <a:spLocks noGrp="1"/>
          </p:cNvSpPr>
          <p:nvPr>
            <p:ph type="subTitle" idx="1"/>
          </p:nvPr>
        </p:nvSpPr>
        <p:spPr>
          <a:xfrm>
            <a:off x="1670965" y="2360133"/>
            <a:ext cx="3748000" cy="127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34" name="Google Shape;434;p17"/>
          <p:cNvSpPr txBox="1">
            <a:spLocks noGrp="1"/>
          </p:cNvSpPr>
          <p:nvPr>
            <p:ph type="subTitle" idx="2"/>
          </p:nvPr>
        </p:nvSpPr>
        <p:spPr>
          <a:xfrm>
            <a:off x="6773035" y="2360133"/>
            <a:ext cx="3748000" cy="127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35" name="Google Shape;435;p17"/>
          <p:cNvSpPr txBox="1">
            <a:spLocks noGrp="1"/>
          </p:cNvSpPr>
          <p:nvPr>
            <p:ph type="subTitle" idx="3"/>
          </p:nvPr>
        </p:nvSpPr>
        <p:spPr>
          <a:xfrm>
            <a:off x="1670965" y="4375600"/>
            <a:ext cx="3748000" cy="127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36" name="Google Shape;436;p17"/>
          <p:cNvSpPr txBox="1">
            <a:spLocks noGrp="1"/>
          </p:cNvSpPr>
          <p:nvPr>
            <p:ph type="subTitle" idx="4"/>
          </p:nvPr>
        </p:nvSpPr>
        <p:spPr>
          <a:xfrm>
            <a:off x="6773035" y="4375600"/>
            <a:ext cx="3748000" cy="127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37" name="Google Shape;437;p17"/>
          <p:cNvSpPr txBox="1">
            <a:spLocks noGrp="1"/>
          </p:cNvSpPr>
          <p:nvPr>
            <p:ph type="subTitle" idx="5"/>
          </p:nvPr>
        </p:nvSpPr>
        <p:spPr>
          <a:xfrm>
            <a:off x="1670967" y="1754733"/>
            <a:ext cx="3748000" cy="688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38" name="Google Shape;438;p17"/>
          <p:cNvSpPr txBox="1">
            <a:spLocks noGrp="1"/>
          </p:cNvSpPr>
          <p:nvPr>
            <p:ph type="subTitle" idx="6"/>
          </p:nvPr>
        </p:nvSpPr>
        <p:spPr>
          <a:xfrm>
            <a:off x="1670967" y="3770300"/>
            <a:ext cx="3748000" cy="688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39" name="Google Shape;439;p17"/>
          <p:cNvSpPr txBox="1">
            <a:spLocks noGrp="1"/>
          </p:cNvSpPr>
          <p:nvPr>
            <p:ph type="subTitle" idx="7"/>
          </p:nvPr>
        </p:nvSpPr>
        <p:spPr>
          <a:xfrm>
            <a:off x="6773000" y="1754733"/>
            <a:ext cx="3748000" cy="688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40" name="Google Shape;440;p17"/>
          <p:cNvSpPr txBox="1">
            <a:spLocks noGrp="1"/>
          </p:cNvSpPr>
          <p:nvPr>
            <p:ph type="subTitle" idx="8"/>
          </p:nvPr>
        </p:nvSpPr>
        <p:spPr>
          <a:xfrm>
            <a:off x="6773000" y="3770300"/>
            <a:ext cx="3748000" cy="688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grpSp>
        <p:nvGrpSpPr>
          <p:cNvPr id="441" name="Google Shape;441;p17"/>
          <p:cNvGrpSpPr/>
          <p:nvPr/>
        </p:nvGrpSpPr>
        <p:grpSpPr>
          <a:xfrm>
            <a:off x="649434" y="4991234"/>
            <a:ext cx="11644045" cy="1465327"/>
            <a:chOff x="487075" y="3743425"/>
            <a:chExt cx="8733034" cy="1098995"/>
          </a:xfrm>
        </p:grpSpPr>
        <p:sp>
          <p:nvSpPr>
            <p:cNvPr id="442" name="Google Shape;442;p17"/>
            <p:cNvSpPr/>
            <p:nvPr/>
          </p:nvSpPr>
          <p:spPr>
            <a:xfrm rot="5400000">
              <a:off x="8961054" y="372636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3" name="Google Shape;443;p17"/>
            <p:cNvSpPr/>
            <p:nvPr/>
          </p:nvSpPr>
          <p:spPr>
            <a:xfrm rot="5400000">
              <a:off x="8721654" y="35274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444" name="Google Shape;444;p17"/>
            <p:cNvGrpSpPr/>
            <p:nvPr/>
          </p:nvGrpSpPr>
          <p:grpSpPr>
            <a:xfrm rot="5400000">
              <a:off x="766702" y="4355902"/>
              <a:ext cx="206891" cy="766144"/>
              <a:chOff x="8650702" y="3525402"/>
              <a:chExt cx="206891" cy="766144"/>
            </a:xfrm>
          </p:grpSpPr>
          <p:sp>
            <p:nvSpPr>
              <p:cNvPr id="445" name="Google Shape;445;p17"/>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6" name="Google Shape;446;p17"/>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447" name="Google Shape;447;p17"/>
          <p:cNvGrpSpPr/>
          <p:nvPr/>
        </p:nvGrpSpPr>
        <p:grpSpPr>
          <a:xfrm>
            <a:off x="263534" y="1337506"/>
            <a:ext cx="11586012" cy="3880649"/>
            <a:chOff x="197650" y="1003129"/>
            <a:chExt cx="8689509" cy="2910487"/>
          </a:xfrm>
        </p:grpSpPr>
        <p:sp>
          <p:nvSpPr>
            <p:cNvPr id="448" name="Google Shape;448;p17"/>
            <p:cNvSpPr/>
            <p:nvPr/>
          </p:nvSpPr>
          <p:spPr>
            <a:xfrm>
              <a:off x="8847104" y="1003129"/>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9" name="Google Shape;449;p17"/>
            <p:cNvSpPr/>
            <p:nvPr/>
          </p:nvSpPr>
          <p:spPr>
            <a:xfrm rot="10800000">
              <a:off x="197650" y="34727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50" name="Google Shape;450;p17"/>
          <p:cNvGrpSpPr/>
          <p:nvPr/>
        </p:nvGrpSpPr>
        <p:grpSpPr>
          <a:xfrm>
            <a:off x="-41267" y="-222389"/>
            <a:ext cx="12669256" cy="6975556"/>
            <a:chOff x="-30950" y="-166792"/>
            <a:chExt cx="9501942" cy="5231667"/>
          </a:xfrm>
        </p:grpSpPr>
        <p:grpSp>
          <p:nvGrpSpPr>
            <p:cNvPr id="451" name="Google Shape;451;p17"/>
            <p:cNvGrpSpPr/>
            <p:nvPr/>
          </p:nvGrpSpPr>
          <p:grpSpPr>
            <a:xfrm rot="-5400000">
              <a:off x="8362773" y="2998996"/>
              <a:ext cx="493321" cy="357312"/>
              <a:chOff x="1722354" y="229144"/>
              <a:chExt cx="1748744" cy="1266614"/>
            </a:xfrm>
          </p:grpSpPr>
          <p:sp>
            <p:nvSpPr>
              <p:cNvPr id="452" name="Google Shape;452;p17"/>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3" name="Google Shape;453;p17"/>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54" name="Google Shape;454;p17"/>
            <p:cNvGrpSpPr/>
            <p:nvPr/>
          </p:nvGrpSpPr>
          <p:grpSpPr>
            <a:xfrm rot="10800000" flipH="1">
              <a:off x="8505734" y="1680044"/>
              <a:ext cx="965258" cy="273510"/>
              <a:chOff x="-6675" y="2881558"/>
              <a:chExt cx="9140700" cy="2059567"/>
            </a:xfrm>
          </p:grpSpPr>
          <p:cxnSp>
            <p:nvCxnSpPr>
              <p:cNvPr id="455" name="Google Shape;455;p17"/>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6" name="Google Shape;456;p17"/>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7" name="Google Shape;457;p17"/>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8" name="Google Shape;458;p17"/>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59" name="Google Shape;459;p17"/>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60" name="Google Shape;460;p17"/>
            <p:cNvSpPr/>
            <p:nvPr/>
          </p:nvSpPr>
          <p:spPr>
            <a:xfrm rot="5400000">
              <a:off x="7121670" y="121727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461" name="Google Shape;461;p17"/>
            <p:cNvSpPr/>
            <p:nvPr/>
          </p:nvSpPr>
          <p:spPr>
            <a:xfrm>
              <a:off x="-30950" y="2650075"/>
              <a:ext cx="581550" cy="2414800"/>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sp>
        <p:nvSpPr>
          <p:cNvPr id="462" name="Google Shape;462;p17"/>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7746671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463"/>
        <p:cNvGrpSpPr/>
        <p:nvPr/>
      </p:nvGrpSpPr>
      <p:grpSpPr>
        <a:xfrm>
          <a:off x="0" y="0"/>
          <a:ext cx="0" cy="0"/>
          <a:chOff x="0" y="0"/>
          <a:chExt cx="0" cy="0"/>
        </a:xfrm>
      </p:grpSpPr>
      <p:sp>
        <p:nvSpPr>
          <p:cNvPr id="464" name="Google Shape;464;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Font typeface="Raleway Black"/>
              <a:buNone/>
              <a:defRPr b="0">
                <a:latin typeface="Raleway Black"/>
                <a:ea typeface="Raleway Black"/>
                <a:cs typeface="Raleway Black"/>
                <a:sym typeface="Raleway Black"/>
              </a:defRPr>
            </a:lvl2pPr>
            <a:lvl3pPr lvl="2" rtl="0">
              <a:spcBef>
                <a:spcPts val="0"/>
              </a:spcBef>
              <a:spcAft>
                <a:spcPts val="0"/>
              </a:spcAft>
              <a:buSzPts val="3000"/>
              <a:buFont typeface="Raleway Black"/>
              <a:buNone/>
              <a:defRPr b="0">
                <a:latin typeface="Raleway Black"/>
                <a:ea typeface="Raleway Black"/>
                <a:cs typeface="Raleway Black"/>
                <a:sym typeface="Raleway Black"/>
              </a:defRPr>
            </a:lvl3pPr>
            <a:lvl4pPr lvl="3" rtl="0">
              <a:spcBef>
                <a:spcPts val="0"/>
              </a:spcBef>
              <a:spcAft>
                <a:spcPts val="0"/>
              </a:spcAft>
              <a:buSzPts val="3000"/>
              <a:buFont typeface="Raleway Black"/>
              <a:buNone/>
              <a:defRPr b="0">
                <a:latin typeface="Raleway Black"/>
                <a:ea typeface="Raleway Black"/>
                <a:cs typeface="Raleway Black"/>
                <a:sym typeface="Raleway Black"/>
              </a:defRPr>
            </a:lvl4pPr>
            <a:lvl5pPr lvl="4" rtl="0">
              <a:spcBef>
                <a:spcPts val="0"/>
              </a:spcBef>
              <a:spcAft>
                <a:spcPts val="0"/>
              </a:spcAft>
              <a:buSzPts val="3000"/>
              <a:buFont typeface="Raleway Black"/>
              <a:buNone/>
              <a:defRPr b="0">
                <a:latin typeface="Raleway Black"/>
                <a:ea typeface="Raleway Black"/>
                <a:cs typeface="Raleway Black"/>
                <a:sym typeface="Raleway Black"/>
              </a:defRPr>
            </a:lvl5pPr>
            <a:lvl6pPr lvl="5" rtl="0">
              <a:spcBef>
                <a:spcPts val="0"/>
              </a:spcBef>
              <a:spcAft>
                <a:spcPts val="0"/>
              </a:spcAft>
              <a:buSzPts val="3000"/>
              <a:buFont typeface="Raleway Black"/>
              <a:buNone/>
              <a:defRPr b="0">
                <a:latin typeface="Raleway Black"/>
                <a:ea typeface="Raleway Black"/>
                <a:cs typeface="Raleway Black"/>
                <a:sym typeface="Raleway Black"/>
              </a:defRPr>
            </a:lvl6pPr>
            <a:lvl7pPr lvl="6" rtl="0">
              <a:spcBef>
                <a:spcPts val="0"/>
              </a:spcBef>
              <a:spcAft>
                <a:spcPts val="0"/>
              </a:spcAft>
              <a:buSzPts val="3000"/>
              <a:buFont typeface="Raleway Black"/>
              <a:buNone/>
              <a:defRPr b="0">
                <a:latin typeface="Raleway Black"/>
                <a:ea typeface="Raleway Black"/>
                <a:cs typeface="Raleway Black"/>
                <a:sym typeface="Raleway Black"/>
              </a:defRPr>
            </a:lvl7pPr>
            <a:lvl8pPr lvl="7" rtl="0">
              <a:spcBef>
                <a:spcPts val="0"/>
              </a:spcBef>
              <a:spcAft>
                <a:spcPts val="0"/>
              </a:spcAft>
              <a:buSzPts val="3000"/>
              <a:buFont typeface="Raleway Black"/>
              <a:buNone/>
              <a:defRPr b="0">
                <a:latin typeface="Raleway Black"/>
                <a:ea typeface="Raleway Black"/>
                <a:cs typeface="Raleway Black"/>
                <a:sym typeface="Raleway Black"/>
              </a:defRPr>
            </a:lvl8pPr>
            <a:lvl9pPr lvl="8" rtl="0">
              <a:spcBef>
                <a:spcPts val="0"/>
              </a:spcBef>
              <a:spcAft>
                <a:spcPts val="0"/>
              </a:spcAft>
              <a:buSzPts val="3000"/>
              <a:buFont typeface="Raleway Black"/>
              <a:buNone/>
              <a:defRPr b="0">
                <a:latin typeface="Raleway Black"/>
                <a:ea typeface="Raleway Black"/>
                <a:cs typeface="Raleway Black"/>
                <a:sym typeface="Raleway Black"/>
              </a:defRPr>
            </a:lvl9pPr>
          </a:lstStyle>
          <a:p>
            <a:r>
              <a:rPr lang="en-US"/>
              <a:t>Click to edit Master title style</a:t>
            </a:r>
            <a:endParaRPr/>
          </a:p>
        </p:txBody>
      </p:sp>
      <p:sp>
        <p:nvSpPr>
          <p:cNvPr id="465" name="Google Shape;465;p18"/>
          <p:cNvSpPr txBox="1">
            <a:spLocks noGrp="1"/>
          </p:cNvSpPr>
          <p:nvPr>
            <p:ph type="subTitle" idx="1"/>
          </p:nvPr>
        </p:nvSpPr>
        <p:spPr>
          <a:xfrm>
            <a:off x="1577267" y="2306567"/>
            <a:ext cx="2648000" cy="1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66" name="Google Shape;466;p18"/>
          <p:cNvSpPr txBox="1">
            <a:spLocks noGrp="1"/>
          </p:cNvSpPr>
          <p:nvPr>
            <p:ph type="subTitle" idx="2"/>
          </p:nvPr>
        </p:nvSpPr>
        <p:spPr>
          <a:xfrm>
            <a:off x="4774475" y="2306579"/>
            <a:ext cx="2648000" cy="1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67" name="Google Shape;467;p18"/>
          <p:cNvSpPr txBox="1">
            <a:spLocks noGrp="1"/>
          </p:cNvSpPr>
          <p:nvPr>
            <p:ph type="subTitle" idx="3"/>
          </p:nvPr>
        </p:nvSpPr>
        <p:spPr>
          <a:xfrm>
            <a:off x="1577267" y="4558733"/>
            <a:ext cx="2648000" cy="1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68" name="Google Shape;468;p18"/>
          <p:cNvSpPr txBox="1">
            <a:spLocks noGrp="1"/>
          </p:cNvSpPr>
          <p:nvPr>
            <p:ph type="subTitle" idx="4"/>
          </p:nvPr>
        </p:nvSpPr>
        <p:spPr>
          <a:xfrm>
            <a:off x="4772000" y="4558733"/>
            <a:ext cx="2648000" cy="1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69" name="Google Shape;469;p18"/>
          <p:cNvSpPr txBox="1">
            <a:spLocks noGrp="1"/>
          </p:cNvSpPr>
          <p:nvPr>
            <p:ph type="subTitle" idx="5"/>
          </p:nvPr>
        </p:nvSpPr>
        <p:spPr>
          <a:xfrm>
            <a:off x="7966733" y="2306579"/>
            <a:ext cx="2648000" cy="1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70" name="Google Shape;470;p18"/>
          <p:cNvSpPr txBox="1">
            <a:spLocks noGrp="1"/>
          </p:cNvSpPr>
          <p:nvPr>
            <p:ph type="subTitle" idx="6"/>
          </p:nvPr>
        </p:nvSpPr>
        <p:spPr>
          <a:xfrm>
            <a:off x="7966733" y="4558733"/>
            <a:ext cx="2648000" cy="1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71" name="Google Shape;471;p18"/>
          <p:cNvSpPr txBox="1">
            <a:spLocks noGrp="1"/>
          </p:cNvSpPr>
          <p:nvPr>
            <p:ph type="subTitle" idx="7"/>
          </p:nvPr>
        </p:nvSpPr>
        <p:spPr>
          <a:xfrm>
            <a:off x="1587667" y="1861935"/>
            <a:ext cx="2637600" cy="62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72" name="Google Shape;472;p18"/>
          <p:cNvSpPr txBox="1">
            <a:spLocks noGrp="1"/>
          </p:cNvSpPr>
          <p:nvPr>
            <p:ph type="subTitle" idx="8"/>
          </p:nvPr>
        </p:nvSpPr>
        <p:spPr>
          <a:xfrm>
            <a:off x="4779675" y="1861944"/>
            <a:ext cx="2637600" cy="62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73" name="Google Shape;473;p18"/>
          <p:cNvSpPr txBox="1">
            <a:spLocks noGrp="1"/>
          </p:cNvSpPr>
          <p:nvPr>
            <p:ph type="subTitle" idx="9"/>
          </p:nvPr>
        </p:nvSpPr>
        <p:spPr>
          <a:xfrm>
            <a:off x="7971933" y="1861944"/>
            <a:ext cx="2637600" cy="62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74" name="Google Shape;474;p18"/>
          <p:cNvSpPr txBox="1">
            <a:spLocks noGrp="1"/>
          </p:cNvSpPr>
          <p:nvPr>
            <p:ph type="subTitle" idx="13"/>
          </p:nvPr>
        </p:nvSpPr>
        <p:spPr>
          <a:xfrm>
            <a:off x="1577267" y="4110067"/>
            <a:ext cx="2648000" cy="620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75" name="Google Shape;475;p18"/>
          <p:cNvSpPr txBox="1">
            <a:spLocks noGrp="1"/>
          </p:cNvSpPr>
          <p:nvPr>
            <p:ph type="subTitle" idx="14"/>
          </p:nvPr>
        </p:nvSpPr>
        <p:spPr>
          <a:xfrm>
            <a:off x="4779677" y="4110067"/>
            <a:ext cx="2637600" cy="620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sp>
        <p:nvSpPr>
          <p:cNvPr id="476" name="Google Shape;476;p18"/>
          <p:cNvSpPr txBox="1">
            <a:spLocks noGrp="1"/>
          </p:cNvSpPr>
          <p:nvPr>
            <p:ph type="subTitle" idx="15"/>
          </p:nvPr>
        </p:nvSpPr>
        <p:spPr>
          <a:xfrm>
            <a:off x="7971931" y="4110067"/>
            <a:ext cx="2637600" cy="620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Black"/>
              <a:buNone/>
              <a:defRPr sz="2133">
                <a:solidFill>
                  <a:schemeClr val="dk1"/>
                </a:solidFill>
                <a:latin typeface="Raleway Black"/>
                <a:ea typeface="Raleway Black"/>
                <a:cs typeface="Raleway Black"/>
                <a:sym typeface="Raleway Black"/>
              </a:defRPr>
            </a:lvl1pPr>
            <a:lvl2pPr lvl="1"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2pPr>
            <a:lvl3pPr lvl="2"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3pPr>
            <a:lvl4pPr lvl="3"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4pPr>
            <a:lvl5pPr lvl="4"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5pPr>
            <a:lvl6pPr lvl="5"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6pPr>
            <a:lvl7pPr lvl="6"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7pPr>
            <a:lvl8pPr lvl="7"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8pPr>
            <a:lvl9pPr lvl="8" algn="ctr" rtl="0">
              <a:lnSpc>
                <a:spcPct val="100000"/>
              </a:lnSpc>
              <a:spcBef>
                <a:spcPts val="0"/>
              </a:spcBef>
              <a:spcAft>
                <a:spcPts val="0"/>
              </a:spcAft>
              <a:buSzPts val="2400"/>
              <a:buFont typeface="Raleway Black"/>
              <a:buNone/>
              <a:defRPr sz="3200">
                <a:latin typeface="Raleway Black"/>
                <a:ea typeface="Raleway Black"/>
                <a:cs typeface="Raleway Black"/>
                <a:sym typeface="Raleway Black"/>
              </a:defRPr>
            </a:lvl9pPr>
          </a:lstStyle>
          <a:p>
            <a:r>
              <a:rPr lang="en-US"/>
              <a:t>Click to edit Master subtitle style</a:t>
            </a:r>
            <a:endParaRPr/>
          </a:p>
        </p:txBody>
      </p:sp>
      <p:grpSp>
        <p:nvGrpSpPr>
          <p:cNvPr id="477" name="Google Shape;477;p18"/>
          <p:cNvGrpSpPr/>
          <p:nvPr/>
        </p:nvGrpSpPr>
        <p:grpSpPr>
          <a:xfrm>
            <a:off x="-231452" y="2739869"/>
            <a:ext cx="11970608" cy="1166851"/>
            <a:chOff x="-173589" y="2054902"/>
            <a:chExt cx="8977956" cy="875138"/>
          </a:xfrm>
        </p:grpSpPr>
        <p:sp>
          <p:nvSpPr>
            <p:cNvPr id="478" name="Google Shape;478;p18"/>
            <p:cNvSpPr/>
            <p:nvPr/>
          </p:nvSpPr>
          <p:spPr>
            <a:xfrm rot="-5400000" flipH="1">
              <a:off x="157300" y="26709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9" name="Google Shape;479;p18"/>
            <p:cNvSpPr/>
            <p:nvPr/>
          </p:nvSpPr>
          <p:spPr>
            <a:xfrm rot="-5400000" flipH="1">
              <a:off x="42350" y="242358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480" name="Google Shape;480;p18"/>
            <p:cNvGrpSpPr/>
            <p:nvPr/>
          </p:nvGrpSpPr>
          <p:grpSpPr>
            <a:xfrm rot="10800000" flipH="1">
              <a:off x="8597477" y="2054902"/>
              <a:ext cx="206891" cy="766144"/>
              <a:chOff x="8650702" y="3525402"/>
              <a:chExt cx="206891" cy="766144"/>
            </a:xfrm>
          </p:grpSpPr>
          <p:sp>
            <p:nvSpPr>
              <p:cNvPr id="481" name="Google Shape;481;p18"/>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2" name="Google Shape;482;p18"/>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483" name="Google Shape;483;p18"/>
          <p:cNvGrpSpPr/>
          <p:nvPr/>
        </p:nvGrpSpPr>
        <p:grpSpPr>
          <a:xfrm>
            <a:off x="1009048" y="934448"/>
            <a:ext cx="10910979" cy="6118931"/>
            <a:chOff x="756786" y="700836"/>
            <a:chExt cx="8183234" cy="4589198"/>
          </a:xfrm>
        </p:grpSpPr>
        <p:sp>
          <p:nvSpPr>
            <p:cNvPr id="484" name="Google Shape;484;p18"/>
            <p:cNvSpPr/>
            <p:nvPr/>
          </p:nvSpPr>
          <p:spPr>
            <a:xfrm flipH="1">
              <a:off x="756786" y="4849154"/>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5" name="Google Shape;485;p18"/>
            <p:cNvSpPr/>
            <p:nvPr/>
          </p:nvSpPr>
          <p:spPr>
            <a:xfrm rot="10800000" flipH="1">
              <a:off x="8899964" y="7008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86" name="Google Shape;486;p18"/>
          <p:cNvGrpSpPr/>
          <p:nvPr/>
        </p:nvGrpSpPr>
        <p:grpSpPr>
          <a:xfrm>
            <a:off x="-558296" y="-732533"/>
            <a:ext cx="13209167" cy="7748796"/>
            <a:chOff x="-418722" y="-549400"/>
            <a:chExt cx="9906875" cy="5811597"/>
          </a:xfrm>
        </p:grpSpPr>
        <p:grpSp>
          <p:nvGrpSpPr>
            <p:cNvPr id="487" name="Google Shape;487;p18"/>
            <p:cNvGrpSpPr/>
            <p:nvPr/>
          </p:nvGrpSpPr>
          <p:grpSpPr>
            <a:xfrm rot="10800000" flipH="1">
              <a:off x="8269288" y="182196"/>
              <a:ext cx="493321" cy="357312"/>
              <a:chOff x="1722354" y="229144"/>
              <a:chExt cx="1748744" cy="1266614"/>
            </a:xfrm>
          </p:grpSpPr>
          <p:sp>
            <p:nvSpPr>
              <p:cNvPr id="488" name="Google Shape;488;p18"/>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9" name="Google Shape;489;p18"/>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90" name="Google Shape;490;p18"/>
            <p:cNvGrpSpPr/>
            <p:nvPr/>
          </p:nvGrpSpPr>
          <p:grpSpPr>
            <a:xfrm rot="10800000">
              <a:off x="-418722" y="3973294"/>
              <a:ext cx="965258" cy="273510"/>
              <a:chOff x="-6675" y="2881558"/>
              <a:chExt cx="9140700" cy="2059567"/>
            </a:xfrm>
          </p:grpSpPr>
          <p:cxnSp>
            <p:nvCxnSpPr>
              <p:cNvPr id="491" name="Google Shape;491;p18"/>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2" name="Google Shape;492;p18"/>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3" name="Google Shape;493;p18"/>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4" name="Google Shape;494;p18"/>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495" name="Google Shape;495;p18"/>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496" name="Google Shape;496;p18"/>
            <p:cNvSpPr/>
            <p:nvPr/>
          </p:nvSpPr>
          <p:spPr>
            <a:xfrm rot="-5400000" flipH="1">
              <a:off x="-642564" y="4073091"/>
              <a:ext cx="2068124" cy="310088"/>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497" name="Google Shape;497;p18"/>
            <p:cNvSpPr/>
            <p:nvPr/>
          </p:nvSpPr>
          <p:spPr>
            <a:xfrm flipH="1">
              <a:off x="8573201" y="-549400"/>
              <a:ext cx="914953" cy="3799205"/>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sp>
        <p:nvSpPr>
          <p:cNvPr id="498" name="Google Shape;498;p18"/>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6327246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499"/>
        <p:cNvGrpSpPr/>
        <p:nvPr/>
      </p:nvGrpSpPr>
      <p:grpSpPr>
        <a:xfrm>
          <a:off x="0" y="0"/>
          <a:ext cx="0" cy="0"/>
          <a:chOff x="0" y="0"/>
          <a:chExt cx="0" cy="0"/>
        </a:xfrm>
      </p:grpSpPr>
      <p:sp>
        <p:nvSpPr>
          <p:cNvPr id="500" name="Google Shape;500;p19"/>
          <p:cNvSpPr txBox="1">
            <a:spLocks noGrp="1"/>
          </p:cNvSpPr>
          <p:nvPr>
            <p:ph type="title" hasCustomPrompt="1"/>
          </p:nvPr>
        </p:nvSpPr>
        <p:spPr>
          <a:xfrm>
            <a:off x="1362967" y="3953993"/>
            <a:ext cx="4510000" cy="10252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Raleway ExtraBold"/>
              <a:buNone/>
              <a:defRPr sz="5467">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2pPr>
            <a:lvl3pPr lvl="2"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3pPr>
            <a:lvl4pPr lvl="3"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4pPr>
            <a:lvl5pPr lvl="4"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5pPr>
            <a:lvl6pPr lvl="5"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6pPr>
            <a:lvl7pPr lvl="6"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7pPr>
            <a:lvl8pPr lvl="7"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8pPr>
            <a:lvl9pPr lvl="8"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9pPr>
          </a:lstStyle>
          <a:p>
            <a:r>
              <a:t>xx%</a:t>
            </a:r>
          </a:p>
        </p:txBody>
      </p:sp>
      <p:sp>
        <p:nvSpPr>
          <p:cNvPr id="501" name="Google Shape;501;p19"/>
          <p:cNvSpPr txBox="1">
            <a:spLocks noGrp="1"/>
          </p:cNvSpPr>
          <p:nvPr>
            <p:ph type="subTitle" idx="1"/>
          </p:nvPr>
        </p:nvSpPr>
        <p:spPr>
          <a:xfrm>
            <a:off x="1362967" y="4986867"/>
            <a:ext cx="4510000" cy="5100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867">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r>
              <a:rPr lang="en-US"/>
              <a:t>Click to edit Master subtitle style</a:t>
            </a:r>
            <a:endParaRPr/>
          </a:p>
        </p:txBody>
      </p:sp>
      <p:sp>
        <p:nvSpPr>
          <p:cNvPr id="502" name="Google Shape;502;p19"/>
          <p:cNvSpPr txBox="1">
            <a:spLocks noGrp="1"/>
          </p:cNvSpPr>
          <p:nvPr>
            <p:ph type="title" idx="2" hasCustomPrompt="1"/>
          </p:nvPr>
        </p:nvSpPr>
        <p:spPr>
          <a:xfrm>
            <a:off x="4047003" y="1760233"/>
            <a:ext cx="4510000" cy="10252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Raleway ExtraBold"/>
              <a:buNone/>
              <a:defRPr sz="5467">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2pPr>
            <a:lvl3pPr lvl="2"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3pPr>
            <a:lvl4pPr lvl="3"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4pPr>
            <a:lvl5pPr lvl="4"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5pPr>
            <a:lvl6pPr lvl="5"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6pPr>
            <a:lvl7pPr lvl="6"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7pPr>
            <a:lvl8pPr lvl="7"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8pPr>
            <a:lvl9pPr lvl="8"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9pPr>
          </a:lstStyle>
          <a:p>
            <a:r>
              <a:t>xx%</a:t>
            </a:r>
          </a:p>
        </p:txBody>
      </p:sp>
      <p:sp>
        <p:nvSpPr>
          <p:cNvPr id="503" name="Google Shape;503;p19"/>
          <p:cNvSpPr txBox="1">
            <a:spLocks noGrp="1"/>
          </p:cNvSpPr>
          <p:nvPr>
            <p:ph type="subTitle" idx="3"/>
          </p:nvPr>
        </p:nvSpPr>
        <p:spPr>
          <a:xfrm>
            <a:off x="4047003" y="2793491"/>
            <a:ext cx="4510000" cy="5100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867">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r>
              <a:rPr lang="en-US"/>
              <a:t>Click to edit Master subtitle style</a:t>
            </a:r>
            <a:endParaRPr/>
          </a:p>
        </p:txBody>
      </p:sp>
      <p:sp>
        <p:nvSpPr>
          <p:cNvPr id="504" name="Google Shape;504;p19"/>
          <p:cNvSpPr txBox="1">
            <a:spLocks noGrp="1"/>
          </p:cNvSpPr>
          <p:nvPr>
            <p:ph type="title" idx="4" hasCustomPrompt="1"/>
          </p:nvPr>
        </p:nvSpPr>
        <p:spPr>
          <a:xfrm>
            <a:off x="6731040" y="3953993"/>
            <a:ext cx="4510000" cy="10252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Raleway ExtraBold"/>
              <a:buNone/>
              <a:defRPr sz="5467">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2pPr>
            <a:lvl3pPr lvl="2"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3pPr>
            <a:lvl4pPr lvl="3"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4pPr>
            <a:lvl5pPr lvl="4"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5pPr>
            <a:lvl6pPr lvl="5"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6pPr>
            <a:lvl7pPr lvl="6"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7pPr>
            <a:lvl8pPr lvl="7"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8pPr>
            <a:lvl9pPr lvl="8" algn="ctr" rtl="0">
              <a:spcBef>
                <a:spcPts val="0"/>
              </a:spcBef>
              <a:spcAft>
                <a:spcPts val="0"/>
              </a:spcAft>
              <a:buClr>
                <a:schemeClr val="lt1"/>
              </a:buClr>
              <a:buSzPts val="6000"/>
              <a:buFont typeface="Raleway ExtraBold"/>
              <a:buNone/>
              <a:defRPr sz="8000" b="0">
                <a:solidFill>
                  <a:schemeClr val="lt1"/>
                </a:solidFill>
                <a:latin typeface="Raleway ExtraBold"/>
                <a:ea typeface="Raleway ExtraBold"/>
                <a:cs typeface="Raleway ExtraBold"/>
                <a:sym typeface="Raleway ExtraBold"/>
              </a:defRPr>
            </a:lvl9pPr>
          </a:lstStyle>
          <a:p>
            <a:r>
              <a:t>xx%</a:t>
            </a:r>
          </a:p>
        </p:txBody>
      </p:sp>
      <p:sp>
        <p:nvSpPr>
          <p:cNvPr id="505" name="Google Shape;505;p19"/>
          <p:cNvSpPr txBox="1">
            <a:spLocks noGrp="1"/>
          </p:cNvSpPr>
          <p:nvPr>
            <p:ph type="subTitle" idx="5"/>
          </p:nvPr>
        </p:nvSpPr>
        <p:spPr>
          <a:xfrm>
            <a:off x="6731040" y="4986867"/>
            <a:ext cx="4510000" cy="5100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None/>
              <a:defRPr sz="1867">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None/>
              <a:defRPr>
                <a:solidFill>
                  <a:schemeClr val="dk1"/>
                </a:solidFill>
              </a:defRPr>
            </a:lvl4pPr>
            <a:lvl5pPr lvl="4" algn="ctr" rtl="0">
              <a:lnSpc>
                <a:spcPct val="100000"/>
              </a:lnSpc>
              <a:spcBef>
                <a:spcPts val="0"/>
              </a:spcBef>
              <a:spcAft>
                <a:spcPts val="0"/>
              </a:spcAft>
              <a:buClr>
                <a:schemeClr val="dk1"/>
              </a:buClr>
              <a:buSzPts val="1200"/>
              <a:buNone/>
              <a:defRPr>
                <a:solidFill>
                  <a:schemeClr val="dk1"/>
                </a:solidFill>
              </a:defRPr>
            </a:lvl5pPr>
            <a:lvl6pPr lvl="5" algn="ctr" rtl="0">
              <a:lnSpc>
                <a:spcPct val="100000"/>
              </a:lnSpc>
              <a:spcBef>
                <a:spcPts val="0"/>
              </a:spcBef>
              <a:spcAft>
                <a:spcPts val="0"/>
              </a:spcAft>
              <a:buClr>
                <a:schemeClr val="dk1"/>
              </a:buClr>
              <a:buSzPts val="1200"/>
              <a:buNone/>
              <a:defRPr>
                <a:solidFill>
                  <a:schemeClr val="dk1"/>
                </a:solidFill>
              </a:defRPr>
            </a:lvl6pPr>
            <a:lvl7pPr lvl="6" algn="ctr" rtl="0">
              <a:lnSpc>
                <a:spcPct val="100000"/>
              </a:lnSpc>
              <a:spcBef>
                <a:spcPts val="0"/>
              </a:spcBef>
              <a:spcAft>
                <a:spcPts val="0"/>
              </a:spcAft>
              <a:buClr>
                <a:schemeClr val="dk1"/>
              </a:buClr>
              <a:buSzPts val="1200"/>
              <a:buNone/>
              <a:defRPr>
                <a:solidFill>
                  <a:schemeClr val="dk1"/>
                </a:solidFill>
              </a:defRPr>
            </a:lvl7pPr>
            <a:lvl8pPr lvl="7" algn="ctr" rtl="0">
              <a:lnSpc>
                <a:spcPct val="100000"/>
              </a:lnSpc>
              <a:spcBef>
                <a:spcPts val="0"/>
              </a:spcBef>
              <a:spcAft>
                <a:spcPts val="0"/>
              </a:spcAft>
              <a:buClr>
                <a:schemeClr val="dk1"/>
              </a:buClr>
              <a:buSzPts val="1200"/>
              <a:buNone/>
              <a:defRPr>
                <a:solidFill>
                  <a:schemeClr val="dk1"/>
                </a:solidFill>
              </a:defRPr>
            </a:lvl8pPr>
            <a:lvl9pPr lvl="8" algn="ctr" rtl="0">
              <a:lnSpc>
                <a:spcPct val="100000"/>
              </a:lnSpc>
              <a:spcBef>
                <a:spcPts val="0"/>
              </a:spcBef>
              <a:spcAft>
                <a:spcPts val="0"/>
              </a:spcAft>
              <a:buClr>
                <a:schemeClr val="dk1"/>
              </a:buClr>
              <a:buSzPts val="1200"/>
              <a:buNone/>
              <a:defRPr>
                <a:solidFill>
                  <a:schemeClr val="dk1"/>
                </a:solidFill>
              </a:defRPr>
            </a:lvl9pPr>
          </a:lstStyle>
          <a:p>
            <a:r>
              <a:rPr lang="en-US"/>
              <a:t>Click to edit Master subtitle style</a:t>
            </a:r>
            <a:endParaRPr/>
          </a:p>
        </p:txBody>
      </p:sp>
      <p:sp>
        <p:nvSpPr>
          <p:cNvPr id="506" name="Google Shape;506;p19"/>
          <p:cNvSpPr/>
          <p:nvPr/>
        </p:nvSpPr>
        <p:spPr>
          <a:xfrm rot="5400000">
            <a:off x="12160681" y="929431"/>
            <a:ext cx="53408" cy="58784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507" name="Google Shape;507;p19"/>
          <p:cNvGrpSpPr/>
          <p:nvPr/>
        </p:nvGrpSpPr>
        <p:grpSpPr>
          <a:xfrm>
            <a:off x="-986400" y="554481"/>
            <a:ext cx="13523469" cy="2867012"/>
            <a:chOff x="-739800" y="415860"/>
            <a:chExt cx="10142602" cy="2150259"/>
          </a:xfrm>
        </p:grpSpPr>
        <p:grpSp>
          <p:nvGrpSpPr>
            <p:cNvPr id="508" name="Google Shape;508;p19"/>
            <p:cNvGrpSpPr/>
            <p:nvPr/>
          </p:nvGrpSpPr>
          <p:grpSpPr>
            <a:xfrm rot="5400000">
              <a:off x="8699132" y="-40532"/>
              <a:ext cx="247278" cy="1160062"/>
              <a:chOff x="1463894" y="1434556"/>
              <a:chExt cx="247278" cy="1160062"/>
            </a:xfrm>
          </p:grpSpPr>
          <p:sp>
            <p:nvSpPr>
              <p:cNvPr id="509" name="Google Shape;509;p19"/>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0" name="Google Shape;510;p19"/>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11" name="Google Shape;511;p19"/>
            <p:cNvGrpSpPr/>
            <p:nvPr/>
          </p:nvGrpSpPr>
          <p:grpSpPr>
            <a:xfrm>
              <a:off x="-739800" y="1454775"/>
              <a:ext cx="1111343" cy="1111343"/>
              <a:chOff x="8307725" y="278700"/>
              <a:chExt cx="1111343" cy="1111343"/>
            </a:xfrm>
          </p:grpSpPr>
          <p:sp>
            <p:nvSpPr>
              <p:cNvPr id="512" name="Google Shape;512;p19"/>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3" name="Google Shape;513;p19"/>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514" name="Google Shape;514;p19"/>
          <p:cNvGrpSpPr/>
          <p:nvPr/>
        </p:nvGrpSpPr>
        <p:grpSpPr>
          <a:xfrm>
            <a:off x="-1787972" y="-4244403"/>
            <a:ext cx="13631919" cy="16252220"/>
            <a:chOff x="-1340979" y="-3183303"/>
            <a:chExt cx="10223939" cy="12189165"/>
          </a:xfrm>
        </p:grpSpPr>
        <p:grpSp>
          <p:nvGrpSpPr>
            <p:cNvPr id="515" name="Google Shape;515;p19"/>
            <p:cNvGrpSpPr/>
            <p:nvPr/>
          </p:nvGrpSpPr>
          <p:grpSpPr>
            <a:xfrm>
              <a:off x="3772273" y="2152995"/>
              <a:ext cx="5110686" cy="6852868"/>
              <a:chOff x="3772273" y="2152995"/>
              <a:chExt cx="5110686" cy="6852868"/>
            </a:xfrm>
          </p:grpSpPr>
          <p:grpSp>
            <p:nvGrpSpPr>
              <p:cNvPr id="516" name="Google Shape;516;p19"/>
              <p:cNvGrpSpPr/>
              <p:nvPr/>
            </p:nvGrpSpPr>
            <p:grpSpPr>
              <a:xfrm rot="10800000">
                <a:off x="8201743" y="2152995"/>
                <a:ext cx="681217" cy="3360485"/>
                <a:chOff x="1337800" y="-2525590"/>
                <a:chExt cx="1498167" cy="7390555"/>
              </a:xfrm>
            </p:grpSpPr>
            <p:cxnSp>
              <p:nvCxnSpPr>
                <p:cNvPr id="517" name="Google Shape;517;p19"/>
                <p:cNvCxnSpPr/>
                <p:nvPr/>
              </p:nvCxnSpPr>
              <p:spPr>
                <a:xfrm rot="10800000">
                  <a:off x="1337800" y="-2525590"/>
                  <a:ext cx="0" cy="5870700"/>
                </a:xfrm>
                <a:prstGeom prst="straightConnector1">
                  <a:avLst/>
                </a:prstGeom>
                <a:noFill/>
                <a:ln w="9525" cap="flat" cmpd="sng">
                  <a:solidFill>
                    <a:schemeClr val="accent2"/>
                  </a:solidFill>
                  <a:prstDash val="solid"/>
                  <a:round/>
                  <a:headEnd type="none" w="med" len="med"/>
                  <a:tailEnd type="none" w="med" len="med"/>
                </a:ln>
              </p:spPr>
            </p:cxnSp>
            <p:cxnSp>
              <p:nvCxnSpPr>
                <p:cNvPr id="518" name="Google Shape;518;p19"/>
                <p:cNvCxnSpPr/>
                <p:nvPr/>
              </p:nvCxnSpPr>
              <p:spPr>
                <a:xfrm>
                  <a:off x="1337800" y="3347125"/>
                  <a:ext cx="1158600" cy="1141200"/>
                </a:xfrm>
                <a:prstGeom prst="straightConnector1">
                  <a:avLst/>
                </a:prstGeom>
                <a:noFill/>
                <a:ln w="9525" cap="flat" cmpd="sng">
                  <a:solidFill>
                    <a:schemeClr val="accent2"/>
                  </a:solidFill>
                  <a:prstDash val="solid"/>
                  <a:round/>
                  <a:headEnd type="none" w="med" len="med"/>
                  <a:tailEnd type="none" w="med" len="med"/>
                </a:ln>
              </p:spPr>
            </p:cxnSp>
            <p:sp>
              <p:nvSpPr>
                <p:cNvPr id="519" name="Google Shape;519;p19"/>
                <p:cNvSpPr/>
                <p:nvPr/>
              </p:nvSpPr>
              <p:spPr>
                <a:xfrm rot="5400000">
                  <a:off x="2412855" y="4441854"/>
                  <a:ext cx="425397" cy="420826"/>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2"/>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20" name="Google Shape;520;p19"/>
              <p:cNvGrpSpPr/>
              <p:nvPr/>
            </p:nvGrpSpPr>
            <p:grpSpPr>
              <a:xfrm rot="5400000" flipH="1">
                <a:off x="1841424" y="6449892"/>
                <a:ext cx="4486819" cy="625122"/>
                <a:chOff x="-78438" y="4073905"/>
                <a:chExt cx="4486819" cy="625122"/>
              </a:xfrm>
            </p:grpSpPr>
            <p:cxnSp>
              <p:nvCxnSpPr>
                <p:cNvPr id="521" name="Google Shape;521;p19"/>
                <p:cNvCxnSpPr/>
                <p:nvPr/>
              </p:nvCxnSpPr>
              <p:spPr>
                <a:xfrm>
                  <a:off x="1857762" y="2762827"/>
                  <a:ext cx="0" cy="3872400"/>
                </a:xfrm>
                <a:prstGeom prst="straightConnector1">
                  <a:avLst/>
                </a:prstGeom>
                <a:noFill/>
                <a:ln w="9525" cap="flat" cmpd="sng">
                  <a:solidFill>
                    <a:schemeClr val="accent1"/>
                  </a:solidFill>
                  <a:prstDash val="solid"/>
                  <a:round/>
                  <a:headEnd type="none" w="med" len="med"/>
                  <a:tailEnd type="none" w="med" len="med"/>
                </a:ln>
              </p:spPr>
            </p:cxnSp>
            <p:cxnSp>
              <p:nvCxnSpPr>
                <p:cNvPr id="522" name="Google Shape;522;p19"/>
                <p:cNvCxnSpPr/>
                <p:nvPr/>
              </p:nvCxnSpPr>
              <p:spPr>
                <a:xfrm rot="-5400000">
                  <a:off x="3788541" y="4241677"/>
                  <a:ext cx="464100" cy="450600"/>
                </a:xfrm>
                <a:prstGeom prst="straightConnector1">
                  <a:avLst/>
                </a:prstGeom>
                <a:noFill/>
                <a:ln w="9525" cap="flat" cmpd="sng">
                  <a:solidFill>
                    <a:schemeClr val="accent1"/>
                  </a:solidFill>
                  <a:prstDash val="solid"/>
                  <a:round/>
                  <a:headEnd type="none" w="med" len="med"/>
                  <a:tailEnd type="none" w="med" len="med"/>
                </a:ln>
              </p:spPr>
            </p:cxnSp>
            <p:sp>
              <p:nvSpPr>
                <p:cNvPr id="523" name="Google Shape;523;p19"/>
                <p:cNvSpPr/>
                <p:nvPr/>
              </p:nvSpPr>
              <p:spPr>
                <a:xfrm>
                  <a:off x="4214956" y="4073905"/>
                  <a:ext cx="193425" cy="191350"/>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524" name="Google Shape;524;p19"/>
            <p:cNvSpPr/>
            <p:nvPr/>
          </p:nvSpPr>
          <p:spPr>
            <a:xfrm rot="-5400000" flipH="1">
              <a:off x="229850" y="-2095662"/>
              <a:ext cx="1197198" cy="4338856"/>
            </a:xfrm>
            <a:custGeom>
              <a:avLst/>
              <a:gdLst/>
              <a:ahLst/>
              <a:cxnLst/>
              <a:rect l="l" t="t" r="r" b="b"/>
              <a:pathLst>
                <a:path w="18075" h="65507" extrusionOk="0">
                  <a:moveTo>
                    <a:pt x="0" y="65507"/>
                  </a:moveTo>
                  <a:lnTo>
                    <a:pt x="18075" y="47432"/>
                  </a:lnTo>
                  <a:lnTo>
                    <a:pt x="18075" y="0"/>
                  </a:lnTo>
                </a:path>
              </a:pathLst>
            </a:custGeom>
            <a:noFill/>
            <a:ln w="9525" cap="flat" cmpd="sng">
              <a:solidFill>
                <a:schemeClr val="accent1"/>
              </a:solidFill>
              <a:prstDash val="solid"/>
              <a:round/>
              <a:headEnd type="none" w="med" len="med"/>
              <a:tailEnd type="none" w="med" len="med"/>
            </a:ln>
          </p:spPr>
        </p:sp>
        <p:grpSp>
          <p:nvGrpSpPr>
            <p:cNvPr id="525" name="Google Shape;525;p19"/>
            <p:cNvGrpSpPr/>
            <p:nvPr/>
          </p:nvGrpSpPr>
          <p:grpSpPr>
            <a:xfrm rot="-5400000">
              <a:off x="1113139" y="743908"/>
              <a:ext cx="493321" cy="357312"/>
              <a:chOff x="1722354" y="229144"/>
              <a:chExt cx="1748744" cy="1266614"/>
            </a:xfrm>
          </p:grpSpPr>
          <p:sp>
            <p:nvSpPr>
              <p:cNvPr id="526" name="Google Shape;526;p19"/>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solidFill>
                <a:schemeClr val="lt2"/>
              </a:solid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7" name="Google Shape;527;p19"/>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solidFill>
                <a:schemeClr val="lt2"/>
              </a:solid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28" name="Google Shape;528;p19"/>
            <p:cNvGrpSpPr/>
            <p:nvPr/>
          </p:nvGrpSpPr>
          <p:grpSpPr>
            <a:xfrm rot="5400000">
              <a:off x="-1009100" y="-1561400"/>
              <a:ext cx="3859204" cy="615399"/>
              <a:chOff x="-6675" y="307100"/>
              <a:chExt cx="9140700" cy="4634025"/>
            </a:xfrm>
          </p:grpSpPr>
          <p:cxnSp>
            <p:nvCxnSpPr>
              <p:cNvPr id="529" name="Google Shape;529;p19"/>
              <p:cNvCxnSpPr/>
              <p:nvPr/>
            </p:nvCxnSpPr>
            <p:spPr>
              <a:xfrm>
                <a:off x="-6675" y="307100"/>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0" name="Google Shape;530;p19"/>
              <p:cNvCxnSpPr/>
              <p:nvPr/>
            </p:nvCxnSpPr>
            <p:spPr>
              <a:xfrm>
                <a:off x="-6675" y="1336883"/>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1" name="Google Shape;531;p19"/>
              <p:cNvCxnSpPr/>
              <p:nvPr/>
            </p:nvCxnSpPr>
            <p:spPr>
              <a:xfrm>
                <a:off x="-6675" y="821992"/>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2" name="Google Shape;532;p19"/>
              <p:cNvCxnSpPr/>
              <p:nvPr/>
            </p:nvCxnSpPr>
            <p:spPr>
              <a:xfrm>
                <a:off x="-6675" y="1851775"/>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3" name="Google Shape;533;p19"/>
              <p:cNvCxnSpPr/>
              <p:nvPr/>
            </p:nvCxnSpPr>
            <p:spPr>
              <a:xfrm>
                <a:off x="-6675" y="2366667"/>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4" name="Google Shape;534;p19"/>
              <p:cNvCxnSpPr/>
              <p:nvPr/>
            </p:nvCxnSpPr>
            <p:spPr>
              <a:xfrm>
                <a:off x="-6675" y="2881558"/>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5" name="Google Shape;535;p19"/>
              <p:cNvCxnSpPr/>
              <p:nvPr/>
            </p:nvCxnSpPr>
            <p:spPr>
              <a:xfrm>
                <a:off x="-6675" y="3396450"/>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6" name="Google Shape;536;p19"/>
              <p:cNvCxnSpPr/>
              <p:nvPr/>
            </p:nvCxnSpPr>
            <p:spPr>
              <a:xfrm>
                <a:off x="-6675" y="3911342"/>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7" name="Google Shape;537;p19"/>
              <p:cNvCxnSpPr/>
              <p:nvPr/>
            </p:nvCxnSpPr>
            <p:spPr>
              <a:xfrm>
                <a:off x="-6675" y="4426233"/>
                <a:ext cx="9140700" cy="0"/>
              </a:xfrm>
              <a:prstGeom prst="straightConnector1">
                <a:avLst/>
              </a:prstGeom>
              <a:noFill/>
              <a:ln w="9525" cap="flat" cmpd="sng">
                <a:solidFill>
                  <a:schemeClr val="accent2"/>
                </a:solidFill>
                <a:prstDash val="solid"/>
                <a:round/>
                <a:headEnd type="none" w="med" len="med"/>
                <a:tailEnd type="none" w="med" len="med"/>
              </a:ln>
            </p:spPr>
          </p:cxnSp>
          <p:cxnSp>
            <p:nvCxnSpPr>
              <p:cNvPr id="538" name="Google Shape;538;p19"/>
              <p:cNvCxnSpPr/>
              <p:nvPr/>
            </p:nvCxnSpPr>
            <p:spPr>
              <a:xfrm>
                <a:off x="-6675" y="4941125"/>
                <a:ext cx="9140700" cy="0"/>
              </a:xfrm>
              <a:prstGeom prst="straightConnector1">
                <a:avLst/>
              </a:prstGeom>
              <a:noFill/>
              <a:ln w="9525" cap="flat" cmpd="sng">
                <a:solidFill>
                  <a:schemeClr val="accent2"/>
                </a:solidFill>
                <a:prstDash val="solid"/>
                <a:round/>
                <a:headEnd type="none" w="med" len="med"/>
                <a:tailEnd type="none" w="med" len="med"/>
              </a:ln>
            </p:spPr>
          </p:cxnSp>
        </p:grpSp>
      </p:grpSp>
    </p:spTree>
    <p:extLst>
      <p:ext uri="{BB962C8B-B14F-4D97-AF65-F5344CB8AC3E}">
        <p14:creationId xmlns:p14="http://schemas.microsoft.com/office/powerpoint/2010/main" val="42119084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39"/>
        <p:cNvGrpSpPr/>
        <p:nvPr/>
      </p:nvGrpSpPr>
      <p:grpSpPr>
        <a:xfrm>
          <a:off x="0" y="0"/>
          <a:ext cx="0" cy="0"/>
          <a:chOff x="0" y="0"/>
          <a:chExt cx="0" cy="0"/>
        </a:xfrm>
      </p:grpSpPr>
      <p:sp>
        <p:nvSpPr>
          <p:cNvPr id="540" name="Google Shape;540;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sz="34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541" name="Google Shape;541;p20"/>
          <p:cNvGrpSpPr/>
          <p:nvPr/>
        </p:nvGrpSpPr>
        <p:grpSpPr>
          <a:xfrm>
            <a:off x="1331067" y="2491116"/>
            <a:ext cx="10467757" cy="3897057"/>
            <a:chOff x="998300" y="1868336"/>
            <a:chExt cx="7850818" cy="2922793"/>
          </a:xfrm>
        </p:grpSpPr>
        <p:sp>
          <p:nvSpPr>
            <p:cNvPr id="542" name="Google Shape;542;p20"/>
            <p:cNvSpPr/>
            <p:nvPr/>
          </p:nvSpPr>
          <p:spPr>
            <a:xfrm rot="10800000">
              <a:off x="8809062" y="18683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3" name="Google Shape;543;p20"/>
            <p:cNvSpPr/>
            <p:nvPr/>
          </p:nvSpPr>
          <p:spPr>
            <a:xfrm rot="5400000">
              <a:off x="1198712" y="45506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44" name="Google Shape;544;p20"/>
          <p:cNvGrpSpPr/>
          <p:nvPr/>
        </p:nvGrpSpPr>
        <p:grpSpPr>
          <a:xfrm>
            <a:off x="2117385" y="3244786"/>
            <a:ext cx="9918423" cy="3370740"/>
            <a:chOff x="1588038" y="2433589"/>
            <a:chExt cx="7438817" cy="2528055"/>
          </a:xfrm>
        </p:grpSpPr>
        <p:grpSp>
          <p:nvGrpSpPr>
            <p:cNvPr id="545" name="Google Shape;545;p20"/>
            <p:cNvGrpSpPr/>
            <p:nvPr/>
          </p:nvGrpSpPr>
          <p:grpSpPr>
            <a:xfrm>
              <a:off x="8849114" y="2433589"/>
              <a:ext cx="177741" cy="1555069"/>
              <a:chOff x="8535452" y="862252"/>
              <a:chExt cx="177741" cy="1555069"/>
            </a:xfrm>
          </p:grpSpPr>
          <p:sp>
            <p:nvSpPr>
              <p:cNvPr id="546" name="Google Shape;546;p20"/>
              <p:cNvSpPr/>
              <p:nvPr/>
            </p:nvSpPr>
            <p:spPr>
              <a:xfrm rot="10800000">
                <a:off x="8670077" y="8622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7" name="Google Shape;547;p20"/>
              <p:cNvSpPr/>
              <p:nvPr/>
            </p:nvSpPr>
            <p:spPr>
              <a:xfrm rot="10800000">
                <a:off x="8535452" y="1942327"/>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48" name="Google Shape;548;p20"/>
            <p:cNvGrpSpPr/>
            <p:nvPr/>
          </p:nvGrpSpPr>
          <p:grpSpPr>
            <a:xfrm rot="5400000">
              <a:off x="1804739" y="4491002"/>
              <a:ext cx="253941" cy="687344"/>
              <a:chOff x="8459252" y="1335702"/>
              <a:chExt cx="253941" cy="687344"/>
            </a:xfrm>
          </p:grpSpPr>
          <p:sp>
            <p:nvSpPr>
              <p:cNvPr id="549" name="Google Shape;549;p20"/>
              <p:cNvSpPr/>
              <p:nvPr/>
            </p:nvSpPr>
            <p:spPr>
              <a:xfrm rot="10800000">
                <a:off x="8670077" y="15480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0" name="Google Shape;550;p20"/>
              <p:cNvSpPr/>
              <p:nvPr/>
            </p:nvSpPr>
            <p:spPr>
              <a:xfrm rot="10800000">
                <a:off x="8459252" y="13357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551" name="Google Shape;551;p20"/>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552" name="Google Shape;552;p20"/>
          <p:cNvGrpSpPr/>
          <p:nvPr/>
        </p:nvGrpSpPr>
        <p:grpSpPr>
          <a:xfrm>
            <a:off x="-1586032" y="-148433"/>
            <a:ext cx="13877999" cy="7149533"/>
            <a:chOff x="-1189524" y="-111325"/>
            <a:chExt cx="10408499" cy="5362150"/>
          </a:xfrm>
        </p:grpSpPr>
        <p:grpSp>
          <p:nvGrpSpPr>
            <p:cNvPr id="553" name="Google Shape;553;p20"/>
            <p:cNvGrpSpPr/>
            <p:nvPr/>
          </p:nvGrpSpPr>
          <p:grpSpPr>
            <a:xfrm>
              <a:off x="-1189524" y="-111325"/>
              <a:ext cx="10408499" cy="5362150"/>
              <a:chOff x="-1189524" y="-111325"/>
              <a:chExt cx="10408499" cy="5362150"/>
            </a:xfrm>
          </p:grpSpPr>
          <p:sp>
            <p:nvSpPr>
              <p:cNvPr id="554" name="Google Shape;554;p20"/>
              <p:cNvSpPr/>
              <p:nvPr/>
            </p:nvSpPr>
            <p:spPr>
              <a:xfrm>
                <a:off x="8138725" y="-111325"/>
                <a:ext cx="1080250" cy="3643550"/>
              </a:xfrm>
              <a:custGeom>
                <a:avLst/>
                <a:gdLst/>
                <a:ahLst/>
                <a:cxnLst/>
                <a:rect l="l" t="t" r="r" b="b"/>
                <a:pathLst>
                  <a:path w="43210" h="145742" extrusionOk="0">
                    <a:moveTo>
                      <a:pt x="43210" y="145742"/>
                    </a:moveTo>
                    <a:lnTo>
                      <a:pt x="19027" y="121559"/>
                    </a:lnTo>
                    <a:lnTo>
                      <a:pt x="19027" y="73316"/>
                    </a:lnTo>
                    <a:lnTo>
                      <a:pt x="29523" y="62820"/>
                    </a:lnTo>
                    <a:lnTo>
                      <a:pt x="29523" y="27405"/>
                    </a:lnTo>
                    <a:lnTo>
                      <a:pt x="2117" y="0"/>
                    </a:lnTo>
                    <a:lnTo>
                      <a:pt x="0" y="2117"/>
                    </a:lnTo>
                  </a:path>
                </a:pathLst>
              </a:custGeom>
              <a:noFill/>
              <a:ln w="9525" cap="flat" cmpd="sng">
                <a:solidFill>
                  <a:schemeClr val="accent1"/>
                </a:solidFill>
                <a:prstDash val="solid"/>
                <a:round/>
                <a:headEnd type="none" w="med" len="med"/>
                <a:tailEnd type="none" w="med" len="med"/>
              </a:ln>
            </p:spPr>
          </p:sp>
          <p:sp>
            <p:nvSpPr>
              <p:cNvPr id="555" name="Google Shape;555;p20"/>
              <p:cNvSpPr/>
              <p:nvPr/>
            </p:nvSpPr>
            <p:spPr>
              <a:xfrm>
                <a:off x="340625" y="2654525"/>
                <a:ext cx="340625" cy="2596300"/>
              </a:xfrm>
              <a:custGeom>
                <a:avLst/>
                <a:gdLst/>
                <a:ahLst/>
                <a:cxnLst/>
                <a:rect l="l" t="t" r="r" b="b"/>
                <a:pathLst>
                  <a:path w="13625" h="103852" extrusionOk="0">
                    <a:moveTo>
                      <a:pt x="13625" y="103852"/>
                    </a:moveTo>
                    <a:lnTo>
                      <a:pt x="13625" y="82738"/>
                    </a:lnTo>
                    <a:lnTo>
                      <a:pt x="0" y="69112"/>
                    </a:lnTo>
                    <a:lnTo>
                      <a:pt x="0" y="0"/>
                    </a:lnTo>
                  </a:path>
                </a:pathLst>
              </a:custGeom>
              <a:noFill/>
              <a:ln w="9525" cap="flat" cmpd="sng">
                <a:solidFill>
                  <a:schemeClr val="accent1"/>
                </a:solidFill>
                <a:prstDash val="solid"/>
                <a:round/>
                <a:headEnd type="none" w="med" len="med"/>
                <a:tailEnd type="none" w="med" len="med"/>
              </a:ln>
            </p:spPr>
          </p:sp>
          <p:grpSp>
            <p:nvGrpSpPr>
              <p:cNvPr id="556" name="Google Shape;556;p20"/>
              <p:cNvGrpSpPr/>
              <p:nvPr/>
            </p:nvGrpSpPr>
            <p:grpSpPr>
              <a:xfrm>
                <a:off x="-1189524" y="3454365"/>
                <a:ext cx="1530153" cy="273510"/>
                <a:chOff x="-6675" y="2881558"/>
                <a:chExt cx="9140700" cy="2059567"/>
              </a:xfrm>
            </p:grpSpPr>
            <p:cxnSp>
              <p:nvCxnSpPr>
                <p:cNvPr id="557" name="Google Shape;557;p20"/>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58" name="Google Shape;558;p20"/>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59" name="Google Shape;559;p20"/>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60" name="Google Shape;560;p20"/>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61" name="Google Shape;561;p20"/>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562" name="Google Shape;562;p20"/>
            <p:cNvGrpSpPr/>
            <p:nvPr/>
          </p:nvGrpSpPr>
          <p:grpSpPr>
            <a:xfrm rot="5400000">
              <a:off x="2331732" y="4765921"/>
              <a:ext cx="493321" cy="357312"/>
              <a:chOff x="1722354" y="229144"/>
              <a:chExt cx="1748744" cy="1266614"/>
            </a:xfrm>
          </p:grpSpPr>
          <p:sp>
            <p:nvSpPr>
              <p:cNvPr id="563" name="Google Shape;563;p20"/>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4" name="Google Shape;564;p20"/>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202986581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565"/>
        <p:cNvGrpSpPr/>
        <p:nvPr/>
      </p:nvGrpSpPr>
      <p:grpSpPr>
        <a:xfrm>
          <a:off x="0" y="0"/>
          <a:ext cx="0" cy="0"/>
          <a:chOff x="0" y="0"/>
          <a:chExt cx="0" cy="0"/>
        </a:xfrm>
      </p:grpSpPr>
      <p:sp>
        <p:nvSpPr>
          <p:cNvPr id="566" name="Google Shape;566;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6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grpSp>
        <p:nvGrpSpPr>
          <p:cNvPr id="567" name="Google Shape;567;p21"/>
          <p:cNvGrpSpPr/>
          <p:nvPr/>
        </p:nvGrpSpPr>
        <p:grpSpPr>
          <a:xfrm>
            <a:off x="-155452" y="3519369"/>
            <a:ext cx="11994875" cy="2457851"/>
            <a:chOff x="-116589" y="2639527"/>
            <a:chExt cx="8996156" cy="1843388"/>
          </a:xfrm>
        </p:grpSpPr>
        <p:sp>
          <p:nvSpPr>
            <p:cNvPr id="568" name="Google Shape;568;p21"/>
            <p:cNvSpPr/>
            <p:nvPr/>
          </p:nvSpPr>
          <p:spPr>
            <a:xfrm rot="-5400000" flipH="1">
              <a:off x="399500" y="4223860"/>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9" name="Google Shape;569;p21"/>
            <p:cNvSpPr/>
            <p:nvPr/>
          </p:nvSpPr>
          <p:spPr>
            <a:xfrm rot="-5400000" flipH="1">
              <a:off x="99350" y="4050135"/>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570" name="Google Shape;570;p21"/>
            <p:cNvGrpSpPr/>
            <p:nvPr/>
          </p:nvGrpSpPr>
          <p:grpSpPr>
            <a:xfrm rot="10800000" flipH="1">
              <a:off x="8672677" y="2639527"/>
              <a:ext cx="206891" cy="766144"/>
              <a:chOff x="8650702" y="3525402"/>
              <a:chExt cx="206891" cy="766144"/>
            </a:xfrm>
          </p:grpSpPr>
          <p:sp>
            <p:nvSpPr>
              <p:cNvPr id="571" name="Google Shape;571;p21"/>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2" name="Google Shape;572;p21"/>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573" name="Google Shape;573;p21"/>
          <p:cNvGrpSpPr/>
          <p:nvPr/>
        </p:nvGrpSpPr>
        <p:grpSpPr>
          <a:xfrm>
            <a:off x="3638899" y="4478015"/>
            <a:ext cx="8200528" cy="1980781"/>
            <a:chOff x="2729174" y="3358511"/>
            <a:chExt cx="6150396" cy="1485586"/>
          </a:xfrm>
        </p:grpSpPr>
        <p:sp>
          <p:nvSpPr>
            <p:cNvPr id="574" name="Google Shape;574;p21"/>
            <p:cNvSpPr/>
            <p:nvPr/>
          </p:nvSpPr>
          <p:spPr>
            <a:xfrm rot="5400000" flipH="1">
              <a:off x="2929586" y="4603629"/>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5" name="Google Shape;575;p21"/>
            <p:cNvSpPr/>
            <p:nvPr/>
          </p:nvSpPr>
          <p:spPr>
            <a:xfrm rot="10800000" flipH="1">
              <a:off x="8839514" y="335851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76" name="Google Shape;576;p21"/>
          <p:cNvGrpSpPr/>
          <p:nvPr/>
        </p:nvGrpSpPr>
        <p:grpSpPr>
          <a:xfrm>
            <a:off x="-1841745" y="-2500233"/>
            <a:ext cx="14641527" cy="9517929"/>
            <a:chOff x="-1381309" y="-1875175"/>
            <a:chExt cx="10981145" cy="7138447"/>
          </a:xfrm>
        </p:grpSpPr>
        <p:sp>
          <p:nvSpPr>
            <p:cNvPr id="577" name="Google Shape;577;p21"/>
            <p:cNvSpPr/>
            <p:nvPr/>
          </p:nvSpPr>
          <p:spPr>
            <a:xfrm rot="10800000" flipH="1">
              <a:off x="-1381309" y="4693337"/>
              <a:ext cx="3801167" cy="569934"/>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grpSp>
          <p:nvGrpSpPr>
            <p:cNvPr id="578" name="Google Shape;578;p21"/>
            <p:cNvGrpSpPr/>
            <p:nvPr/>
          </p:nvGrpSpPr>
          <p:grpSpPr>
            <a:xfrm>
              <a:off x="8229051" y="-1875175"/>
              <a:ext cx="1370785" cy="4060574"/>
              <a:chOff x="8229051" y="-1875175"/>
              <a:chExt cx="1370785" cy="4060574"/>
            </a:xfrm>
          </p:grpSpPr>
          <p:grpSp>
            <p:nvGrpSpPr>
              <p:cNvPr id="579" name="Google Shape;579;p21"/>
              <p:cNvGrpSpPr/>
              <p:nvPr/>
            </p:nvGrpSpPr>
            <p:grpSpPr>
              <a:xfrm>
                <a:off x="8229051" y="-1875175"/>
                <a:ext cx="914953" cy="4060574"/>
                <a:chOff x="8229051" y="-1875175"/>
                <a:chExt cx="914953" cy="4060574"/>
              </a:xfrm>
            </p:grpSpPr>
            <p:grpSp>
              <p:nvGrpSpPr>
                <p:cNvPr id="580" name="Google Shape;580;p21"/>
                <p:cNvGrpSpPr/>
                <p:nvPr/>
              </p:nvGrpSpPr>
              <p:grpSpPr>
                <a:xfrm rot="-5400000">
                  <a:off x="8480363" y="1760083"/>
                  <a:ext cx="493321" cy="357312"/>
                  <a:chOff x="1722354" y="229144"/>
                  <a:chExt cx="1748744" cy="1266614"/>
                </a:xfrm>
              </p:grpSpPr>
              <p:sp>
                <p:nvSpPr>
                  <p:cNvPr id="581" name="Google Shape;581;p21"/>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2" name="Google Shape;582;p21"/>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83" name="Google Shape;583;p21"/>
                <p:cNvSpPr/>
                <p:nvPr/>
              </p:nvSpPr>
              <p:spPr>
                <a:xfrm>
                  <a:off x="8229051" y="-1875175"/>
                  <a:ext cx="914953" cy="3799205"/>
                </a:xfrm>
                <a:custGeom>
                  <a:avLst/>
                  <a:gdLst/>
                  <a:ahLst/>
                  <a:cxnLst/>
                  <a:rect l="l" t="t" r="r" b="b"/>
                  <a:pathLst>
                    <a:path w="23262" h="96592" extrusionOk="0">
                      <a:moveTo>
                        <a:pt x="0" y="0"/>
                      </a:moveTo>
                      <a:lnTo>
                        <a:pt x="18318" y="18318"/>
                      </a:lnTo>
                      <a:lnTo>
                        <a:pt x="18318" y="58471"/>
                      </a:lnTo>
                      <a:lnTo>
                        <a:pt x="10373" y="66417"/>
                      </a:lnTo>
                      <a:lnTo>
                        <a:pt x="10373" y="83703"/>
                      </a:lnTo>
                      <a:lnTo>
                        <a:pt x="23262" y="96592"/>
                      </a:lnTo>
                    </a:path>
                  </a:pathLst>
                </a:custGeom>
                <a:noFill/>
                <a:ln w="9525" cap="flat" cmpd="sng">
                  <a:solidFill>
                    <a:schemeClr val="accent1"/>
                  </a:solidFill>
                  <a:prstDash val="solid"/>
                  <a:round/>
                  <a:headEnd type="none" w="med" len="med"/>
                  <a:tailEnd type="none" w="med" len="med"/>
                </a:ln>
              </p:spPr>
            </p:sp>
          </p:grpSp>
          <p:grpSp>
            <p:nvGrpSpPr>
              <p:cNvPr id="584" name="Google Shape;584;p21"/>
              <p:cNvGrpSpPr/>
              <p:nvPr/>
            </p:nvGrpSpPr>
            <p:grpSpPr>
              <a:xfrm rot="10800000">
                <a:off x="8634578" y="861419"/>
                <a:ext cx="965258" cy="273510"/>
                <a:chOff x="-6675" y="2881558"/>
                <a:chExt cx="9140700" cy="2059567"/>
              </a:xfrm>
            </p:grpSpPr>
            <p:cxnSp>
              <p:nvCxnSpPr>
                <p:cNvPr id="585" name="Google Shape;585;p21"/>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6" name="Google Shape;586;p21"/>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7" name="Google Shape;587;p21"/>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8" name="Google Shape;588;p21"/>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589" name="Google Shape;589;p21"/>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sp>
        <p:nvSpPr>
          <p:cNvPr id="590" name="Google Shape;590;p21"/>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513312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591"/>
        <p:cNvGrpSpPr/>
        <p:nvPr/>
      </p:nvGrpSpPr>
      <p:grpSpPr>
        <a:xfrm>
          <a:off x="0" y="0"/>
          <a:ext cx="0" cy="0"/>
          <a:chOff x="0" y="0"/>
          <a:chExt cx="0" cy="0"/>
        </a:xfrm>
      </p:grpSpPr>
      <p:sp>
        <p:nvSpPr>
          <p:cNvPr id="592" name="Google Shape;592;p22"/>
          <p:cNvSpPr txBox="1">
            <a:spLocks noGrp="1"/>
          </p:cNvSpPr>
          <p:nvPr>
            <p:ph type="title"/>
          </p:nvPr>
        </p:nvSpPr>
        <p:spPr>
          <a:xfrm>
            <a:off x="1464633" y="1112800"/>
            <a:ext cx="5930800" cy="12940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593" name="Google Shape;593;p22"/>
          <p:cNvSpPr txBox="1">
            <a:spLocks noGrp="1"/>
          </p:cNvSpPr>
          <p:nvPr>
            <p:ph type="subTitle" idx="1"/>
          </p:nvPr>
        </p:nvSpPr>
        <p:spPr>
          <a:xfrm>
            <a:off x="1464567" y="2406800"/>
            <a:ext cx="5930800" cy="141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2133"/>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594" name="Google Shape;594;p22"/>
          <p:cNvSpPr txBox="1"/>
          <p:nvPr/>
        </p:nvSpPr>
        <p:spPr>
          <a:xfrm>
            <a:off x="1464567" y="4612733"/>
            <a:ext cx="6594400" cy="7416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600" b="1">
                <a:solidFill>
                  <a:schemeClr val="dk1"/>
                </a:solidFill>
                <a:latin typeface="Hanken Grotesk"/>
                <a:ea typeface="Hanken Grotesk"/>
                <a:cs typeface="Hanken Grotesk"/>
                <a:sym typeface="Hanken Grotesk"/>
              </a:rPr>
              <a:t>CREDITS:</a:t>
            </a:r>
            <a:r>
              <a:rPr lang="en" sz="1600">
                <a:solidFill>
                  <a:schemeClr val="dk1"/>
                </a:solidFill>
                <a:latin typeface="Hanken Grotesk"/>
                <a:ea typeface="Hanken Grotesk"/>
                <a:cs typeface="Hanken Grotesk"/>
                <a:sym typeface="Hanken Grotesk"/>
              </a:rPr>
              <a:t> This presentation template was created by </a:t>
            </a:r>
            <a:r>
              <a:rPr lang="en" sz="1600" b="1" u="sng">
                <a:solidFill>
                  <a:schemeClr val="dk1"/>
                </a:solidFill>
                <a:latin typeface="Hanken Grotesk"/>
                <a:ea typeface="Hanken Grotesk"/>
                <a:cs typeface="Hanken Grotesk"/>
                <a:sym typeface="Hanken Grotesk"/>
                <a:hlinkClick r:id="rId2">
                  <a:extLst>
                    <a:ext uri="{A12FA001-AC4F-418D-AE19-62706E023703}">
                      <ahyp:hlinkClr xmlns:ahyp="http://schemas.microsoft.com/office/drawing/2018/hyperlinkcolor" val="tx"/>
                    </a:ext>
                  </a:extLst>
                </a:hlinkClick>
              </a:rPr>
              <a:t>Slidesgo</a:t>
            </a:r>
            <a:r>
              <a:rPr lang="en" sz="1600">
                <a:solidFill>
                  <a:schemeClr val="dk1"/>
                </a:solidFill>
                <a:latin typeface="Hanken Grotesk"/>
                <a:ea typeface="Hanken Grotesk"/>
                <a:cs typeface="Hanken Grotesk"/>
                <a:sym typeface="Hanken Grotesk"/>
              </a:rPr>
              <a:t>, and includes icons by </a:t>
            </a:r>
            <a:r>
              <a:rPr lang="en" sz="1600" b="1" u="sng">
                <a:solidFill>
                  <a:schemeClr val="dk1"/>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Flaticon</a:t>
            </a:r>
            <a:r>
              <a:rPr lang="en" sz="1600">
                <a:solidFill>
                  <a:schemeClr val="dk1"/>
                </a:solidFill>
                <a:latin typeface="Hanken Grotesk"/>
                <a:ea typeface="Hanken Grotesk"/>
                <a:cs typeface="Hanken Grotesk"/>
                <a:sym typeface="Hanken Grotesk"/>
              </a:rPr>
              <a:t>, and infographics &amp; images by </a:t>
            </a:r>
            <a:r>
              <a:rPr lang="en" sz="1600" b="1" u="sng">
                <a:solidFill>
                  <a:schemeClr val="dk1"/>
                </a:solidFill>
                <a:latin typeface="Hanken Grotesk"/>
                <a:ea typeface="Hanken Grotesk"/>
                <a:cs typeface="Hanken Grotesk"/>
                <a:sym typeface="Hanken Grotesk"/>
                <a:hlinkClick r:id="rId4">
                  <a:extLst>
                    <a:ext uri="{A12FA001-AC4F-418D-AE19-62706E023703}">
                      <ahyp:hlinkClr xmlns:ahyp="http://schemas.microsoft.com/office/drawing/2018/hyperlinkcolor" val="tx"/>
                    </a:ext>
                  </a:extLst>
                </a:hlinkClick>
              </a:rPr>
              <a:t>Freepik</a:t>
            </a:r>
            <a:r>
              <a:rPr lang="en" sz="1600" u="sng">
                <a:solidFill>
                  <a:schemeClr val="dk1"/>
                </a:solidFill>
                <a:latin typeface="Hanken Grotesk"/>
                <a:ea typeface="Hanken Grotesk"/>
                <a:cs typeface="Hanken Grotesk"/>
                <a:sym typeface="Hanken Grotesk"/>
              </a:rPr>
              <a:t> </a:t>
            </a:r>
            <a:endParaRPr sz="1600" b="1" u="sng">
              <a:solidFill>
                <a:schemeClr val="dk1"/>
              </a:solidFill>
              <a:latin typeface="Hanken Grotesk"/>
              <a:ea typeface="Hanken Grotesk"/>
              <a:cs typeface="Hanken Grotesk"/>
              <a:sym typeface="Hanken Grotesk"/>
            </a:endParaRPr>
          </a:p>
        </p:txBody>
      </p:sp>
      <p:sp>
        <p:nvSpPr>
          <p:cNvPr id="595" name="Google Shape;595;p22"/>
          <p:cNvSpPr/>
          <p:nvPr/>
        </p:nvSpPr>
        <p:spPr>
          <a:xfrm rot="5400000">
            <a:off x="10998815" y="233831"/>
            <a:ext cx="53408" cy="58784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596" name="Google Shape;596;p22"/>
          <p:cNvGrpSpPr/>
          <p:nvPr/>
        </p:nvGrpSpPr>
        <p:grpSpPr>
          <a:xfrm>
            <a:off x="-751899" y="1"/>
            <a:ext cx="10458436" cy="1481791"/>
            <a:chOff x="-563925" y="0"/>
            <a:chExt cx="7843827" cy="1111343"/>
          </a:xfrm>
        </p:grpSpPr>
        <p:grpSp>
          <p:nvGrpSpPr>
            <p:cNvPr id="597" name="Google Shape;597;p22"/>
            <p:cNvGrpSpPr/>
            <p:nvPr/>
          </p:nvGrpSpPr>
          <p:grpSpPr>
            <a:xfrm rot="5400000">
              <a:off x="6576232" y="-80607"/>
              <a:ext cx="247278" cy="1160062"/>
              <a:chOff x="1463894" y="1434556"/>
              <a:chExt cx="247278" cy="1160062"/>
            </a:xfrm>
          </p:grpSpPr>
          <p:sp>
            <p:nvSpPr>
              <p:cNvPr id="598" name="Google Shape;598;p22"/>
              <p:cNvSpPr/>
              <p:nvPr/>
            </p:nvSpPr>
            <p:spPr>
              <a:xfrm>
                <a:off x="1463894" y="2119623"/>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9" name="Google Shape;599;p22"/>
              <p:cNvSpPr/>
              <p:nvPr/>
            </p:nvSpPr>
            <p:spPr>
              <a:xfrm rot="10800000">
                <a:off x="1636072" y="1434556"/>
                <a:ext cx="75100" cy="827502"/>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00" name="Google Shape;600;p22"/>
            <p:cNvGrpSpPr/>
            <p:nvPr/>
          </p:nvGrpSpPr>
          <p:grpSpPr>
            <a:xfrm>
              <a:off x="-563925" y="0"/>
              <a:ext cx="1111343" cy="1111343"/>
              <a:chOff x="8307725" y="278700"/>
              <a:chExt cx="1111343" cy="1111343"/>
            </a:xfrm>
          </p:grpSpPr>
          <p:sp>
            <p:nvSpPr>
              <p:cNvPr id="601" name="Google Shape;601;p22"/>
              <p:cNvSpPr/>
              <p:nvPr/>
            </p:nvSpPr>
            <p:spPr>
              <a:xfrm>
                <a:off x="8307725" y="278700"/>
                <a:ext cx="1111343" cy="1111343"/>
              </a:xfrm>
              <a:custGeom>
                <a:avLst/>
                <a:gdLst/>
                <a:ahLst/>
                <a:cxnLst/>
                <a:rect l="l" t="t" r="r" b="b"/>
                <a:pathLst>
                  <a:path w="17396" h="17396" fill="none" extrusionOk="0">
                    <a:moveTo>
                      <a:pt x="8698" y="1"/>
                    </a:moveTo>
                    <a:cubicBezTo>
                      <a:pt x="13503" y="1"/>
                      <a:pt x="17395" y="3893"/>
                      <a:pt x="17395" y="8698"/>
                    </a:cubicBezTo>
                    <a:cubicBezTo>
                      <a:pt x="17395" y="13496"/>
                      <a:pt x="13503" y="17396"/>
                      <a:pt x="8698" y="17396"/>
                    </a:cubicBezTo>
                    <a:cubicBezTo>
                      <a:pt x="3900" y="17396"/>
                      <a:pt x="1" y="13496"/>
                      <a:pt x="1" y="8698"/>
                    </a:cubicBezTo>
                    <a:cubicBezTo>
                      <a:pt x="1" y="3893"/>
                      <a:pt x="3900" y="1"/>
                      <a:pt x="8698"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2" name="Google Shape;602;p22"/>
              <p:cNvSpPr/>
              <p:nvPr/>
            </p:nvSpPr>
            <p:spPr>
              <a:xfrm>
                <a:off x="8481362" y="452337"/>
                <a:ext cx="764065" cy="762212"/>
              </a:xfrm>
              <a:custGeom>
                <a:avLst/>
                <a:gdLst/>
                <a:ahLst/>
                <a:cxnLst/>
                <a:rect l="l" t="t" r="r" b="b"/>
                <a:pathLst>
                  <a:path w="11960" h="11931" fill="none" extrusionOk="0">
                    <a:moveTo>
                      <a:pt x="5980" y="1"/>
                    </a:moveTo>
                    <a:cubicBezTo>
                      <a:pt x="9271" y="1"/>
                      <a:pt x="11960" y="2653"/>
                      <a:pt x="11960" y="5980"/>
                    </a:cubicBezTo>
                    <a:cubicBezTo>
                      <a:pt x="11960" y="9271"/>
                      <a:pt x="9271" y="11931"/>
                      <a:pt x="5980" y="11931"/>
                    </a:cubicBezTo>
                    <a:cubicBezTo>
                      <a:pt x="2690" y="11931"/>
                      <a:pt x="1" y="9271"/>
                      <a:pt x="1" y="5980"/>
                    </a:cubicBezTo>
                    <a:cubicBezTo>
                      <a:pt x="1" y="2653"/>
                      <a:pt x="2690" y="1"/>
                      <a:pt x="5980" y="1"/>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41782257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603"/>
        <p:cNvGrpSpPr/>
        <p:nvPr/>
      </p:nvGrpSpPr>
      <p:grpSpPr>
        <a:xfrm>
          <a:off x="0" y="0"/>
          <a:ext cx="0" cy="0"/>
          <a:chOff x="0" y="0"/>
          <a:chExt cx="0" cy="0"/>
        </a:xfrm>
      </p:grpSpPr>
      <p:grpSp>
        <p:nvGrpSpPr>
          <p:cNvPr id="604" name="Google Shape;604;p23"/>
          <p:cNvGrpSpPr/>
          <p:nvPr/>
        </p:nvGrpSpPr>
        <p:grpSpPr>
          <a:xfrm>
            <a:off x="329371" y="2799003"/>
            <a:ext cx="11556488" cy="2276992"/>
            <a:chOff x="247028" y="2099252"/>
            <a:chExt cx="8667366" cy="1707744"/>
          </a:xfrm>
        </p:grpSpPr>
        <p:sp>
          <p:nvSpPr>
            <p:cNvPr id="605" name="Google Shape;605;p23"/>
            <p:cNvSpPr/>
            <p:nvPr/>
          </p:nvSpPr>
          <p:spPr>
            <a:xfrm rot="10800000" flipH="1">
              <a:off x="410803" y="20992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6" name="Google Shape;606;p23"/>
            <p:cNvSpPr/>
            <p:nvPr/>
          </p:nvSpPr>
          <p:spPr>
            <a:xfrm rot="10800000" flipH="1">
              <a:off x="247028" y="2390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607" name="Google Shape;607;p23"/>
            <p:cNvGrpSpPr/>
            <p:nvPr/>
          </p:nvGrpSpPr>
          <p:grpSpPr>
            <a:xfrm flipH="1">
              <a:off x="8707503" y="3040852"/>
              <a:ext cx="206891" cy="766144"/>
              <a:chOff x="8650702" y="3525402"/>
              <a:chExt cx="206891" cy="766144"/>
            </a:xfrm>
          </p:grpSpPr>
          <p:sp>
            <p:nvSpPr>
              <p:cNvPr id="608" name="Google Shape;608;p23"/>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9" name="Google Shape;609;p23"/>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610" name="Google Shape;610;p23"/>
          <p:cNvGrpSpPr/>
          <p:nvPr/>
        </p:nvGrpSpPr>
        <p:grpSpPr>
          <a:xfrm>
            <a:off x="-1062355" y="-1453544"/>
            <a:ext cx="15260532" cy="8732927"/>
            <a:chOff x="-796767" y="-1090158"/>
            <a:chExt cx="11445399" cy="6549695"/>
          </a:xfrm>
        </p:grpSpPr>
        <p:sp>
          <p:nvSpPr>
            <p:cNvPr id="611" name="Google Shape;611;p23"/>
            <p:cNvSpPr/>
            <p:nvPr/>
          </p:nvSpPr>
          <p:spPr>
            <a:xfrm rot="5400000" flipH="1">
              <a:off x="-365574" y="-1521350"/>
              <a:ext cx="1470082" cy="2332467"/>
            </a:xfrm>
            <a:custGeom>
              <a:avLst/>
              <a:gdLst/>
              <a:ahLst/>
              <a:cxnLst/>
              <a:rect l="l" t="t" r="r" b="b"/>
              <a:pathLst>
                <a:path w="83338" h="132226" extrusionOk="0">
                  <a:moveTo>
                    <a:pt x="0" y="0"/>
                  </a:moveTo>
                  <a:lnTo>
                    <a:pt x="0" y="30327"/>
                  </a:lnTo>
                  <a:lnTo>
                    <a:pt x="43914" y="74240"/>
                  </a:lnTo>
                  <a:lnTo>
                    <a:pt x="43914" y="105053"/>
                  </a:lnTo>
                  <a:lnTo>
                    <a:pt x="83338" y="127814"/>
                  </a:lnTo>
                  <a:lnTo>
                    <a:pt x="80791" y="132226"/>
                  </a:lnTo>
                </a:path>
              </a:pathLst>
            </a:custGeom>
            <a:noFill/>
            <a:ln w="9525" cap="flat" cmpd="sng">
              <a:solidFill>
                <a:schemeClr val="accent1"/>
              </a:solidFill>
              <a:prstDash val="solid"/>
              <a:round/>
              <a:headEnd type="none" w="med" len="med"/>
              <a:tailEnd type="none" w="med" len="med"/>
            </a:ln>
          </p:spPr>
        </p:sp>
        <p:grpSp>
          <p:nvGrpSpPr>
            <p:cNvPr id="612" name="Google Shape;612;p23"/>
            <p:cNvGrpSpPr/>
            <p:nvPr/>
          </p:nvGrpSpPr>
          <p:grpSpPr>
            <a:xfrm rot="10800000">
              <a:off x="11" y="108546"/>
              <a:ext cx="493321" cy="357312"/>
              <a:chOff x="1722354" y="229144"/>
              <a:chExt cx="1748744" cy="1266614"/>
            </a:xfrm>
          </p:grpSpPr>
          <p:sp>
            <p:nvSpPr>
              <p:cNvPr id="613" name="Google Shape;613;p23"/>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4" name="Google Shape;614;p23"/>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15" name="Google Shape;615;p23"/>
            <p:cNvSpPr/>
            <p:nvPr/>
          </p:nvSpPr>
          <p:spPr>
            <a:xfrm rot="-5400000" flipH="1">
              <a:off x="8788045" y="3598950"/>
              <a:ext cx="870400" cy="2850775"/>
            </a:xfrm>
            <a:custGeom>
              <a:avLst/>
              <a:gdLst/>
              <a:ahLst/>
              <a:cxnLst/>
              <a:rect l="l" t="t" r="r" b="b"/>
              <a:pathLst>
                <a:path w="34816" h="114031" extrusionOk="0">
                  <a:moveTo>
                    <a:pt x="18318" y="0"/>
                  </a:moveTo>
                  <a:lnTo>
                    <a:pt x="18318" y="9948"/>
                  </a:lnTo>
                  <a:lnTo>
                    <a:pt x="0" y="28265"/>
                  </a:lnTo>
                  <a:lnTo>
                    <a:pt x="0" y="48039"/>
                  </a:lnTo>
                  <a:lnTo>
                    <a:pt x="10736" y="58775"/>
                  </a:lnTo>
                  <a:lnTo>
                    <a:pt x="34816" y="58775"/>
                  </a:lnTo>
                  <a:lnTo>
                    <a:pt x="34816" y="114031"/>
                  </a:lnTo>
                </a:path>
              </a:pathLst>
            </a:custGeom>
            <a:noFill/>
            <a:ln w="9525" cap="flat" cmpd="sng">
              <a:solidFill>
                <a:schemeClr val="accent1"/>
              </a:solidFill>
              <a:prstDash val="solid"/>
              <a:round/>
              <a:headEnd type="none" w="med" len="med"/>
              <a:tailEnd type="none" w="med" len="med"/>
            </a:ln>
          </p:spPr>
        </p:sp>
        <p:grpSp>
          <p:nvGrpSpPr>
            <p:cNvPr id="616" name="Google Shape;616;p23"/>
            <p:cNvGrpSpPr/>
            <p:nvPr/>
          </p:nvGrpSpPr>
          <p:grpSpPr>
            <a:xfrm rot="-5400000" flipH="1">
              <a:off x="8489086" y="4163846"/>
              <a:ext cx="493321" cy="357312"/>
              <a:chOff x="1722354" y="229144"/>
              <a:chExt cx="1748744" cy="1266614"/>
            </a:xfrm>
          </p:grpSpPr>
          <p:sp>
            <p:nvSpPr>
              <p:cNvPr id="617" name="Google Shape;617;p23"/>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8" name="Google Shape;618;p23"/>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19" name="Google Shape;619;p23"/>
            <p:cNvGrpSpPr/>
            <p:nvPr/>
          </p:nvGrpSpPr>
          <p:grpSpPr>
            <a:xfrm rot="5400000" flipH="1">
              <a:off x="765337" y="-239460"/>
              <a:ext cx="965258" cy="273510"/>
              <a:chOff x="-6675" y="2881558"/>
              <a:chExt cx="9140700" cy="2059567"/>
            </a:xfrm>
          </p:grpSpPr>
          <p:cxnSp>
            <p:nvCxnSpPr>
              <p:cNvPr id="620" name="Google Shape;620;p23"/>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1" name="Google Shape;621;p23"/>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2" name="Google Shape;622;p23"/>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3" name="Google Shape;623;p23"/>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24" name="Google Shape;624;p23"/>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grpSp>
      <p:grpSp>
        <p:nvGrpSpPr>
          <p:cNvPr id="625" name="Google Shape;625;p23"/>
          <p:cNvGrpSpPr/>
          <p:nvPr/>
        </p:nvGrpSpPr>
        <p:grpSpPr>
          <a:xfrm>
            <a:off x="331421" y="2211149"/>
            <a:ext cx="11554441" cy="1261740"/>
            <a:chOff x="248565" y="1658361"/>
            <a:chExt cx="8665831" cy="946305"/>
          </a:xfrm>
        </p:grpSpPr>
        <p:sp>
          <p:nvSpPr>
            <p:cNvPr id="626" name="Google Shape;626;p23"/>
            <p:cNvSpPr/>
            <p:nvPr/>
          </p:nvSpPr>
          <p:spPr>
            <a:xfrm rot="10800000" flipH="1">
              <a:off x="248565" y="165836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7" name="Google Shape;627;p23"/>
            <p:cNvSpPr/>
            <p:nvPr/>
          </p:nvSpPr>
          <p:spPr>
            <a:xfrm flipH="1">
              <a:off x="8874340" y="216378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28" name="Google Shape;628;p23"/>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42225691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629"/>
        <p:cNvGrpSpPr/>
        <p:nvPr/>
      </p:nvGrpSpPr>
      <p:grpSpPr>
        <a:xfrm>
          <a:off x="0" y="0"/>
          <a:ext cx="0" cy="0"/>
          <a:chOff x="0" y="0"/>
          <a:chExt cx="0" cy="0"/>
        </a:xfrm>
      </p:grpSpPr>
      <p:grpSp>
        <p:nvGrpSpPr>
          <p:cNvPr id="630" name="Google Shape;630;p24"/>
          <p:cNvGrpSpPr/>
          <p:nvPr/>
        </p:nvGrpSpPr>
        <p:grpSpPr>
          <a:xfrm>
            <a:off x="331670" y="655373"/>
            <a:ext cx="11559132" cy="6128356"/>
            <a:chOff x="188277" y="445029"/>
            <a:chExt cx="8669349" cy="4596267"/>
          </a:xfrm>
        </p:grpSpPr>
        <p:sp>
          <p:nvSpPr>
            <p:cNvPr id="631" name="Google Shape;631;p24"/>
            <p:cNvSpPr/>
            <p:nvPr/>
          </p:nvSpPr>
          <p:spPr>
            <a:xfrm rot="10800000">
              <a:off x="8615635" y="6844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2" name="Google Shape;632;p24"/>
            <p:cNvSpPr/>
            <p:nvPr/>
          </p:nvSpPr>
          <p:spPr>
            <a:xfrm rot="10800000">
              <a:off x="8814510" y="445029"/>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633" name="Google Shape;633;p24"/>
            <p:cNvGrpSpPr/>
            <p:nvPr/>
          </p:nvGrpSpPr>
          <p:grpSpPr>
            <a:xfrm>
              <a:off x="188277" y="4275152"/>
              <a:ext cx="206891" cy="766144"/>
              <a:chOff x="8650702" y="3525402"/>
              <a:chExt cx="206891" cy="766144"/>
            </a:xfrm>
          </p:grpSpPr>
          <p:sp>
            <p:nvSpPr>
              <p:cNvPr id="634" name="Google Shape;634;p24"/>
              <p:cNvSpPr/>
              <p:nvPr/>
            </p:nvSpPr>
            <p:spPr>
              <a:xfrm rot="10800000">
                <a:off x="8650702" y="352540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5" name="Google Shape;635;p24"/>
              <p:cNvSpPr/>
              <p:nvPr/>
            </p:nvSpPr>
            <p:spPr>
              <a:xfrm rot="10800000">
                <a:off x="8814477" y="3816552"/>
                <a:ext cx="43116" cy="474994"/>
              </a:xfrm>
              <a:custGeom>
                <a:avLst/>
                <a:gdLst/>
                <a:ahLst/>
                <a:cxnLst/>
                <a:rect l="l" t="t" r="r" b="b"/>
                <a:pathLst>
                  <a:path w="754" h="8307" fill="none" extrusionOk="0">
                    <a:moveTo>
                      <a:pt x="391" y="8307"/>
                    </a:moveTo>
                    <a:lnTo>
                      <a:pt x="391" y="8307"/>
                    </a:lnTo>
                    <a:cubicBezTo>
                      <a:pt x="181" y="8307"/>
                      <a:pt x="0" y="8155"/>
                      <a:pt x="0" y="7944"/>
                    </a:cubicBezTo>
                    <a:lnTo>
                      <a:pt x="0" y="363"/>
                    </a:lnTo>
                    <a:cubicBezTo>
                      <a:pt x="0" y="182"/>
                      <a:pt x="181" y="1"/>
                      <a:pt x="391" y="1"/>
                    </a:cubicBezTo>
                    <a:lnTo>
                      <a:pt x="391" y="1"/>
                    </a:lnTo>
                    <a:cubicBezTo>
                      <a:pt x="573" y="1"/>
                      <a:pt x="754" y="182"/>
                      <a:pt x="754" y="363"/>
                    </a:cubicBezTo>
                    <a:lnTo>
                      <a:pt x="754" y="7944"/>
                    </a:lnTo>
                    <a:cubicBezTo>
                      <a:pt x="754" y="8155"/>
                      <a:pt x="573" y="8307"/>
                      <a:pt x="391" y="8307"/>
                    </a:cubicBezTo>
                    <a:close/>
                  </a:path>
                </a:pathLst>
              </a:custGeom>
              <a:noFill/>
              <a:ln w="9525" cap="flat" cmpd="sng">
                <a:solidFill>
                  <a:schemeClr val="accen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636" name="Google Shape;636;p24"/>
          <p:cNvGrpSpPr/>
          <p:nvPr/>
        </p:nvGrpSpPr>
        <p:grpSpPr>
          <a:xfrm>
            <a:off x="420834" y="1706375"/>
            <a:ext cx="11469980" cy="2083245"/>
            <a:chOff x="174750" y="1380581"/>
            <a:chExt cx="8602485" cy="1562434"/>
          </a:xfrm>
        </p:grpSpPr>
        <p:sp>
          <p:nvSpPr>
            <p:cNvPr id="637" name="Google Shape;637;p24"/>
            <p:cNvSpPr/>
            <p:nvPr/>
          </p:nvSpPr>
          <p:spPr>
            <a:xfrm rot="10800000">
              <a:off x="8737179" y="1380581"/>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8" name="Google Shape;638;p24"/>
            <p:cNvSpPr/>
            <p:nvPr/>
          </p:nvSpPr>
          <p:spPr>
            <a:xfrm rot="10800000">
              <a:off x="174750" y="2502136"/>
              <a:ext cx="40056" cy="440880"/>
            </a:xfrm>
            <a:custGeom>
              <a:avLst/>
              <a:gdLst/>
              <a:ahLst/>
              <a:cxnLst/>
              <a:rect l="l" t="t" r="r" b="b"/>
              <a:pathLst>
                <a:path w="1146" h="12620" extrusionOk="0">
                  <a:moveTo>
                    <a:pt x="573" y="1"/>
                  </a:moveTo>
                  <a:cubicBezTo>
                    <a:pt x="240" y="1"/>
                    <a:pt x="1" y="240"/>
                    <a:pt x="1" y="573"/>
                  </a:cubicBezTo>
                  <a:lnTo>
                    <a:pt x="1" y="12046"/>
                  </a:lnTo>
                  <a:cubicBezTo>
                    <a:pt x="1" y="12351"/>
                    <a:pt x="240" y="12619"/>
                    <a:pt x="573" y="12619"/>
                  </a:cubicBezTo>
                  <a:cubicBezTo>
                    <a:pt x="878" y="12619"/>
                    <a:pt x="1146" y="12351"/>
                    <a:pt x="1146" y="12046"/>
                  </a:cubicBezTo>
                  <a:lnTo>
                    <a:pt x="1146" y="573"/>
                  </a:lnTo>
                  <a:cubicBezTo>
                    <a:pt x="1146" y="240"/>
                    <a:pt x="878" y="1"/>
                    <a:pt x="57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39" name="Google Shape;639;p24"/>
          <p:cNvGrpSpPr/>
          <p:nvPr/>
        </p:nvGrpSpPr>
        <p:grpSpPr>
          <a:xfrm>
            <a:off x="474231" y="-756412"/>
            <a:ext cx="11668669" cy="7928879"/>
            <a:chOff x="251623" y="-534009"/>
            <a:chExt cx="8751502" cy="5946659"/>
          </a:xfrm>
        </p:grpSpPr>
        <p:grpSp>
          <p:nvGrpSpPr>
            <p:cNvPr id="640" name="Google Shape;640;p24"/>
            <p:cNvGrpSpPr/>
            <p:nvPr/>
          </p:nvGrpSpPr>
          <p:grpSpPr>
            <a:xfrm rot="10800000">
              <a:off x="251623" y="3645746"/>
              <a:ext cx="493321" cy="357312"/>
              <a:chOff x="1722354" y="229144"/>
              <a:chExt cx="1748744" cy="1266614"/>
            </a:xfrm>
          </p:grpSpPr>
          <p:sp>
            <p:nvSpPr>
              <p:cNvPr id="641" name="Google Shape;641;p24"/>
              <p:cNvSpPr/>
              <p:nvPr/>
            </p:nvSpPr>
            <p:spPr>
              <a:xfrm rot="10800000">
                <a:off x="2239107" y="792406"/>
                <a:ext cx="1231990" cy="703352"/>
              </a:xfrm>
              <a:custGeom>
                <a:avLst/>
                <a:gdLst/>
                <a:ahLst/>
                <a:cxnLst/>
                <a:rect l="l" t="t" r="r" b="b"/>
                <a:pathLst>
                  <a:path w="4864" h="2777" fill="none" extrusionOk="0">
                    <a:moveTo>
                      <a:pt x="4863" y="2776"/>
                    </a:moveTo>
                    <a:lnTo>
                      <a:pt x="2051" y="0"/>
                    </a:lnTo>
                    <a:lnTo>
                      <a:pt x="0" y="0"/>
                    </a:lnTo>
                  </a:path>
                </a:pathLst>
              </a:custGeom>
              <a:noFill/>
              <a:ln w="95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2" name="Google Shape;642;p24"/>
              <p:cNvSpPr/>
              <p:nvPr/>
            </p:nvSpPr>
            <p:spPr>
              <a:xfrm rot="10800000">
                <a:off x="1722354" y="229144"/>
                <a:ext cx="627506" cy="620727"/>
              </a:xfrm>
              <a:custGeom>
                <a:avLst/>
                <a:gdLst/>
                <a:ahLst/>
                <a:cxnLst/>
                <a:rect l="l" t="t" r="r" b="b"/>
                <a:pathLst>
                  <a:path w="2748" h="2719" fill="none" extrusionOk="0">
                    <a:moveTo>
                      <a:pt x="2748" y="1363"/>
                    </a:moveTo>
                    <a:cubicBezTo>
                      <a:pt x="2748" y="2117"/>
                      <a:pt x="2117" y="2718"/>
                      <a:pt x="1392" y="2718"/>
                    </a:cubicBezTo>
                    <a:cubicBezTo>
                      <a:pt x="638" y="2718"/>
                      <a:pt x="1" y="2117"/>
                      <a:pt x="1" y="1363"/>
                    </a:cubicBezTo>
                    <a:cubicBezTo>
                      <a:pt x="1" y="609"/>
                      <a:pt x="638" y="0"/>
                      <a:pt x="1392" y="0"/>
                    </a:cubicBezTo>
                    <a:cubicBezTo>
                      <a:pt x="2117" y="0"/>
                      <a:pt x="2748" y="609"/>
                      <a:pt x="2748" y="1363"/>
                    </a:cubicBezTo>
                    <a:close/>
                  </a:path>
                </a:pathLst>
              </a:custGeom>
              <a:noFill/>
              <a:ln w="9525" cap="flat" cmpd="sng">
                <a:solidFill>
                  <a:schemeClr val="lt1"/>
                </a:solidFill>
                <a:prstDash val="solid"/>
                <a:miter lim="72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43" name="Google Shape;643;p24"/>
            <p:cNvGrpSpPr/>
            <p:nvPr/>
          </p:nvGrpSpPr>
          <p:grpSpPr>
            <a:xfrm rot="5400000" flipH="1">
              <a:off x="7247712" y="-188135"/>
              <a:ext cx="965258" cy="273510"/>
              <a:chOff x="-6675" y="2881558"/>
              <a:chExt cx="9140700" cy="2059567"/>
            </a:xfrm>
          </p:grpSpPr>
          <p:cxnSp>
            <p:nvCxnSpPr>
              <p:cNvPr id="644" name="Google Shape;644;p24"/>
              <p:cNvCxnSpPr/>
              <p:nvPr/>
            </p:nvCxnSpPr>
            <p:spPr>
              <a:xfrm>
                <a:off x="-6675" y="2881558"/>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5" name="Google Shape;645;p24"/>
              <p:cNvCxnSpPr/>
              <p:nvPr/>
            </p:nvCxnSpPr>
            <p:spPr>
              <a:xfrm>
                <a:off x="-6675" y="3396450"/>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6" name="Google Shape;646;p24"/>
              <p:cNvCxnSpPr/>
              <p:nvPr/>
            </p:nvCxnSpPr>
            <p:spPr>
              <a:xfrm>
                <a:off x="-6675" y="3911342"/>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7" name="Google Shape;647;p24"/>
              <p:cNvCxnSpPr/>
              <p:nvPr/>
            </p:nvCxnSpPr>
            <p:spPr>
              <a:xfrm>
                <a:off x="-6675" y="4426233"/>
                <a:ext cx="9140700" cy="0"/>
              </a:xfrm>
              <a:prstGeom prst="straightConnector1">
                <a:avLst/>
              </a:prstGeom>
              <a:noFill/>
              <a:ln w="9525" cap="flat" cmpd="sng">
                <a:solidFill>
                  <a:schemeClr val="accent1"/>
                </a:solidFill>
                <a:prstDash val="solid"/>
                <a:round/>
                <a:headEnd type="none" w="med" len="med"/>
                <a:tailEnd type="none" w="med" len="med"/>
              </a:ln>
            </p:spPr>
          </p:cxnSp>
          <p:cxnSp>
            <p:nvCxnSpPr>
              <p:cNvPr id="648" name="Google Shape;648;p24"/>
              <p:cNvCxnSpPr/>
              <p:nvPr/>
            </p:nvCxnSpPr>
            <p:spPr>
              <a:xfrm>
                <a:off x="-6675" y="4941125"/>
                <a:ext cx="9140700" cy="0"/>
              </a:xfrm>
              <a:prstGeom prst="straightConnector1">
                <a:avLst/>
              </a:prstGeom>
              <a:noFill/>
              <a:ln w="9525" cap="flat" cmpd="sng">
                <a:solidFill>
                  <a:schemeClr val="accent1"/>
                </a:solidFill>
                <a:prstDash val="solid"/>
                <a:round/>
                <a:headEnd type="none" w="med" len="med"/>
                <a:tailEnd type="none" w="med" len="med"/>
              </a:ln>
            </p:spPr>
          </p:cxnSp>
        </p:grpSp>
        <p:sp>
          <p:nvSpPr>
            <p:cNvPr id="649" name="Google Shape;649;p24"/>
            <p:cNvSpPr/>
            <p:nvPr/>
          </p:nvSpPr>
          <p:spPr>
            <a:xfrm>
              <a:off x="5746750" y="-57000"/>
              <a:ext cx="3256375" cy="488250"/>
            </a:xfrm>
            <a:custGeom>
              <a:avLst/>
              <a:gdLst/>
              <a:ahLst/>
              <a:cxnLst/>
              <a:rect l="l" t="t" r="r" b="b"/>
              <a:pathLst>
                <a:path w="130255" h="19530" extrusionOk="0">
                  <a:moveTo>
                    <a:pt x="0" y="0"/>
                  </a:moveTo>
                  <a:lnTo>
                    <a:pt x="19531" y="19530"/>
                  </a:lnTo>
                  <a:lnTo>
                    <a:pt x="93650" y="19530"/>
                  </a:lnTo>
                  <a:lnTo>
                    <a:pt x="102323" y="10857"/>
                  </a:lnTo>
                  <a:lnTo>
                    <a:pt x="121066" y="10857"/>
                  </a:lnTo>
                  <a:lnTo>
                    <a:pt x="130255" y="1668"/>
                  </a:lnTo>
                </a:path>
              </a:pathLst>
            </a:custGeom>
            <a:noFill/>
            <a:ln w="9525" cap="flat" cmpd="sng">
              <a:solidFill>
                <a:schemeClr val="accent1"/>
              </a:solidFill>
              <a:prstDash val="solid"/>
              <a:round/>
              <a:headEnd type="none" w="med" len="med"/>
              <a:tailEnd type="none" w="med" len="med"/>
            </a:ln>
          </p:spPr>
        </p:sp>
        <p:sp>
          <p:nvSpPr>
            <p:cNvPr id="650" name="Google Shape;650;p24"/>
            <p:cNvSpPr/>
            <p:nvPr/>
          </p:nvSpPr>
          <p:spPr>
            <a:xfrm>
              <a:off x="260200" y="3089575"/>
              <a:ext cx="476150" cy="2323075"/>
            </a:xfrm>
            <a:custGeom>
              <a:avLst/>
              <a:gdLst/>
              <a:ahLst/>
              <a:cxnLst/>
              <a:rect l="l" t="t" r="r" b="b"/>
              <a:pathLst>
                <a:path w="19046" h="92923" extrusionOk="0">
                  <a:moveTo>
                    <a:pt x="0" y="0"/>
                  </a:moveTo>
                  <a:lnTo>
                    <a:pt x="0" y="36635"/>
                  </a:lnTo>
                  <a:lnTo>
                    <a:pt x="19046" y="55681"/>
                  </a:lnTo>
                  <a:lnTo>
                    <a:pt x="19046" y="92923"/>
                  </a:lnTo>
                </a:path>
              </a:pathLst>
            </a:custGeom>
            <a:noFill/>
            <a:ln w="9525" cap="flat" cmpd="sng">
              <a:solidFill>
                <a:schemeClr val="accent1"/>
              </a:solidFill>
              <a:prstDash val="solid"/>
              <a:round/>
              <a:headEnd type="none" w="med" len="med"/>
              <a:tailEnd type="none" w="med" len="med"/>
            </a:ln>
          </p:spPr>
        </p:sp>
      </p:grpSp>
      <p:sp>
        <p:nvSpPr>
          <p:cNvPr id="651" name="Google Shape;651;p24"/>
          <p:cNvSpPr/>
          <p:nvPr/>
        </p:nvSpPr>
        <p:spPr>
          <a:xfrm rot="-5400000">
            <a:off x="676447" y="843663"/>
            <a:ext cx="304100" cy="263000"/>
          </a:xfrm>
          <a:prstGeom prst="flowChartMerge">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9257949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655"/>
        <p:cNvGrpSpPr/>
        <p:nvPr/>
      </p:nvGrpSpPr>
      <p:grpSpPr>
        <a:xfrm>
          <a:off x="0" y="0"/>
          <a:ext cx="0" cy="0"/>
          <a:chOff x="0" y="0"/>
          <a:chExt cx="0" cy="0"/>
        </a:xfrm>
      </p:grpSpPr>
    </p:spTree>
    <p:extLst>
      <p:ext uri="{BB962C8B-B14F-4D97-AF65-F5344CB8AC3E}">
        <p14:creationId xmlns:p14="http://schemas.microsoft.com/office/powerpoint/2010/main" val="181557803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656"/>
        <p:cNvGrpSpPr/>
        <p:nvPr/>
      </p:nvGrpSpPr>
      <p:grpSpPr>
        <a:xfrm>
          <a:off x="0" y="0"/>
          <a:ext cx="0" cy="0"/>
          <a:chOff x="0" y="0"/>
          <a:chExt cx="0" cy="0"/>
        </a:xfrm>
      </p:grpSpPr>
      <p:sp>
        <p:nvSpPr>
          <p:cNvPr id="657" name="Google Shape;657;p27"/>
          <p:cNvSpPr txBox="1">
            <a:spLocks noGrp="1"/>
          </p:cNvSpPr>
          <p:nvPr>
            <p:ph type="title"/>
          </p:nvPr>
        </p:nvSpPr>
        <p:spPr>
          <a:xfrm>
            <a:off x="955600" y="681367"/>
            <a:ext cx="10280800" cy="6432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solidFill>
                  <a:schemeClr val="lt1"/>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16189153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18" name="Google Shape;18;p2"/>
          <p:cNvSpPr txBox="1">
            <a:spLocks noGrp="1"/>
          </p:cNvSpPr>
          <p:nvPr>
            <p:ph type="ctrTitle"/>
          </p:nvPr>
        </p:nvSpPr>
        <p:spPr>
          <a:xfrm>
            <a:off x="950967" y="1670569"/>
            <a:ext cx="5826800" cy="28684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80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9" name="Google Shape;19;p2"/>
          <p:cNvSpPr txBox="1">
            <a:spLocks noGrp="1"/>
          </p:cNvSpPr>
          <p:nvPr>
            <p:ph type="subTitle" idx="1"/>
          </p:nvPr>
        </p:nvSpPr>
        <p:spPr>
          <a:xfrm>
            <a:off x="950967" y="4553031"/>
            <a:ext cx="5826800" cy="6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30609615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5507400" y="3497933"/>
            <a:ext cx="5733600" cy="1122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60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22" name="Google Shape;22;p3"/>
          <p:cNvSpPr txBox="1">
            <a:spLocks noGrp="1"/>
          </p:cNvSpPr>
          <p:nvPr>
            <p:ph type="title" idx="2" hasCustomPrompt="1"/>
          </p:nvPr>
        </p:nvSpPr>
        <p:spPr>
          <a:xfrm>
            <a:off x="5507400" y="2237667"/>
            <a:ext cx="5733600" cy="11224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Tree>
    <p:extLst>
      <p:ext uri="{BB962C8B-B14F-4D97-AF65-F5344CB8AC3E}">
        <p14:creationId xmlns:p14="http://schemas.microsoft.com/office/powerpoint/2010/main" val="180768940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0" name="Google Shape;10;p2"/>
          <p:cNvSpPr/>
          <p:nvPr/>
        </p:nvSpPr>
        <p:spPr>
          <a:xfrm>
            <a:off x="570233" y="620600"/>
            <a:ext cx="11115600" cy="57584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1" name="Google Shape;11;p2"/>
          <p:cNvSpPr txBox="1">
            <a:spLocks noGrp="1"/>
          </p:cNvSpPr>
          <p:nvPr>
            <p:ph type="ctrTitle"/>
          </p:nvPr>
        </p:nvSpPr>
        <p:spPr>
          <a:xfrm>
            <a:off x="1584800" y="830967"/>
            <a:ext cx="9198000" cy="28400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SzPts val="5200"/>
              <a:buNone/>
              <a:defRPr sz="65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2" name="Google Shape;12;p2"/>
          <p:cNvSpPr txBox="1">
            <a:spLocks noGrp="1"/>
          </p:cNvSpPr>
          <p:nvPr>
            <p:ph type="subTitle" idx="1"/>
          </p:nvPr>
        </p:nvSpPr>
        <p:spPr>
          <a:xfrm>
            <a:off x="3868367" y="4736000"/>
            <a:ext cx="6914400" cy="12240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2133"/>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6373784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pic>
        <p:nvPicPr>
          <p:cNvPr id="14" name="Google Shape;14;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5" name="Google Shape;15;p3"/>
          <p:cNvSpPr txBox="1">
            <a:spLocks noGrp="1"/>
          </p:cNvSpPr>
          <p:nvPr>
            <p:ph type="title"/>
          </p:nvPr>
        </p:nvSpPr>
        <p:spPr>
          <a:xfrm>
            <a:off x="1552767" y="2743000"/>
            <a:ext cx="5848000" cy="22716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66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6" name="Google Shape;16;p3"/>
          <p:cNvSpPr txBox="1">
            <a:spLocks noGrp="1"/>
          </p:cNvSpPr>
          <p:nvPr>
            <p:ph type="title" idx="2" hasCustomPrompt="1"/>
          </p:nvPr>
        </p:nvSpPr>
        <p:spPr>
          <a:xfrm>
            <a:off x="1552800" y="1629700"/>
            <a:ext cx="2014800" cy="11132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7" name="Google Shape;17;p3"/>
          <p:cNvSpPr txBox="1">
            <a:spLocks noGrp="1"/>
          </p:cNvSpPr>
          <p:nvPr>
            <p:ph type="subTitle" idx="1"/>
          </p:nvPr>
        </p:nvSpPr>
        <p:spPr>
          <a:xfrm>
            <a:off x="1552785" y="5159900"/>
            <a:ext cx="5848000" cy="5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2636793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pic>
        <p:nvPicPr>
          <p:cNvPr id="19" name="Google Shape;19;p4"/>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0" name="Google Shape;20;p4"/>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21" name="Google Shape;21;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2" name="Google Shape;22;p4"/>
          <p:cNvSpPr txBox="1">
            <a:spLocks noGrp="1"/>
          </p:cNvSpPr>
          <p:nvPr>
            <p:ph type="body" idx="1"/>
          </p:nvPr>
        </p:nvSpPr>
        <p:spPr>
          <a:xfrm>
            <a:off x="960000" y="1536633"/>
            <a:ext cx="10272000" cy="4555200"/>
          </a:xfrm>
          <a:prstGeom prst="rect">
            <a:avLst/>
          </a:prstGeom>
        </p:spPr>
        <p:txBody>
          <a:bodyPr spcFirstLastPara="1" wrap="square" lIns="91425" tIns="91425" rIns="91425" bIns="91425" anchor="t" anchorCtr="0">
            <a:noAutofit/>
          </a:bodyPr>
          <a:lstStyle>
            <a:lvl1pPr marL="609585" lvl="0" indent="-423323" rtl="0">
              <a:lnSpc>
                <a:spcPct val="115000"/>
              </a:lnSpc>
              <a:spcBef>
                <a:spcPts val="0"/>
              </a:spcBef>
              <a:spcAft>
                <a:spcPts val="0"/>
              </a:spcAft>
              <a:buClr>
                <a:srgbClr val="434343"/>
              </a:buClr>
              <a:buSzPts val="1400"/>
              <a:buChar char="●"/>
              <a:defRPr sz="1867">
                <a:solidFill>
                  <a:srgbClr val="434343"/>
                </a:solidFill>
              </a:defRPr>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108818590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3"/>
        <p:cNvGrpSpPr/>
        <p:nvPr/>
      </p:nvGrpSpPr>
      <p:grpSpPr>
        <a:xfrm>
          <a:off x="0" y="0"/>
          <a:ext cx="0" cy="0"/>
          <a:chOff x="0" y="0"/>
          <a:chExt cx="0" cy="0"/>
        </a:xfrm>
      </p:grpSpPr>
      <p:pic>
        <p:nvPicPr>
          <p:cNvPr id="24" name="Google Shape;24;p5"/>
          <p:cNvPicPr preferRelativeResize="0"/>
          <p:nvPr/>
        </p:nvPicPr>
        <p:blipFill>
          <a:blip r:embed="rId2">
            <a:alphaModFix/>
          </a:blip>
          <a:stretch>
            <a:fillRect/>
          </a:stretch>
        </p:blipFill>
        <p:spPr>
          <a:xfrm>
            <a:off x="0" y="0"/>
            <a:ext cx="12192000" cy="6858000"/>
          </a:xfrm>
          <a:prstGeom prst="rect">
            <a:avLst/>
          </a:prstGeom>
          <a:noFill/>
          <a:ln>
            <a:noFill/>
          </a:ln>
        </p:spPr>
      </p:pic>
      <p:sp>
        <p:nvSpPr>
          <p:cNvPr id="25" name="Google Shape;25;p5"/>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26" name="Google Shape;26;p5"/>
          <p:cNvSpPr txBox="1">
            <a:spLocks noGrp="1"/>
          </p:cNvSpPr>
          <p:nvPr>
            <p:ph type="subTitle" idx="1"/>
          </p:nvPr>
        </p:nvSpPr>
        <p:spPr>
          <a:xfrm>
            <a:off x="2216684" y="3443533"/>
            <a:ext cx="3350400" cy="6640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7" name="Google Shape;27;p5"/>
          <p:cNvSpPr txBox="1">
            <a:spLocks noGrp="1"/>
          </p:cNvSpPr>
          <p:nvPr>
            <p:ph type="subTitle" idx="2"/>
          </p:nvPr>
        </p:nvSpPr>
        <p:spPr>
          <a:xfrm>
            <a:off x="6624917" y="3443533"/>
            <a:ext cx="3350400" cy="66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8" name="Google Shape;28;p5"/>
          <p:cNvSpPr txBox="1">
            <a:spLocks noGrp="1"/>
          </p:cNvSpPr>
          <p:nvPr>
            <p:ph type="subTitle" idx="3"/>
          </p:nvPr>
        </p:nvSpPr>
        <p:spPr>
          <a:xfrm>
            <a:off x="2216684" y="4107467"/>
            <a:ext cx="3350400" cy="107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9" name="Google Shape;29;p5"/>
          <p:cNvSpPr txBox="1">
            <a:spLocks noGrp="1"/>
          </p:cNvSpPr>
          <p:nvPr>
            <p:ph type="subTitle" idx="4"/>
          </p:nvPr>
        </p:nvSpPr>
        <p:spPr>
          <a:xfrm>
            <a:off x="6624917" y="4107467"/>
            <a:ext cx="3350400" cy="107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 name="Google Shape;30;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5712738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1"/>
        <p:cNvGrpSpPr/>
        <p:nvPr/>
      </p:nvGrpSpPr>
      <p:grpSpPr>
        <a:xfrm>
          <a:off x="0" y="0"/>
          <a:ext cx="0" cy="0"/>
          <a:chOff x="0" y="0"/>
          <a:chExt cx="0" cy="0"/>
        </a:xfrm>
      </p:grpSpPr>
      <p:pic>
        <p:nvPicPr>
          <p:cNvPr id="32" name="Google Shape;32;p6"/>
          <p:cNvPicPr preferRelativeResize="0"/>
          <p:nvPr/>
        </p:nvPicPr>
        <p:blipFill>
          <a:blip r:embed="rId2">
            <a:alphaModFix/>
          </a:blip>
          <a:stretch>
            <a:fillRect/>
          </a:stretch>
        </p:blipFill>
        <p:spPr>
          <a:xfrm>
            <a:off x="0" y="0"/>
            <a:ext cx="12192000" cy="6858000"/>
          </a:xfrm>
          <a:prstGeom prst="rect">
            <a:avLst/>
          </a:prstGeom>
          <a:noFill/>
          <a:ln>
            <a:noFill/>
          </a:ln>
        </p:spPr>
      </p:pic>
      <p:sp>
        <p:nvSpPr>
          <p:cNvPr id="33" name="Google Shape;33;p6"/>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34" name="Google Shape;34;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15659598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5"/>
        <p:cNvGrpSpPr/>
        <p:nvPr/>
      </p:nvGrpSpPr>
      <p:grpSpPr>
        <a:xfrm>
          <a:off x="0" y="0"/>
          <a:ext cx="0" cy="0"/>
          <a:chOff x="0" y="0"/>
          <a:chExt cx="0" cy="0"/>
        </a:xfrm>
      </p:grpSpPr>
      <p:pic>
        <p:nvPicPr>
          <p:cNvPr id="36" name="Google Shape;36;p7"/>
          <p:cNvPicPr preferRelativeResize="0"/>
          <p:nvPr/>
        </p:nvPicPr>
        <p:blipFill>
          <a:blip r:embed="rId2">
            <a:alphaModFix/>
          </a:blip>
          <a:stretch>
            <a:fillRect/>
          </a:stretch>
        </p:blipFill>
        <p:spPr>
          <a:xfrm>
            <a:off x="0" y="0"/>
            <a:ext cx="12192000" cy="6858032"/>
          </a:xfrm>
          <a:prstGeom prst="rect">
            <a:avLst/>
          </a:prstGeom>
          <a:noFill/>
          <a:ln>
            <a:noFill/>
          </a:ln>
        </p:spPr>
      </p:pic>
      <p:sp>
        <p:nvSpPr>
          <p:cNvPr id="37" name="Google Shape;37;p7"/>
          <p:cNvSpPr txBox="1">
            <a:spLocks noGrp="1"/>
          </p:cNvSpPr>
          <p:nvPr>
            <p:ph type="title"/>
          </p:nvPr>
        </p:nvSpPr>
        <p:spPr>
          <a:xfrm>
            <a:off x="960000" y="593367"/>
            <a:ext cx="6014400" cy="1495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8" name="Google Shape;38;p7"/>
          <p:cNvSpPr txBox="1">
            <a:spLocks noGrp="1"/>
          </p:cNvSpPr>
          <p:nvPr>
            <p:ph type="body" idx="1"/>
          </p:nvPr>
        </p:nvSpPr>
        <p:spPr>
          <a:xfrm>
            <a:off x="960000" y="2481100"/>
            <a:ext cx="6014400" cy="3142000"/>
          </a:xfrm>
          <a:prstGeom prst="rect">
            <a:avLst/>
          </a:prstGeom>
          <a:ln>
            <a:noFill/>
          </a:ln>
        </p:spPr>
        <p:txBody>
          <a:bodyPr spcFirstLastPara="1" wrap="square" lIns="91425" tIns="91425" rIns="91425" bIns="91425" anchor="t" anchorCtr="0">
            <a:noAutofit/>
          </a:bodyPr>
          <a:lstStyle>
            <a:lvl1pPr marL="609585" lvl="0" indent="-423323" rtl="0">
              <a:lnSpc>
                <a:spcPct val="115000"/>
              </a:lnSpc>
              <a:spcBef>
                <a:spcPts val="0"/>
              </a:spcBef>
              <a:spcAft>
                <a:spcPts val="0"/>
              </a:spcAft>
              <a:buSzPts val="1400"/>
              <a:buChar char="●"/>
              <a:defRPr sz="1867"/>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US"/>
              <a:t>Click to edit Master text styles</a:t>
            </a:r>
          </a:p>
        </p:txBody>
      </p:sp>
    </p:spTree>
    <p:extLst>
      <p:ext uri="{BB962C8B-B14F-4D97-AF65-F5344CB8AC3E}">
        <p14:creationId xmlns:p14="http://schemas.microsoft.com/office/powerpoint/2010/main" val="399165622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9"/>
        <p:cNvGrpSpPr/>
        <p:nvPr/>
      </p:nvGrpSpPr>
      <p:grpSpPr>
        <a:xfrm>
          <a:off x="0" y="0"/>
          <a:ext cx="0" cy="0"/>
          <a:chOff x="0" y="0"/>
          <a:chExt cx="0" cy="0"/>
        </a:xfrm>
      </p:grpSpPr>
      <p:pic>
        <p:nvPicPr>
          <p:cNvPr id="40" name="Google Shape;40;p8"/>
          <p:cNvPicPr preferRelativeResize="0"/>
          <p:nvPr/>
        </p:nvPicPr>
        <p:blipFill>
          <a:blip r:embed="rId2">
            <a:alphaModFix/>
          </a:blip>
          <a:stretch>
            <a:fillRect/>
          </a:stretch>
        </p:blipFill>
        <p:spPr>
          <a:xfrm>
            <a:off x="0" y="0"/>
            <a:ext cx="12192000" cy="6858000"/>
          </a:xfrm>
          <a:prstGeom prst="rect">
            <a:avLst/>
          </a:prstGeom>
          <a:noFill/>
          <a:ln>
            <a:noFill/>
          </a:ln>
        </p:spPr>
      </p:pic>
      <p:sp>
        <p:nvSpPr>
          <p:cNvPr id="41" name="Google Shape;41;p8"/>
          <p:cNvSpPr txBox="1">
            <a:spLocks noGrp="1"/>
          </p:cNvSpPr>
          <p:nvPr>
            <p:ph type="title"/>
          </p:nvPr>
        </p:nvSpPr>
        <p:spPr>
          <a:xfrm>
            <a:off x="4293133" y="800500"/>
            <a:ext cx="6276800" cy="40684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11200"/>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spTree>
    <p:extLst>
      <p:ext uri="{BB962C8B-B14F-4D97-AF65-F5344CB8AC3E}">
        <p14:creationId xmlns:p14="http://schemas.microsoft.com/office/powerpoint/2010/main" val="370251326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2"/>
        <p:cNvGrpSpPr/>
        <p:nvPr/>
      </p:nvGrpSpPr>
      <p:grpSpPr>
        <a:xfrm>
          <a:off x="0" y="0"/>
          <a:ext cx="0" cy="0"/>
          <a:chOff x="0" y="0"/>
          <a:chExt cx="0" cy="0"/>
        </a:xfrm>
      </p:grpSpPr>
      <p:pic>
        <p:nvPicPr>
          <p:cNvPr id="43" name="Google Shape;43;p9"/>
          <p:cNvPicPr preferRelativeResize="0"/>
          <p:nvPr/>
        </p:nvPicPr>
        <p:blipFill>
          <a:blip r:embed="rId2">
            <a:alphaModFix/>
          </a:blip>
          <a:stretch>
            <a:fillRect/>
          </a:stretch>
        </p:blipFill>
        <p:spPr>
          <a:xfrm>
            <a:off x="0" y="1"/>
            <a:ext cx="12192045" cy="6858000"/>
          </a:xfrm>
          <a:prstGeom prst="rect">
            <a:avLst/>
          </a:prstGeom>
          <a:noFill/>
          <a:ln>
            <a:noFill/>
          </a:ln>
        </p:spPr>
      </p:pic>
      <p:sp>
        <p:nvSpPr>
          <p:cNvPr id="44" name="Google Shape;44;p9"/>
          <p:cNvSpPr txBox="1">
            <a:spLocks noGrp="1"/>
          </p:cNvSpPr>
          <p:nvPr>
            <p:ph type="title"/>
          </p:nvPr>
        </p:nvSpPr>
        <p:spPr>
          <a:xfrm>
            <a:off x="2988800" y="1072200"/>
            <a:ext cx="6214800" cy="300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45" name="Google Shape;45;p9"/>
          <p:cNvSpPr txBox="1">
            <a:spLocks noGrp="1"/>
          </p:cNvSpPr>
          <p:nvPr>
            <p:ph type="subTitle" idx="1"/>
          </p:nvPr>
        </p:nvSpPr>
        <p:spPr>
          <a:xfrm>
            <a:off x="2988733" y="4178200"/>
            <a:ext cx="6214800" cy="178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26935937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6"/>
        <p:cNvGrpSpPr/>
        <p:nvPr/>
      </p:nvGrpSpPr>
      <p:grpSpPr>
        <a:xfrm>
          <a:off x="0" y="0"/>
          <a:ext cx="0" cy="0"/>
          <a:chOff x="0" y="0"/>
          <a:chExt cx="0" cy="0"/>
        </a:xfrm>
      </p:grpSpPr>
      <p:sp>
        <p:nvSpPr>
          <p:cNvPr id="47" name="Google Shape;47;p10"/>
          <p:cNvSpPr>
            <a:spLocks noGrp="1"/>
          </p:cNvSpPr>
          <p:nvPr>
            <p:ph type="pic" idx="2"/>
          </p:nvPr>
        </p:nvSpPr>
        <p:spPr>
          <a:xfrm>
            <a:off x="0" y="0"/>
            <a:ext cx="12192000" cy="6858000"/>
          </a:xfrm>
          <a:prstGeom prst="rect">
            <a:avLst/>
          </a:prstGeom>
          <a:noFill/>
          <a:ln>
            <a:noFill/>
          </a:ln>
        </p:spPr>
      </p:sp>
      <p:sp>
        <p:nvSpPr>
          <p:cNvPr id="48" name="Google Shape;48;p10"/>
          <p:cNvSpPr txBox="1">
            <a:spLocks noGrp="1"/>
          </p:cNvSpPr>
          <p:nvPr>
            <p:ph type="title"/>
          </p:nvPr>
        </p:nvSpPr>
        <p:spPr>
          <a:xfrm>
            <a:off x="953467" y="4634967"/>
            <a:ext cx="8294800" cy="1509600"/>
          </a:xfrm>
          <a:prstGeom prst="rect">
            <a:avLst/>
          </a:prstGeom>
          <a:solidFill>
            <a:schemeClr val="lt1"/>
          </a:solidFill>
        </p:spPr>
        <p:txBody>
          <a:bodyPr spcFirstLastPara="1" wrap="square" lIns="91425" tIns="91425" rIns="91425" bIns="91425" anchor="ctr" anchorCtr="0">
            <a:noAutofit/>
          </a:bodyPr>
          <a:lstStyle>
            <a:lvl1pPr lvl="0" rtl="0">
              <a:spcBef>
                <a:spcPts val="0"/>
              </a:spcBef>
              <a:spcAft>
                <a:spcPts val="0"/>
              </a:spcAft>
              <a:buSzPts val="32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5708087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9"/>
        <p:cNvGrpSpPr/>
        <p:nvPr/>
      </p:nvGrpSpPr>
      <p:grpSpPr>
        <a:xfrm>
          <a:off x="0" y="0"/>
          <a:ext cx="0" cy="0"/>
          <a:chOff x="0" y="0"/>
          <a:chExt cx="0" cy="0"/>
        </a:xfrm>
      </p:grpSpPr>
      <p:pic>
        <p:nvPicPr>
          <p:cNvPr id="50" name="Google Shape;50;p11"/>
          <p:cNvPicPr preferRelativeResize="0"/>
          <p:nvPr/>
        </p:nvPicPr>
        <p:blipFill>
          <a:blip r:embed="rId2">
            <a:alphaModFix/>
          </a:blip>
          <a:stretch>
            <a:fillRect/>
          </a:stretch>
        </p:blipFill>
        <p:spPr>
          <a:xfrm>
            <a:off x="0" y="0"/>
            <a:ext cx="12192000" cy="6858000"/>
          </a:xfrm>
          <a:prstGeom prst="rect">
            <a:avLst/>
          </a:prstGeom>
          <a:noFill/>
          <a:ln>
            <a:noFill/>
          </a:ln>
        </p:spPr>
      </p:pic>
      <p:sp>
        <p:nvSpPr>
          <p:cNvPr id="51" name="Google Shape;51;p11"/>
          <p:cNvSpPr/>
          <p:nvPr/>
        </p:nvSpPr>
        <p:spPr>
          <a:xfrm>
            <a:off x="1403800" y="1438400"/>
            <a:ext cx="9384400" cy="39812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52" name="Google Shape;52;p11"/>
          <p:cNvSpPr txBox="1">
            <a:spLocks noGrp="1"/>
          </p:cNvSpPr>
          <p:nvPr>
            <p:ph type="title" hasCustomPrompt="1"/>
          </p:nvPr>
        </p:nvSpPr>
        <p:spPr>
          <a:xfrm>
            <a:off x="1712000" y="1925233"/>
            <a:ext cx="8768000" cy="20148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128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53" name="Google Shape;53;p11"/>
          <p:cNvSpPr txBox="1">
            <a:spLocks noGrp="1"/>
          </p:cNvSpPr>
          <p:nvPr>
            <p:ph type="subTitle" idx="1"/>
          </p:nvPr>
        </p:nvSpPr>
        <p:spPr>
          <a:xfrm>
            <a:off x="1712000" y="4375967"/>
            <a:ext cx="8768000" cy="5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35035245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4"/>
        <p:cNvGrpSpPr/>
        <p:nvPr/>
      </p:nvGrpSpPr>
      <p:grpSpPr>
        <a:xfrm>
          <a:off x="0" y="0"/>
          <a:ext cx="0" cy="0"/>
          <a:chOff x="0" y="0"/>
          <a:chExt cx="0" cy="0"/>
        </a:xfrm>
      </p:grpSpPr>
    </p:spTree>
    <p:extLst>
      <p:ext uri="{BB962C8B-B14F-4D97-AF65-F5344CB8AC3E}">
        <p14:creationId xmlns:p14="http://schemas.microsoft.com/office/powerpoint/2010/main" val="12824037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55"/>
        <p:cNvGrpSpPr/>
        <p:nvPr/>
      </p:nvGrpSpPr>
      <p:grpSpPr>
        <a:xfrm>
          <a:off x="0" y="0"/>
          <a:ext cx="0" cy="0"/>
          <a:chOff x="0" y="0"/>
          <a:chExt cx="0" cy="0"/>
        </a:xfrm>
      </p:grpSpPr>
      <p:pic>
        <p:nvPicPr>
          <p:cNvPr id="56" name="Google Shape;56;p13"/>
          <p:cNvPicPr preferRelativeResize="0"/>
          <p:nvPr/>
        </p:nvPicPr>
        <p:blipFill>
          <a:blip r:embed="rId2">
            <a:alphaModFix/>
          </a:blip>
          <a:stretch>
            <a:fillRect/>
          </a:stretch>
        </p:blipFill>
        <p:spPr>
          <a:xfrm flipH="1">
            <a:off x="0" y="0"/>
            <a:ext cx="12192000" cy="6858000"/>
          </a:xfrm>
          <a:prstGeom prst="rect">
            <a:avLst/>
          </a:prstGeom>
          <a:noFill/>
          <a:ln>
            <a:noFill/>
          </a:ln>
        </p:spPr>
      </p:pic>
      <p:sp>
        <p:nvSpPr>
          <p:cNvPr id="57" name="Google Shape;57;p13"/>
          <p:cNvSpPr/>
          <p:nvPr/>
        </p:nvSpPr>
        <p:spPr>
          <a:xfrm>
            <a:off x="474200" y="359400"/>
            <a:ext cx="11243600" cy="6139200"/>
          </a:xfrm>
          <a:prstGeom prst="roundRect">
            <a:avLst>
              <a:gd name="adj" fmla="val 13754"/>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58" name="Google Shape;58;p13"/>
          <p:cNvSpPr txBox="1">
            <a:spLocks noGrp="1"/>
          </p:cNvSpPr>
          <p:nvPr>
            <p:ph type="title" hasCustomPrompt="1"/>
          </p:nvPr>
        </p:nvSpPr>
        <p:spPr>
          <a:xfrm>
            <a:off x="960000" y="2047133"/>
            <a:ext cx="1016800" cy="1016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9" name="Google Shape;59;p13"/>
          <p:cNvSpPr txBox="1">
            <a:spLocks noGrp="1"/>
          </p:cNvSpPr>
          <p:nvPr>
            <p:ph type="subTitle" idx="1"/>
          </p:nvPr>
        </p:nvSpPr>
        <p:spPr>
          <a:xfrm>
            <a:off x="1976967" y="3059865"/>
            <a:ext cx="3400400" cy="763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60" name="Google Shape;60;p13"/>
          <p:cNvSpPr txBox="1">
            <a:spLocks noGrp="1"/>
          </p:cNvSpPr>
          <p:nvPr>
            <p:ph type="title" idx="2" hasCustomPrompt="1"/>
          </p:nvPr>
        </p:nvSpPr>
        <p:spPr>
          <a:xfrm>
            <a:off x="5878233" y="2047133"/>
            <a:ext cx="1016800" cy="1016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1" name="Google Shape;61;p13"/>
          <p:cNvSpPr txBox="1">
            <a:spLocks noGrp="1"/>
          </p:cNvSpPr>
          <p:nvPr>
            <p:ph type="subTitle" idx="3"/>
          </p:nvPr>
        </p:nvSpPr>
        <p:spPr>
          <a:xfrm>
            <a:off x="6888235" y="3059865"/>
            <a:ext cx="3407600" cy="763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62" name="Google Shape;62;p13"/>
          <p:cNvSpPr txBox="1">
            <a:spLocks noGrp="1"/>
          </p:cNvSpPr>
          <p:nvPr>
            <p:ph type="title" idx="4" hasCustomPrompt="1"/>
          </p:nvPr>
        </p:nvSpPr>
        <p:spPr>
          <a:xfrm>
            <a:off x="960000" y="4362367"/>
            <a:ext cx="1016800" cy="1016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3" name="Google Shape;63;p13"/>
          <p:cNvSpPr txBox="1">
            <a:spLocks noGrp="1"/>
          </p:cNvSpPr>
          <p:nvPr>
            <p:ph type="subTitle" idx="5"/>
          </p:nvPr>
        </p:nvSpPr>
        <p:spPr>
          <a:xfrm>
            <a:off x="1976967" y="5381067"/>
            <a:ext cx="3400400" cy="763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64" name="Google Shape;64;p13"/>
          <p:cNvSpPr txBox="1">
            <a:spLocks noGrp="1"/>
          </p:cNvSpPr>
          <p:nvPr>
            <p:ph type="title" idx="6" hasCustomPrompt="1"/>
          </p:nvPr>
        </p:nvSpPr>
        <p:spPr>
          <a:xfrm>
            <a:off x="5878233" y="4362367"/>
            <a:ext cx="1016800" cy="10160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5" name="Google Shape;65;p13"/>
          <p:cNvSpPr txBox="1">
            <a:spLocks noGrp="1"/>
          </p:cNvSpPr>
          <p:nvPr>
            <p:ph type="subTitle" idx="7"/>
          </p:nvPr>
        </p:nvSpPr>
        <p:spPr>
          <a:xfrm>
            <a:off x="6888235" y="5381067"/>
            <a:ext cx="3407600" cy="763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66" name="Google Shape;66;p13"/>
          <p:cNvSpPr txBox="1">
            <a:spLocks noGrp="1"/>
          </p:cNvSpPr>
          <p:nvPr>
            <p:ph type="title" idx="8"/>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67" name="Google Shape;67;p13"/>
          <p:cNvSpPr txBox="1">
            <a:spLocks noGrp="1"/>
          </p:cNvSpPr>
          <p:nvPr>
            <p:ph type="subTitle" idx="9"/>
          </p:nvPr>
        </p:nvSpPr>
        <p:spPr>
          <a:xfrm>
            <a:off x="1969833" y="2047133"/>
            <a:ext cx="3400400" cy="101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68" name="Google Shape;68;p13"/>
          <p:cNvSpPr txBox="1">
            <a:spLocks noGrp="1"/>
          </p:cNvSpPr>
          <p:nvPr>
            <p:ph type="subTitle" idx="13"/>
          </p:nvPr>
        </p:nvSpPr>
        <p:spPr>
          <a:xfrm>
            <a:off x="6888233" y="2047133"/>
            <a:ext cx="3407600" cy="101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69" name="Google Shape;69;p13"/>
          <p:cNvSpPr txBox="1">
            <a:spLocks noGrp="1"/>
          </p:cNvSpPr>
          <p:nvPr>
            <p:ph type="subTitle" idx="14"/>
          </p:nvPr>
        </p:nvSpPr>
        <p:spPr>
          <a:xfrm>
            <a:off x="1969833" y="4362368"/>
            <a:ext cx="3400400" cy="101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0" name="Google Shape;70;p13"/>
          <p:cNvSpPr txBox="1">
            <a:spLocks noGrp="1"/>
          </p:cNvSpPr>
          <p:nvPr>
            <p:ph type="subTitle" idx="15"/>
          </p:nvPr>
        </p:nvSpPr>
        <p:spPr>
          <a:xfrm>
            <a:off x="6888233" y="4362368"/>
            <a:ext cx="3407600" cy="1016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219869444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1"/>
        <p:cNvGrpSpPr/>
        <p:nvPr/>
      </p:nvGrpSpPr>
      <p:grpSpPr>
        <a:xfrm>
          <a:off x="0" y="0"/>
          <a:ext cx="0" cy="0"/>
          <a:chOff x="0" y="0"/>
          <a:chExt cx="0" cy="0"/>
        </a:xfrm>
      </p:grpSpPr>
      <p:pic>
        <p:nvPicPr>
          <p:cNvPr id="72" name="Google Shape;72;p14"/>
          <p:cNvPicPr preferRelativeResize="0"/>
          <p:nvPr/>
        </p:nvPicPr>
        <p:blipFill>
          <a:blip r:embed="rId2">
            <a:alphaModFix/>
          </a:blip>
          <a:stretch>
            <a:fillRect/>
          </a:stretch>
        </p:blipFill>
        <p:spPr>
          <a:xfrm>
            <a:off x="-33" y="0"/>
            <a:ext cx="12192000" cy="6858000"/>
          </a:xfrm>
          <a:prstGeom prst="rect">
            <a:avLst/>
          </a:prstGeom>
          <a:noFill/>
          <a:ln>
            <a:noFill/>
          </a:ln>
        </p:spPr>
      </p:pic>
      <p:sp>
        <p:nvSpPr>
          <p:cNvPr id="73" name="Google Shape;73;p14"/>
          <p:cNvSpPr txBox="1">
            <a:spLocks noGrp="1"/>
          </p:cNvSpPr>
          <p:nvPr>
            <p:ph type="title"/>
          </p:nvPr>
        </p:nvSpPr>
        <p:spPr>
          <a:xfrm>
            <a:off x="2602600" y="4384000"/>
            <a:ext cx="6986800" cy="647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600">
                <a:latin typeface="Spline Sans Mono"/>
                <a:ea typeface="Spline Sans Mono"/>
                <a:cs typeface="Spline Sans Mono"/>
                <a:sym typeface="Spline Sans Mono"/>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74" name="Google Shape;74;p14"/>
          <p:cNvSpPr txBox="1">
            <a:spLocks noGrp="1"/>
          </p:cNvSpPr>
          <p:nvPr>
            <p:ph type="subTitle" idx="1"/>
          </p:nvPr>
        </p:nvSpPr>
        <p:spPr>
          <a:xfrm>
            <a:off x="2602600" y="1826400"/>
            <a:ext cx="6986800" cy="255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None/>
              <a:defRPr sz="4000"/>
            </a:lvl1pPr>
            <a:lvl2pPr lvl="1" algn="ctr" rtl="0">
              <a:lnSpc>
                <a:spcPct val="100000"/>
              </a:lnSpc>
              <a:spcBef>
                <a:spcPts val="0"/>
              </a:spcBef>
              <a:spcAft>
                <a:spcPts val="0"/>
              </a:spcAft>
              <a:buSzPts val="2500"/>
              <a:buNone/>
              <a:defRPr sz="3333"/>
            </a:lvl2pPr>
            <a:lvl3pPr lvl="2" algn="ctr" rtl="0">
              <a:lnSpc>
                <a:spcPct val="100000"/>
              </a:lnSpc>
              <a:spcBef>
                <a:spcPts val="0"/>
              </a:spcBef>
              <a:spcAft>
                <a:spcPts val="0"/>
              </a:spcAft>
              <a:buSzPts val="2500"/>
              <a:buNone/>
              <a:defRPr sz="3333"/>
            </a:lvl3pPr>
            <a:lvl4pPr lvl="3" algn="ctr" rtl="0">
              <a:lnSpc>
                <a:spcPct val="100000"/>
              </a:lnSpc>
              <a:spcBef>
                <a:spcPts val="0"/>
              </a:spcBef>
              <a:spcAft>
                <a:spcPts val="0"/>
              </a:spcAft>
              <a:buSzPts val="2500"/>
              <a:buNone/>
              <a:defRPr sz="3333"/>
            </a:lvl4pPr>
            <a:lvl5pPr lvl="4" algn="ctr" rtl="0">
              <a:lnSpc>
                <a:spcPct val="100000"/>
              </a:lnSpc>
              <a:spcBef>
                <a:spcPts val="0"/>
              </a:spcBef>
              <a:spcAft>
                <a:spcPts val="0"/>
              </a:spcAft>
              <a:buSzPts val="2500"/>
              <a:buNone/>
              <a:defRPr sz="3333"/>
            </a:lvl5pPr>
            <a:lvl6pPr lvl="5" algn="ctr" rtl="0">
              <a:lnSpc>
                <a:spcPct val="100000"/>
              </a:lnSpc>
              <a:spcBef>
                <a:spcPts val="0"/>
              </a:spcBef>
              <a:spcAft>
                <a:spcPts val="0"/>
              </a:spcAft>
              <a:buSzPts val="2500"/>
              <a:buNone/>
              <a:defRPr sz="3333"/>
            </a:lvl6pPr>
            <a:lvl7pPr lvl="6" algn="ctr" rtl="0">
              <a:lnSpc>
                <a:spcPct val="100000"/>
              </a:lnSpc>
              <a:spcBef>
                <a:spcPts val="0"/>
              </a:spcBef>
              <a:spcAft>
                <a:spcPts val="0"/>
              </a:spcAft>
              <a:buSzPts val="2500"/>
              <a:buNone/>
              <a:defRPr sz="3333"/>
            </a:lvl7pPr>
            <a:lvl8pPr lvl="7" algn="ctr" rtl="0">
              <a:lnSpc>
                <a:spcPct val="100000"/>
              </a:lnSpc>
              <a:spcBef>
                <a:spcPts val="0"/>
              </a:spcBef>
              <a:spcAft>
                <a:spcPts val="0"/>
              </a:spcAft>
              <a:buSzPts val="2500"/>
              <a:buNone/>
              <a:defRPr sz="3333"/>
            </a:lvl8pPr>
            <a:lvl9pPr lvl="8" algn="ctr" rtl="0">
              <a:lnSpc>
                <a:spcPct val="100000"/>
              </a:lnSpc>
              <a:spcBef>
                <a:spcPts val="0"/>
              </a:spcBef>
              <a:spcAft>
                <a:spcPts val="0"/>
              </a:spcAft>
              <a:buSzPts val="2500"/>
              <a:buNone/>
              <a:defRPr sz="3333"/>
            </a:lvl9pPr>
          </a:lstStyle>
          <a:p>
            <a:r>
              <a:rPr lang="en-US"/>
              <a:t>Click to edit Master subtitle style</a:t>
            </a:r>
            <a:endParaRPr/>
          </a:p>
        </p:txBody>
      </p:sp>
    </p:spTree>
    <p:extLst>
      <p:ext uri="{BB962C8B-B14F-4D97-AF65-F5344CB8AC3E}">
        <p14:creationId xmlns:p14="http://schemas.microsoft.com/office/powerpoint/2010/main" val="117354120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75"/>
        <p:cNvGrpSpPr/>
        <p:nvPr/>
      </p:nvGrpSpPr>
      <p:grpSpPr>
        <a:xfrm>
          <a:off x="0" y="0"/>
          <a:ext cx="0" cy="0"/>
          <a:chOff x="0" y="0"/>
          <a:chExt cx="0" cy="0"/>
        </a:xfrm>
      </p:grpSpPr>
      <p:pic>
        <p:nvPicPr>
          <p:cNvPr id="76" name="Google Shape;76;p15"/>
          <p:cNvPicPr preferRelativeResize="0"/>
          <p:nvPr/>
        </p:nvPicPr>
        <p:blipFill>
          <a:blip r:embed="rId2">
            <a:alphaModFix/>
          </a:blip>
          <a:stretch>
            <a:fillRect/>
          </a:stretch>
        </p:blipFill>
        <p:spPr>
          <a:xfrm>
            <a:off x="0" y="0"/>
            <a:ext cx="12192000" cy="6858000"/>
          </a:xfrm>
          <a:prstGeom prst="rect">
            <a:avLst/>
          </a:prstGeom>
          <a:noFill/>
          <a:ln>
            <a:noFill/>
          </a:ln>
        </p:spPr>
      </p:pic>
      <p:sp>
        <p:nvSpPr>
          <p:cNvPr id="77" name="Google Shape;77;p15"/>
          <p:cNvSpPr>
            <a:spLocks noGrp="1"/>
          </p:cNvSpPr>
          <p:nvPr>
            <p:ph type="pic" idx="2"/>
          </p:nvPr>
        </p:nvSpPr>
        <p:spPr>
          <a:xfrm>
            <a:off x="8078167" y="902333"/>
            <a:ext cx="3493600" cy="5016800"/>
          </a:xfrm>
          <a:prstGeom prst="roundRect">
            <a:avLst>
              <a:gd name="adj" fmla="val 16667"/>
            </a:avLst>
          </a:prstGeom>
          <a:noFill/>
          <a:ln>
            <a:noFill/>
          </a:ln>
        </p:spPr>
      </p:sp>
      <p:sp>
        <p:nvSpPr>
          <p:cNvPr id="78" name="Google Shape;78;p15"/>
          <p:cNvSpPr txBox="1">
            <a:spLocks noGrp="1"/>
          </p:cNvSpPr>
          <p:nvPr>
            <p:ph type="subTitle" idx="1"/>
          </p:nvPr>
        </p:nvSpPr>
        <p:spPr>
          <a:xfrm>
            <a:off x="1455467" y="3041400"/>
            <a:ext cx="6262000" cy="2507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79" name="Google Shape;79;p15"/>
          <p:cNvSpPr txBox="1">
            <a:spLocks noGrp="1"/>
          </p:cNvSpPr>
          <p:nvPr>
            <p:ph type="title"/>
          </p:nvPr>
        </p:nvSpPr>
        <p:spPr>
          <a:xfrm>
            <a:off x="1455467" y="902600"/>
            <a:ext cx="6262000" cy="20960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14389237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80"/>
        <p:cNvGrpSpPr/>
        <p:nvPr/>
      </p:nvGrpSpPr>
      <p:grpSpPr>
        <a:xfrm>
          <a:off x="0" y="0"/>
          <a:ext cx="0" cy="0"/>
          <a:chOff x="0" y="0"/>
          <a:chExt cx="0" cy="0"/>
        </a:xfrm>
      </p:grpSpPr>
      <p:pic>
        <p:nvPicPr>
          <p:cNvPr id="81" name="Google Shape;81;p16"/>
          <p:cNvPicPr preferRelativeResize="0"/>
          <p:nvPr/>
        </p:nvPicPr>
        <p:blipFill>
          <a:blip r:embed="rId2">
            <a:alphaModFix/>
          </a:blip>
          <a:stretch>
            <a:fillRect/>
          </a:stretch>
        </p:blipFill>
        <p:spPr>
          <a:xfrm>
            <a:off x="0" y="0"/>
            <a:ext cx="12192000" cy="6858000"/>
          </a:xfrm>
          <a:prstGeom prst="rect">
            <a:avLst/>
          </a:prstGeom>
          <a:noFill/>
          <a:ln>
            <a:noFill/>
          </a:ln>
        </p:spPr>
      </p:pic>
      <p:sp>
        <p:nvSpPr>
          <p:cNvPr id="82" name="Google Shape;82;p16"/>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83" name="Google Shape;83;p16"/>
          <p:cNvSpPr txBox="1">
            <a:spLocks noGrp="1"/>
          </p:cNvSpPr>
          <p:nvPr>
            <p:ph type="subTitle" idx="1"/>
          </p:nvPr>
        </p:nvSpPr>
        <p:spPr>
          <a:xfrm>
            <a:off x="1366833" y="1738367"/>
            <a:ext cx="7372800" cy="402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4" name="Google Shape;84;p16"/>
          <p:cNvSpPr txBox="1">
            <a:spLocks noGrp="1"/>
          </p:cNvSpPr>
          <p:nvPr>
            <p:ph type="title"/>
          </p:nvPr>
        </p:nvSpPr>
        <p:spPr>
          <a:xfrm>
            <a:off x="1366833" y="593367"/>
            <a:ext cx="950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42311667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85"/>
        <p:cNvGrpSpPr/>
        <p:nvPr/>
      </p:nvGrpSpPr>
      <p:grpSpPr>
        <a:xfrm>
          <a:off x="0" y="0"/>
          <a:ext cx="0" cy="0"/>
          <a:chOff x="0" y="0"/>
          <a:chExt cx="0" cy="0"/>
        </a:xfrm>
      </p:grpSpPr>
      <p:pic>
        <p:nvPicPr>
          <p:cNvPr id="86" name="Google Shape;86;p17"/>
          <p:cNvPicPr preferRelativeResize="0"/>
          <p:nvPr/>
        </p:nvPicPr>
        <p:blipFill>
          <a:blip r:embed="rId2">
            <a:alphaModFix/>
          </a:blip>
          <a:stretch>
            <a:fillRect/>
          </a:stretch>
        </p:blipFill>
        <p:spPr>
          <a:xfrm>
            <a:off x="0" y="0"/>
            <a:ext cx="12192000" cy="6858000"/>
          </a:xfrm>
          <a:prstGeom prst="rect">
            <a:avLst/>
          </a:prstGeom>
          <a:noFill/>
          <a:ln>
            <a:noFill/>
          </a:ln>
        </p:spPr>
      </p:pic>
      <p:sp>
        <p:nvSpPr>
          <p:cNvPr id="87" name="Google Shape;87;p17"/>
          <p:cNvSpPr/>
          <p:nvPr/>
        </p:nvSpPr>
        <p:spPr>
          <a:xfrm>
            <a:off x="480400" y="3850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88" name="Google Shape;88;p17"/>
          <p:cNvSpPr txBox="1">
            <a:spLocks noGrp="1"/>
          </p:cNvSpPr>
          <p:nvPr>
            <p:ph type="subTitle" idx="1"/>
          </p:nvPr>
        </p:nvSpPr>
        <p:spPr>
          <a:xfrm>
            <a:off x="2463784" y="4005967"/>
            <a:ext cx="2652800" cy="7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89" name="Google Shape;89;p17"/>
          <p:cNvSpPr txBox="1">
            <a:spLocks noGrp="1"/>
          </p:cNvSpPr>
          <p:nvPr>
            <p:ph type="subTitle" idx="2"/>
          </p:nvPr>
        </p:nvSpPr>
        <p:spPr>
          <a:xfrm>
            <a:off x="7075417" y="4005967"/>
            <a:ext cx="2652800" cy="763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90" name="Google Shape;90;p17"/>
          <p:cNvSpPr txBox="1">
            <a:spLocks noGrp="1"/>
          </p:cNvSpPr>
          <p:nvPr>
            <p:ph type="subTitle" idx="3"/>
          </p:nvPr>
        </p:nvSpPr>
        <p:spPr>
          <a:xfrm>
            <a:off x="2463784" y="4769467"/>
            <a:ext cx="2652800" cy="116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1" name="Google Shape;91;p17"/>
          <p:cNvSpPr txBox="1">
            <a:spLocks noGrp="1"/>
          </p:cNvSpPr>
          <p:nvPr>
            <p:ph type="subTitle" idx="4"/>
          </p:nvPr>
        </p:nvSpPr>
        <p:spPr>
          <a:xfrm>
            <a:off x="7075417" y="4769467"/>
            <a:ext cx="2652800" cy="116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2" name="Google Shape;92;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5991491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93"/>
        <p:cNvGrpSpPr/>
        <p:nvPr/>
      </p:nvGrpSpPr>
      <p:grpSpPr>
        <a:xfrm>
          <a:off x="0" y="0"/>
          <a:ext cx="0" cy="0"/>
          <a:chOff x="0" y="0"/>
          <a:chExt cx="0" cy="0"/>
        </a:xfrm>
      </p:grpSpPr>
      <p:pic>
        <p:nvPicPr>
          <p:cNvPr id="94" name="Google Shape;94;p18"/>
          <p:cNvPicPr preferRelativeResize="0"/>
          <p:nvPr/>
        </p:nvPicPr>
        <p:blipFill>
          <a:blip r:embed="rId2">
            <a:alphaModFix/>
          </a:blip>
          <a:stretch>
            <a:fillRect/>
          </a:stretch>
        </p:blipFill>
        <p:spPr>
          <a:xfrm>
            <a:off x="0" y="0"/>
            <a:ext cx="12192000" cy="6858000"/>
          </a:xfrm>
          <a:prstGeom prst="rect">
            <a:avLst/>
          </a:prstGeom>
          <a:noFill/>
          <a:ln>
            <a:noFill/>
          </a:ln>
        </p:spPr>
      </p:pic>
      <p:sp>
        <p:nvSpPr>
          <p:cNvPr id="95" name="Google Shape;95;p18"/>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96" name="Google Shape;96;p18"/>
          <p:cNvSpPr txBox="1">
            <a:spLocks noGrp="1"/>
          </p:cNvSpPr>
          <p:nvPr>
            <p:ph type="subTitle" idx="1"/>
          </p:nvPr>
        </p:nvSpPr>
        <p:spPr>
          <a:xfrm>
            <a:off x="960000" y="3472600"/>
            <a:ext cx="3115200" cy="702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97" name="Google Shape;97;p18"/>
          <p:cNvSpPr txBox="1">
            <a:spLocks noGrp="1"/>
          </p:cNvSpPr>
          <p:nvPr>
            <p:ph type="subTitle" idx="2"/>
          </p:nvPr>
        </p:nvSpPr>
        <p:spPr>
          <a:xfrm>
            <a:off x="953467" y="4129379"/>
            <a:ext cx="3115200" cy="108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8" name="Google Shape;98;p18"/>
          <p:cNvSpPr txBox="1">
            <a:spLocks noGrp="1"/>
          </p:cNvSpPr>
          <p:nvPr>
            <p:ph type="subTitle" idx="3"/>
          </p:nvPr>
        </p:nvSpPr>
        <p:spPr>
          <a:xfrm>
            <a:off x="4531867" y="4129379"/>
            <a:ext cx="3115200" cy="108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9" name="Google Shape;99;p18"/>
          <p:cNvSpPr txBox="1">
            <a:spLocks noGrp="1"/>
          </p:cNvSpPr>
          <p:nvPr>
            <p:ph type="subTitle" idx="4"/>
          </p:nvPr>
        </p:nvSpPr>
        <p:spPr>
          <a:xfrm>
            <a:off x="8110267" y="4129379"/>
            <a:ext cx="3115200" cy="108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0" name="Google Shape;100;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01" name="Google Shape;101;p18"/>
          <p:cNvSpPr txBox="1">
            <a:spLocks noGrp="1"/>
          </p:cNvSpPr>
          <p:nvPr>
            <p:ph type="subTitle" idx="5"/>
          </p:nvPr>
        </p:nvSpPr>
        <p:spPr>
          <a:xfrm>
            <a:off x="4531867" y="3472600"/>
            <a:ext cx="3115200" cy="702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02" name="Google Shape;102;p18"/>
          <p:cNvSpPr txBox="1">
            <a:spLocks noGrp="1"/>
          </p:cNvSpPr>
          <p:nvPr>
            <p:ph type="subTitle" idx="6"/>
          </p:nvPr>
        </p:nvSpPr>
        <p:spPr>
          <a:xfrm>
            <a:off x="8110267" y="3472600"/>
            <a:ext cx="3115200" cy="7020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101775730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03"/>
        <p:cNvGrpSpPr/>
        <p:nvPr/>
      </p:nvGrpSpPr>
      <p:grpSpPr>
        <a:xfrm>
          <a:off x="0" y="0"/>
          <a:ext cx="0" cy="0"/>
          <a:chOff x="0" y="0"/>
          <a:chExt cx="0" cy="0"/>
        </a:xfrm>
      </p:grpSpPr>
      <p:pic>
        <p:nvPicPr>
          <p:cNvPr id="104" name="Google Shape;104;p19"/>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05" name="Google Shape;105;p19"/>
          <p:cNvSpPr/>
          <p:nvPr/>
        </p:nvSpPr>
        <p:spPr>
          <a:xfrm>
            <a:off x="474200" y="359400"/>
            <a:ext cx="11243600" cy="6139200"/>
          </a:xfrm>
          <a:prstGeom prst="roundRect">
            <a:avLst>
              <a:gd name="adj" fmla="val 13754"/>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6" name="Google Shape;106;p19"/>
          <p:cNvSpPr txBox="1">
            <a:spLocks noGrp="1"/>
          </p:cNvSpPr>
          <p:nvPr>
            <p:ph type="subTitle" idx="1"/>
          </p:nvPr>
        </p:nvSpPr>
        <p:spPr>
          <a:xfrm>
            <a:off x="1986867" y="2214767"/>
            <a:ext cx="3512400" cy="66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07" name="Google Shape;107;p19"/>
          <p:cNvSpPr txBox="1">
            <a:spLocks noGrp="1"/>
          </p:cNvSpPr>
          <p:nvPr>
            <p:ph type="subTitle" idx="2"/>
          </p:nvPr>
        </p:nvSpPr>
        <p:spPr>
          <a:xfrm>
            <a:off x="1986867" y="2882700"/>
            <a:ext cx="3512400" cy="763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8" name="Google Shape;108;p19"/>
          <p:cNvSpPr txBox="1">
            <a:spLocks noGrp="1"/>
          </p:cNvSpPr>
          <p:nvPr>
            <p:ph type="subTitle" idx="3"/>
          </p:nvPr>
        </p:nvSpPr>
        <p:spPr>
          <a:xfrm>
            <a:off x="6712203" y="2882700"/>
            <a:ext cx="3512400" cy="763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9" name="Google Shape;109;p19"/>
          <p:cNvSpPr txBox="1">
            <a:spLocks noGrp="1"/>
          </p:cNvSpPr>
          <p:nvPr>
            <p:ph type="subTitle" idx="4"/>
          </p:nvPr>
        </p:nvSpPr>
        <p:spPr>
          <a:xfrm>
            <a:off x="1986867" y="4879067"/>
            <a:ext cx="3512400" cy="763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0" name="Google Shape;110;p19"/>
          <p:cNvSpPr txBox="1">
            <a:spLocks noGrp="1"/>
          </p:cNvSpPr>
          <p:nvPr>
            <p:ph type="subTitle" idx="5"/>
          </p:nvPr>
        </p:nvSpPr>
        <p:spPr>
          <a:xfrm>
            <a:off x="6712203" y="4879067"/>
            <a:ext cx="3512400" cy="763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1" name="Google Shape;111;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2" name="Google Shape;112;p19"/>
          <p:cNvSpPr txBox="1">
            <a:spLocks noGrp="1"/>
          </p:cNvSpPr>
          <p:nvPr>
            <p:ph type="subTitle" idx="6"/>
          </p:nvPr>
        </p:nvSpPr>
        <p:spPr>
          <a:xfrm>
            <a:off x="1986867" y="4211067"/>
            <a:ext cx="3512400" cy="66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13" name="Google Shape;113;p19"/>
          <p:cNvSpPr txBox="1">
            <a:spLocks noGrp="1"/>
          </p:cNvSpPr>
          <p:nvPr>
            <p:ph type="subTitle" idx="7"/>
          </p:nvPr>
        </p:nvSpPr>
        <p:spPr>
          <a:xfrm>
            <a:off x="6712200" y="2214767"/>
            <a:ext cx="3512400" cy="66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14" name="Google Shape;114;p19"/>
          <p:cNvSpPr txBox="1">
            <a:spLocks noGrp="1"/>
          </p:cNvSpPr>
          <p:nvPr>
            <p:ph type="subTitle" idx="8"/>
          </p:nvPr>
        </p:nvSpPr>
        <p:spPr>
          <a:xfrm>
            <a:off x="6712200" y="4211067"/>
            <a:ext cx="3512400" cy="668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426235766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15"/>
        <p:cNvGrpSpPr/>
        <p:nvPr/>
      </p:nvGrpSpPr>
      <p:grpSpPr>
        <a:xfrm>
          <a:off x="0" y="0"/>
          <a:ext cx="0" cy="0"/>
          <a:chOff x="0" y="0"/>
          <a:chExt cx="0" cy="0"/>
        </a:xfrm>
      </p:grpSpPr>
      <p:pic>
        <p:nvPicPr>
          <p:cNvPr id="116" name="Google Shape;116;p20"/>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17" name="Google Shape;117;p20"/>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18" name="Google Shape;118;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9" name="Google Shape;119;p20"/>
          <p:cNvSpPr txBox="1">
            <a:spLocks noGrp="1"/>
          </p:cNvSpPr>
          <p:nvPr>
            <p:ph type="subTitle" idx="1"/>
          </p:nvPr>
        </p:nvSpPr>
        <p:spPr>
          <a:xfrm>
            <a:off x="960000" y="2826929"/>
            <a:ext cx="3115200" cy="822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0" name="Google Shape;120;p20"/>
          <p:cNvSpPr txBox="1">
            <a:spLocks noGrp="1"/>
          </p:cNvSpPr>
          <p:nvPr>
            <p:ph type="subTitle" idx="2"/>
          </p:nvPr>
        </p:nvSpPr>
        <p:spPr>
          <a:xfrm>
            <a:off x="4538400" y="2826929"/>
            <a:ext cx="3115200" cy="822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1" name="Google Shape;121;p20"/>
          <p:cNvSpPr txBox="1">
            <a:spLocks noGrp="1"/>
          </p:cNvSpPr>
          <p:nvPr>
            <p:ph type="subTitle" idx="3"/>
          </p:nvPr>
        </p:nvSpPr>
        <p:spPr>
          <a:xfrm>
            <a:off x="8116800" y="2826929"/>
            <a:ext cx="3115200" cy="822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2" name="Google Shape;122;p20"/>
          <p:cNvSpPr txBox="1">
            <a:spLocks noGrp="1"/>
          </p:cNvSpPr>
          <p:nvPr>
            <p:ph type="subTitle" idx="4"/>
          </p:nvPr>
        </p:nvSpPr>
        <p:spPr>
          <a:xfrm>
            <a:off x="960000" y="4786099"/>
            <a:ext cx="3115200" cy="822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3" name="Google Shape;123;p20"/>
          <p:cNvSpPr txBox="1">
            <a:spLocks noGrp="1"/>
          </p:cNvSpPr>
          <p:nvPr>
            <p:ph type="subTitle" idx="5"/>
          </p:nvPr>
        </p:nvSpPr>
        <p:spPr>
          <a:xfrm>
            <a:off x="4538400" y="4786099"/>
            <a:ext cx="3115200" cy="822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4" name="Google Shape;124;p20"/>
          <p:cNvSpPr txBox="1">
            <a:spLocks noGrp="1"/>
          </p:cNvSpPr>
          <p:nvPr>
            <p:ph type="subTitle" idx="6"/>
          </p:nvPr>
        </p:nvSpPr>
        <p:spPr>
          <a:xfrm>
            <a:off x="8116800" y="4786099"/>
            <a:ext cx="3115200" cy="8224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5" name="Google Shape;125;p20"/>
          <p:cNvSpPr txBox="1">
            <a:spLocks noGrp="1"/>
          </p:cNvSpPr>
          <p:nvPr>
            <p:ph type="subTitle" idx="7"/>
          </p:nvPr>
        </p:nvSpPr>
        <p:spPr>
          <a:xfrm>
            <a:off x="953467" y="2158600"/>
            <a:ext cx="3115200" cy="671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26" name="Google Shape;126;p20"/>
          <p:cNvSpPr txBox="1">
            <a:spLocks noGrp="1"/>
          </p:cNvSpPr>
          <p:nvPr>
            <p:ph type="subTitle" idx="8"/>
          </p:nvPr>
        </p:nvSpPr>
        <p:spPr>
          <a:xfrm>
            <a:off x="4538400" y="2158600"/>
            <a:ext cx="3115200" cy="671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27" name="Google Shape;127;p20"/>
          <p:cNvSpPr txBox="1">
            <a:spLocks noGrp="1"/>
          </p:cNvSpPr>
          <p:nvPr>
            <p:ph type="subTitle" idx="9"/>
          </p:nvPr>
        </p:nvSpPr>
        <p:spPr>
          <a:xfrm>
            <a:off x="8123333" y="2158600"/>
            <a:ext cx="3115200" cy="671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28" name="Google Shape;128;p20"/>
          <p:cNvSpPr txBox="1">
            <a:spLocks noGrp="1"/>
          </p:cNvSpPr>
          <p:nvPr>
            <p:ph type="subTitle" idx="13"/>
          </p:nvPr>
        </p:nvSpPr>
        <p:spPr>
          <a:xfrm>
            <a:off x="953467" y="4111900"/>
            <a:ext cx="3115200" cy="671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29" name="Google Shape;129;p20"/>
          <p:cNvSpPr txBox="1">
            <a:spLocks noGrp="1"/>
          </p:cNvSpPr>
          <p:nvPr>
            <p:ph type="subTitle" idx="14"/>
          </p:nvPr>
        </p:nvSpPr>
        <p:spPr>
          <a:xfrm>
            <a:off x="4538400" y="4111900"/>
            <a:ext cx="3115200" cy="671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30" name="Google Shape;130;p20"/>
          <p:cNvSpPr txBox="1">
            <a:spLocks noGrp="1"/>
          </p:cNvSpPr>
          <p:nvPr>
            <p:ph type="subTitle" idx="15"/>
          </p:nvPr>
        </p:nvSpPr>
        <p:spPr>
          <a:xfrm>
            <a:off x="8123333" y="4111900"/>
            <a:ext cx="3115200" cy="671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74363517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31"/>
        <p:cNvGrpSpPr/>
        <p:nvPr/>
      </p:nvGrpSpPr>
      <p:grpSpPr>
        <a:xfrm>
          <a:off x="0" y="0"/>
          <a:ext cx="0" cy="0"/>
          <a:chOff x="0" y="0"/>
          <a:chExt cx="0" cy="0"/>
        </a:xfrm>
      </p:grpSpPr>
      <p:pic>
        <p:nvPicPr>
          <p:cNvPr id="132" name="Google Shape;132;p21"/>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33" name="Google Shape;133;p21"/>
          <p:cNvSpPr txBox="1">
            <a:spLocks noGrp="1"/>
          </p:cNvSpPr>
          <p:nvPr>
            <p:ph type="title" hasCustomPrompt="1"/>
          </p:nvPr>
        </p:nvSpPr>
        <p:spPr>
          <a:xfrm>
            <a:off x="1361151" y="3803244"/>
            <a:ext cx="4124400" cy="124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34" name="Google Shape;134;p21"/>
          <p:cNvSpPr txBox="1">
            <a:spLocks noGrp="1"/>
          </p:cNvSpPr>
          <p:nvPr>
            <p:ph type="subTitle" idx="1"/>
          </p:nvPr>
        </p:nvSpPr>
        <p:spPr>
          <a:xfrm>
            <a:off x="1364257" y="5044832"/>
            <a:ext cx="4118400" cy="5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rtl="0">
              <a:spcBef>
                <a:spcPts val="0"/>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r>
              <a:rPr lang="en-US"/>
              <a:t>Click to edit Master subtitle style</a:t>
            </a:r>
            <a:endParaRPr/>
          </a:p>
        </p:txBody>
      </p:sp>
      <p:sp>
        <p:nvSpPr>
          <p:cNvPr id="135" name="Google Shape;135;p21"/>
          <p:cNvSpPr txBox="1">
            <a:spLocks noGrp="1"/>
          </p:cNvSpPr>
          <p:nvPr>
            <p:ph type="title" idx="2" hasCustomPrompt="1"/>
          </p:nvPr>
        </p:nvSpPr>
        <p:spPr>
          <a:xfrm>
            <a:off x="1361151" y="1249499"/>
            <a:ext cx="4124400" cy="124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667">
                <a:solidFill>
                  <a:schemeClr val="dk2"/>
                </a:solidFill>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36" name="Google Shape;136;p21"/>
          <p:cNvSpPr txBox="1">
            <a:spLocks noGrp="1"/>
          </p:cNvSpPr>
          <p:nvPr>
            <p:ph type="subTitle" idx="3"/>
          </p:nvPr>
        </p:nvSpPr>
        <p:spPr>
          <a:xfrm>
            <a:off x="1364257" y="2491188"/>
            <a:ext cx="4118400" cy="5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rtl="0">
              <a:spcBef>
                <a:spcPts val="0"/>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r>
              <a:rPr lang="en-US"/>
              <a:t>Click to edit Master subtitle style</a:t>
            </a:r>
            <a:endParaRPr/>
          </a:p>
        </p:txBody>
      </p:sp>
      <p:sp>
        <p:nvSpPr>
          <p:cNvPr id="137" name="Google Shape;137;p21"/>
          <p:cNvSpPr txBox="1">
            <a:spLocks noGrp="1"/>
          </p:cNvSpPr>
          <p:nvPr>
            <p:ph type="title" idx="4" hasCustomPrompt="1"/>
          </p:nvPr>
        </p:nvSpPr>
        <p:spPr>
          <a:xfrm>
            <a:off x="6706417" y="1249499"/>
            <a:ext cx="4124400" cy="124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38" name="Google Shape;138;p21"/>
          <p:cNvSpPr txBox="1">
            <a:spLocks noGrp="1"/>
          </p:cNvSpPr>
          <p:nvPr>
            <p:ph type="subTitle" idx="5"/>
          </p:nvPr>
        </p:nvSpPr>
        <p:spPr>
          <a:xfrm>
            <a:off x="6709524" y="2491248"/>
            <a:ext cx="4118000" cy="5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rtl="0">
              <a:spcBef>
                <a:spcPts val="0"/>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r>
              <a:rPr lang="en-US"/>
              <a:t>Click to edit Master subtitle style</a:t>
            </a:r>
            <a:endParaRPr/>
          </a:p>
        </p:txBody>
      </p:sp>
      <p:sp>
        <p:nvSpPr>
          <p:cNvPr id="139" name="Google Shape;139;p21"/>
          <p:cNvSpPr txBox="1">
            <a:spLocks noGrp="1"/>
          </p:cNvSpPr>
          <p:nvPr>
            <p:ph type="title" idx="6" hasCustomPrompt="1"/>
          </p:nvPr>
        </p:nvSpPr>
        <p:spPr>
          <a:xfrm>
            <a:off x="6706417" y="3803252"/>
            <a:ext cx="4124400" cy="124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667">
                <a:solidFill>
                  <a:schemeClr val="dk2"/>
                </a:solidFill>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40" name="Google Shape;140;p21"/>
          <p:cNvSpPr txBox="1">
            <a:spLocks noGrp="1"/>
          </p:cNvSpPr>
          <p:nvPr>
            <p:ph type="subTitle" idx="7"/>
          </p:nvPr>
        </p:nvSpPr>
        <p:spPr>
          <a:xfrm>
            <a:off x="6709524" y="5044901"/>
            <a:ext cx="4118000" cy="5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dk1"/>
                </a:solidFill>
              </a:defRPr>
            </a:lvl1pPr>
            <a:lvl2pPr lvl="1" rtl="0">
              <a:spcBef>
                <a:spcPts val="0"/>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2825900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41"/>
        <p:cNvGrpSpPr/>
        <p:nvPr/>
      </p:nvGrpSpPr>
      <p:grpSpPr>
        <a:xfrm>
          <a:off x="0" y="0"/>
          <a:ext cx="0" cy="0"/>
          <a:chOff x="0" y="0"/>
          <a:chExt cx="0" cy="0"/>
        </a:xfrm>
      </p:grpSpPr>
      <p:pic>
        <p:nvPicPr>
          <p:cNvPr id="142" name="Google Shape;142;p22"/>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3" name="Google Shape;143;p22"/>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44" name="Google Shape;144;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5" name="Google Shape;145;p22"/>
          <p:cNvSpPr txBox="1">
            <a:spLocks noGrp="1"/>
          </p:cNvSpPr>
          <p:nvPr>
            <p:ph type="subTitle" idx="1"/>
          </p:nvPr>
        </p:nvSpPr>
        <p:spPr>
          <a:xfrm>
            <a:off x="960000" y="3830767"/>
            <a:ext cx="3282800" cy="763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46" name="Google Shape;146;p22"/>
          <p:cNvSpPr txBox="1">
            <a:spLocks noGrp="1"/>
          </p:cNvSpPr>
          <p:nvPr>
            <p:ph type="subTitle" idx="2"/>
          </p:nvPr>
        </p:nvSpPr>
        <p:spPr>
          <a:xfrm>
            <a:off x="960000" y="4549004"/>
            <a:ext cx="3282800" cy="111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47" name="Google Shape;147;p22"/>
          <p:cNvSpPr txBox="1">
            <a:spLocks noGrp="1"/>
          </p:cNvSpPr>
          <p:nvPr>
            <p:ph type="subTitle" idx="3"/>
          </p:nvPr>
        </p:nvSpPr>
        <p:spPr>
          <a:xfrm>
            <a:off x="4454600" y="4549008"/>
            <a:ext cx="3282800" cy="111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48" name="Google Shape;148;p22"/>
          <p:cNvSpPr txBox="1">
            <a:spLocks noGrp="1"/>
          </p:cNvSpPr>
          <p:nvPr>
            <p:ph type="subTitle" idx="4"/>
          </p:nvPr>
        </p:nvSpPr>
        <p:spPr>
          <a:xfrm>
            <a:off x="7949200" y="4549008"/>
            <a:ext cx="3282800" cy="1116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49" name="Google Shape;149;p22"/>
          <p:cNvSpPr txBox="1">
            <a:spLocks noGrp="1"/>
          </p:cNvSpPr>
          <p:nvPr>
            <p:ph type="subTitle" idx="5"/>
          </p:nvPr>
        </p:nvSpPr>
        <p:spPr>
          <a:xfrm>
            <a:off x="4454600" y="3830767"/>
            <a:ext cx="3282800" cy="763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50" name="Google Shape;150;p22"/>
          <p:cNvSpPr txBox="1">
            <a:spLocks noGrp="1"/>
          </p:cNvSpPr>
          <p:nvPr>
            <p:ph type="subTitle" idx="6"/>
          </p:nvPr>
        </p:nvSpPr>
        <p:spPr>
          <a:xfrm>
            <a:off x="7949200" y="3830767"/>
            <a:ext cx="3282800" cy="7636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800">
                <a:solidFill>
                  <a:schemeClr val="dk1"/>
                </a:solidFill>
                <a:latin typeface="Spline Sans Mono Medium"/>
                <a:ea typeface="Spline Sans Mono Medium"/>
                <a:cs typeface="Spline Sans Mono Medium"/>
                <a:sym typeface="Spline Sans Mon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151" name="Google Shape;151;p22"/>
          <p:cNvSpPr txBox="1">
            <a:spLocks noGrp="1"/>
          </p:cNvSpPr>
          <p:nvPr>
            <p:ph type="title" idx="7" hasCustomPrompt="1"/>
          </p:nvPr>
        </p:nvSpPr>
        <p:spPr>
          <a:xfrm>
            <a:off x="1617867" y="2181467"/>
            <a:ext cx="1967200" cy="9120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600"/>
              <a:buNone/>
              <a:defRPr sz="4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52" name="Google Shape;152;p22"/>
          <p:cNvSpPr txBox="1">
            <a:spLocks noGrp="1"/>
          </p:cNvSpPr>
          <p:nvPr>
            <p:ph type="title" idx="8" hasCustomPrompt="1"/>
          </p:nvPr>
        </p:nvSpPr>
        <p:spPr>
          <a:xfrm>
            <a:off x="5112433" y="2181467"/>
            <a:ext cx="1967200" cy="9120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600"/>
              <a:buNone/>
              <a:defRPr sz="4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
        <p:nvSpPr>
          <p:cNvPr id="153" name="Google Shape;153;p22"/>
          <p:cNvSpPr txBox="1">
            <a:spLocks noGrp="1"/>
          </p:cNvSpPr>
          <p:nvPr>
            <p:ph type="title" idx="9" hasCustomPrompt="1"/>
          </p:nvPr>
        </p:nvSpPr>
        <p:spPr>
          <a:xfrm>
            <a:off x="8607000" y="2181467"/>
            <a:ext cx="1967200" cy="9120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SzPts val="3600"/>
              <a:buNone/>
              <a:defRPr sz="4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t>xx%</a:t>
            </a:r>
          </a:p>
        </p:txBody>
      </p:sp>
    </p:spTree>
    <p:extLst>
      <p:ext uri="{BB962C8B-B14F-4D97-AF65-F5344CB8AC3E}">
        <p14:creationId xmlns:p14="http://schemas.microsoft.com/office/powerpoint/2010/main" val="252138669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54"/>
        <p:cNvGrpSpPr/>
        <p:nvPr/>
      </p:nvGrpSpPr>
      <p:grpSpPr>
        <a:xfrm>
          <a:off x="0" y="0"/>
          <a:ext cx="0" cy="0"/>
          <a:chOff x="0" y="0"/>
          <a:chExt cx="0" cy="0"/>
        </a:xfrm>
      </p:grpSpPr>
      <p:pic>
        <p:nvPicPr>
          <p:cNvPr id="155" name="Google Shape;155;p23"/>
          <p:cNvPicPr preferRelativeResize="0"/>
          <p:nvPr/>
        </p:nvPicPr>
        <p:blipFill>
          <a:blip r:embed="rId2">
            <a:alphaModFix/>
          </a:blip>
          <a:stretch>
            <a:fillRect/>
          </a:stretch>
        </p:blipFill>
        <p:spPr>
          <a:xfrm>
            <a:off x="0" y="1"/>
            <a:ext cx="12192000" cy="6857983"/>
          </a:xfrm>
          <a:prstGeom prst="rect">
            <a:avLst/>
          </a:prstGeom>
          <a:noFill/>
          <a:ln>
            <a:noFill/>
          </a:ln>
        </p:spPr>
      </p:pic>
      <p:sp>
        <p:nvSpPr>
          <p:cNvPr id="156" name="Google Shape;156;p23"/>
          <p:cNvSpPr txBox="1">
            <a:spLocks noGrp="1"/>
          </p:cNvSpPr>
          <p:nvPr>
            <p:ph type="title"/>
          </p:nvPr>
        </p:nvSpPr>
        <p:spPr>
          <a:xfrm>
            <a:off x="4058267" y="1929800"/>
            <a:ext cx="5848000" cy="22716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57" name="Google Shape;157;p23"/>
          <p:cNvSpPr txBox="1">
            <a:spLocks noGrp="1"/>
          </p:cNvSpPr>
          <p:nvPr>
            <p:ph type="title" idx="2" hasCustomPrompt="1"/>
          </p:nvPr>
        </p:nvSpPr>
        <p:spPr>
          <a:xfrm>
            <a:off x="2140467" y="1929800"/>
            <a:ext cx="1733600" cy="1961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8" name="Google Shape;158;p23"/>
          <p:cNvSpPr txBox="1">
            <a:spLocks noGrp="1"/>
          </p:cNvSpPr>
          <p:nvPr>
            <p:ph type="subTitle" idx="1"/>
          </p:nvPr>
        </p:nvSpPr>
        <p:spPr>
          <a:xfrm>
            <a:off x="4058285" y="4346700"/>
            <a:ext cx="5848000" cy="5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78383150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59"/>
        <p:cNvGrpSpPr/>
        <p:nvPr/>
      </p:nvGrpSpPr>
      <p:grpSpPr>
        <a:xfrm>
          <a:off x="0" y="0"/>
          <a:ext cx="0" cy="0"/>
          <a:chOff x="0" y="0"/>
          <a:chExt cx="0" cy="0"/>
        </a:xfrm>
      </p:grpSpPr>
      <p:pic>
        <p:nvPicPr>
          <p:cNvPr id="160" name="Google Shape;160;p24"/>
          <p:cNvPicPr preferRelativeResize="0"/>
          <p:nvPr/>
        </p:nvPicPr>
        <p:blipFill>
          <a:blip r:embed="rId2">
            <a:alphaModFix/>
          </a:blip>
          <a:stretch>
            <a:fillRect/>
          </a:stretch>
        </p:blipFill>
        <p:spPr>
          <a:xfrm>
            <a:off x="0" y="1"/>
            <a:ext cx="12192000" cy="6857983"/>
          </a:xfrm>
          <a:prstGeom prst="rect">
            <a:avLst/>
          </a:prstGeom>
          <a:noFill/>
          <a:ln>
            <a:noFill/>
          </a:ln>
        </p:spPr>
      </p:pic>
      <p:sp>
        <p:nvSpPr>
          <p:cNvPr id="161" name="Google Shape;161;p24"/>
          <p:cNvSpPr txBox="1">
            <a:spLocks noGrp="1"/>
          </p:cNvSpPr>
          <p:nvPr>
            <p:ph type="title"/>
          </p:nvPr>
        </p:nvSpPr>
        <p:spPr>
          <a:xfrm>
            <a:off x="4512233" y="2743000"/>
            <a:ext cx="5848000" cy="22716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62" name="Google Shape;162;p24"/>
          <p:cNvSpPr txBox="1">
            <a:spLocks noGrp="1"/>
          </p:cNvSpPr>
          <p:nvPr>
            <p:ph type="title" idx="2" hasCustomPrompt="1"/>
          </p:nvPr>
        </p:nvSpPr>
        <p:spPr>
          <a:xfrm>
            <a:off x="4512267" y="1629700"/>
            <a:ext cx="2014800" cy="11132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63" name="Google Shape;163;p24"/>
          <p:cNvSpPr txBox="1">
            <a:spLocks noGrp="1"/>
          </p:cNvSpPr>
          <p:nvPr>
            <p:ph type="subTitle" idx="1"/>
          </p:nvPr>
        </p:nvSpPr>
        <p:spPr>
          <a:xfrm>
            <a:off x="4512252" y="5159900"/>
            <a:ext cx="5848000" cy="5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77760174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64"/>
        <p:cNvGrpSpPr/>
        <p:nvPr/>
      </p:nvGrpSpPr>
      <p:grpSpPr>
        <a:xfrm>
          <a:off x="0" y="0"/>
          <a:ext cx="0" cy="0"/>
          <a:chOff x="0" y="0"/>
          <a:chExt cx="0" cy="0"/>
        </a:xfrm>
      </p:grpSpPr>
      <p:pic>
        <p:nvPicPr>
          <p:cNvPr id="165" name="Google Shape;165;p25"/>
          <p:cNvPicPr preferRelativeResize="0"/>
          <p:nvPr/>
        </p:nvPicPr>
        <p:blipFill>
          <a:blip r:embed="rId2">
            <a:alphaModFix/>
          </a:blip>
          <a:stretch>
            <a:fillRect/>
          </a:stretch>
        </p:blipFill>
        <p:spPr>
          <a:xfrm>
            <a:off x="0" y="1"/>
            <a:ext cx="12192000" cy="6857983"/>
          </a:xfrm>
          <a:prstGeom prst="rect">
            <a:avLst/>
          </a:prstGeom>
          <a:noFill/>
          <a:ln>
            <a:noFill/>
          </a:ln>
        </p:spPr>
      </p:pic>
      <p:sp>
        <p:nvSpPr>
          <p:cNvPr id="166" name="Google Shape;166;p25"/>
          <p:cNvSpPr txBox="1">
            <a:spLocks noGrp="1"/>
          </p:cNvSpPr>
          <p:nvPr>
            <p:ph type="title"/>
          </p:nvPr>
        </p:nvSpPr>
        <p:spPr>
          <a:xfrm>
            <a:off x="2861733" y="2524500"/>
            <a:ext cx="6424000" cy="227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67" name="Google Shape;167;p25"/>
          <p:cNvSpPr txBox="1">
            <a:spLocks noGrp="1"/>
          </p:cNvSpPr>
          <p:nvPr>
            <p:ph type="title" idx="2" hasCustomPrompt="1"/>
          </p:nvPr>
        </p:nvSpPr>
        <p:spPr>
          <a:xfrm>
            <a:off x="2861733" y="1308333"/>
            <a:ext cx="6424000" cy="121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8000">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68" name="Google Shape;168;p25"/>
          <p:cNvSpPr txBox="1">
            <a:spLocks noGrp="1"/>
          </p:cNvSpPr>
          <p:nvPr>
            <p:ph type="subTitle" idx="1"/>
          </p:nvPr>
        </p:nvSpPr>
        <p:spPr>
          <a:xfrm>
            <a:off x="2861755" y="4941400"/>
            <a:ext cx="6424000" cy="5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10252370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9"/>
        <p:cNvGrpSpPr/>
        <p:nvPr/>
      </p:nvGrpSpPr>
      <p:grpSpPr>
        <a:xfrm>
          <a:off x="0" y="0"/>
          <a:ext cx="0" cy="0"/>
          <a:chOff x="0" y="0"/>
          <a:chExt cx="0" cy="0"/>
        </a:xfrm>
      </p:grpSpPr>
      <p:pic>
        <p:nvPicPr>
          <p:cNvPr id="170" name="Google Shape;170;p26"/>
          <p:cNvPicPr preferRelativeResize="0"/>
          <p:nvPr/>
        </p:nvPicPr>
        <p:blipFill>
          <a:blip r:embed="rId2">
            <a:alphaModFix/>
          </a:blip>
          <a:stretch>
            <a:fillRect/>
          </a:stretch>
        </p:blipFill>
        <p:spPr>
          <a:xfrm flipH="1">
            <a:off x="-933" y="0"/>
            <a:ext cx="12192000" cy="6858000"/>
          </a:xfrm>
          <a:prstGeom prst="rect">
            <a:avLst/>
          </a:prstGeom>
          <a:noFill/>
          <a:ln>
            <a:noFill/>
          </a:ln>
        </p:spPr>
      </p:pic>
      <p:sp>
        <p:nvSpPr>
          <p:cNvPr id="171" name="Google Shape;171;p26"/>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72" name="Google Shape;172;p2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9731992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73"/>
        <p:cNvGrpSpPr/>
        <p:nvPr/>
      </p:nvGrpSpPr>
      <p:grpSpPr>
        <a:xfrm>
          <a:off x="0" y="0"/>
          <a:ext cx="0" cy="0"/>
          <a:chOff x="0" y="0"/>
          <a:chExt cx="0" cy="0"/>
        </a:xfrm>
      </p:grpSpPr>
      <p:pic>
        <p:nvPicPr>
          <p:cNvPr id="174" name="Google Shape;174;p27"/>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75" name="Google Shape;175;p27"/>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76" name="Google Shape;176;p2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267042067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177"/>
        <p:cNvGrpSpPr/>
        <p:nvPr/>
      </p:nvGrpSpPr>
      <p:grpSpPr>
        <a:xfrm>
          <a:off x="0" y="0"/>
          <a:ext cx="0" cy="0"/>
          <a:chOff x="0" y="0"/>
          <a:chExt cx="0" cy="0"/>
        </a:xfrm>
      </p:grpSpPr>
      <p:pic>
        <p:nvPicPr>
          <p:cNvPr id="178" name="Google Shape;178;p28"/>
          <p:cNvPicPr preferRelativeResize="0"/>
          <p:nvPr/>
        </p:nvPicPr>
        <p:blipFill>
          <a:blip r:embed="rId2">
            <a:alphaModFix/>
          </a:blip>
          <a:stretch>
            <a:fillRect/>
          </a:stretch>
        </p:blipFill>
        <p:spPr>
          <a:xfrm>
            <a:off x="-933" y="7300"/>
            <a:ext cx="12192000" cy="6858000"/>
          </a:xfrm>
          <a:prstGeom prst="rect">
            <a:avLst/>
          </a:prstGeom>
          <a:noFill/>
          <a:ln>
            <a:noFill/>
          </a:ln>
        </p:spPr>
      </p:pic>
      <p:sp>
        <p:nvSpPr>
          <p:cNvPr id="179" name="Google Shape;179;p28"/>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80" name="Google Shape;180;p2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88030230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81"/>
        <p:cNvGrpSpPr/>
        <p:nvPr/>
      </p:nvGrpSpPr>
      <p:grpSpPr>
        <a:xfrm>
          <a:off x="0" y="0"/>
          <a:ext cx="0" cy="0"/>
          <a:chOff x="0" y="0"/>
          <a:chExt cx="0" cy="0"/>
        </a:xfrm>
      </p:grpSpPr>
      <p:pic>
        <p:nvPicPr>
          <p:cNvPr id="182" name="Google Shape;182;p29"/>
          <p:cNvPicPr preferRelativeResize="0"/>
          <p:nvPr/>
        </p:nvPicPr>
        <p:blipFill>
          <a:blip r:embed="rId2">
            <a:alphaModFix/>
          </a:blip>
          <a:stretch>
            <a:fillRect/>
          </a:stretch>
        </p:blipFill>
        <p:spPr>
          <a:xfrm>
            <a:off x="-67" y="0"/>
            <a:ext cx="12192000" cy="6858000"/>
          </a:xfrm>
          <a:prstGeom prst="rect">
            <a:avLst/>
          </a:prstGeom>
          <a:noFill/>
          <a:ln>
            <a:noFill/>
          </a:ln>
        </p:spPr>
      </p:pic>
      <p:sp>
        <p:nvSpPr>
          <p:cNvPr id="183" name="Google Shape;183;p29"/>
          <p:cNvSpPr/>
          <p:nvPr/>
        </p:nvSpPr>
        <p:spPr>
          <a:xfrm>
            <a:off x="479467" y="392300"/>
            <a:ext cx="11231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84" name="Google Shape;184;p29"/>
          <p:cNvSpPr txBox="1">
            <a:spLocks noGrp="1"/>
          </p:cNvSpPr>
          <p:nvPr>
            <p:ph type="ctrTitle"/>
          </p:nvPr>
        </p:nvSpPr>
        <p:spPr>
          <a:xfrm>
            <a:off x="1967599" y="713333"/>
            <a:ext cx="8254800" cy="143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8000"/>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185" name="Google Shape;185;p29"/>
          <p:cNvSpPr txBox="1">
            <a:spLocks noGrp="1"/>
          </p:cNvSpPr>
          <p:nvPr>
            <p:ph type="subTitle" idx="1"/>
          </p:nvPr>
        </p:nvSpPr>
        <p:spPr>
          <a:xfrm>
            <a:off x="3069467" y="2150533"/>
            <a:ext cx="6051200" cy="1830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86" name="Google Shape;186;p29"/>
          <p:cNvSpPr txBox="1"/>
          <p:nvPr/>
        </p:nvSpPr>
        <p:spPr>
          <a:xfrm>
            <a:off x="3674200" y="5137288"/>
            <a:ext cx="4843600" cy="984800"/>
          </a:xfrm>
          <a:prstGeom prst="rect">
            <a:avLst/>
          </a:prstGeom>
          <a:noFill/>
          <a:ln>
            <a:noFill/>
          </a:ln>
        </p:spPr>
        <p:txBody>
          <a:bodyPr spcFirstLastPara="1" wrap="square" lIns="121900" tIns="121900" rIns="121900" bIns="121900" anchor="ctr" anchorCtr="0">
            <a:noAutofit/>
          </a:bodyPr>
          <a:lstStyle/>
          <a:p>
            <a:pPr marL="0" lvl="0" indent="0" algn="ctr" rtl="0">
              <a:spcBef>
                <a:spcPts val="400"/>
              </a:spcBef>
              <a:spcAft>
                <a:spcPts val="0"/>
              </a:spcAft>
              <a:buNone/>
            </a:pPr>
            <a:r>
              <a:rPr lang="en" sz="1600">
                <a:solidFill>
                  <a:schemeClr val="dk1"/>
                </a:solidFill>
                <a:latin typeface="Arimo"/>
                <a:ea typeface="Arimo"/>
                <a:cs typeface="Arimo"/>
                <a:sym typeface="Arimo"/>
              </a:rPr>
              <a:t>CREDITS: This presentation template was created by </a:t>
            </a:r>
            <a:r>
              <a:rPr lang="en" sz="1600" b="1">
                <a:solidFill>
                  <a:schemeClr val="dk1"/>
                </a:solidFill>
                <a:uFill>
                  <a:noFill/>
                </a:uFill>
                <a:latin typeface="Arimo"/>
                <a:ea typeface="Arimo"/>
                <a:cs typeface="Arimo"/>
                <a:sym typeface="Arimo"/>
                <a:hlinkClick r:id="rId3">
                  <a:extLst>
                    <a:ext uri="{A12FA001-AC4F-418D-AE19-62706E023703}">
                      <ahyp:hlinkClr xmlns:ahyp="http://schemas.microsoft.com/office/drawing/2018/hyperlinkcolor" val="tx"/>
                    </a:ext>
                  </a:extLst>
                </a:hlinkClick>
              </a:rPr>
              <a:t>Slidesgo</a:t>
            </a:r>
            <a:r>
              <a:rPr lang="en" sz="1600">
                <a:solidFill>
                  <a:schemeClr val="dk1"/>
                </a:solidFill>
                <a:latin typeface="Arimo"/>
                <a:ea typeface="Arimo"/>
                <a:cs typeface="Arimo"/>
                <a:sym typeface="Arimo"/>
              </a:rPr>
              <a:t>, including icons, infographics &amp; images by </a:t>
            </a:r>
            <a:r>
              <a:rPr lang="en" sz="1600" b="1">
                <a:solidFill>
                  <a:schemeClr val="dk1"/>
                </a:solidFill>
                <a:uFill>
                  <a:noFill/>
                </a:uFill>
                <a:latin typeface="Arimo"/>
                <a:ea typeface="Arimo"/>
                <a:cs typeface="Arimo"/>
                <a:sym typeface="Arimo"/>
                <a:hlinkClick r:id="rId4">
                  <a:extLst>
                    <a:ext uri="{A12FA001-AC4F-418D-AE19-62706E023703}">
                      <ahyp:hlinkClr xmlns:ahyp="http://schemas.microsoft.com/office/drawing/2018/hyperlinkcolor" val="tx"/>
                    </a:ext>
                  </a:extLst>
                </a:hlinkClick>
              </a:rPr>
              <a:t>Freepik</a:t>
            </a:r>
            <a:endParaRPr sz="1600" b="1">
              <a:solidFill>
                <a:schemeClr val="dk1"/>
              </a:solidFill>
              <a:latin typeface="Arimo"/>
              <a:ea typeface="Arimo"/>
              <a:cs typeface="Arimo"/>
              <a:sym typeface="Arimo"/>
            </a:endParaRPr>
          </a:p>
        </p:txBody>
      </p:sp>
    </p:spTree>
    <p:extLst>
      <p:ext uri="{BB962C8B-B14F-4D97-AF65-F5344CB8AC3E}">
        <p14:creationId xmlns:p14="http://schemas.microsoft.com/office/powerpoint/2010/main" val="13704641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87"/>
        <p:cNvGrpSpPr/>
        <p:nvPr/>
      </p:nvGrpSpPr>
      <p:grpSpPr>
        <a:xfrm>
          <a:off x="0" y="0"/>
          <a:ext cx="0" cy="0"/>
          <a:chOff x="0" y="0"/>
          <a:chExt cx="0" cy="0"/>
        </a:xfrm>
      </p:grpSpPr>
      <p:pic>
        <p:nvPicPr>
          <p:cNvPr id="188" name="Google Shape;188;p30"/>
          <p:cNvPicPr preferRelativeResize="0"/>
          <p:nvPr/>
        </p:nvPicPr>
        <p:blipFill>
          <a:blip r:embed="rId2">
            <a:alphaModFix/>
          </a:blip>
          <a:stretch>
            <a:fillRect/>
          </a:stretch>
        </p:blipFill>
        <p:spPr>
          <a:xfrm>
            <a:off x="0" y="1"/>
            <a:ext cx="12192000" cy="6857983"/>
          </a:xfrm>
          <a:prstGeom prst="rect">
            <a:avLst/>
          </a:prstGeom>
          <a:noFill/>
          <a:ln>
            <a:noFill/>
          </a:ln>
        </p:spPr>
      </p:pic>
      <p:sp>
        <p:nvSpPr>
          <p:cNvPr id="189" name="Google Shape;189;p30"/>
          <p:cNvSpPr/>
          <p:nvPr/>
        </p:nvSpPr>
        <p:spPr>
          <a:xfrm rot="5400000">
            <a:off x="4791600" y="-1774467"/>
            <a:ext cx="2608800" cy="75844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90" name="Google Shape;190;p30"/>
          <p:cNvSpPr/>
          <p:nvPr/>
        </p:nvSpPr>
        <p:spPr>
          <a:xfrm rot="5400000">
            <a:off x="4791600" y="1048159"/>
            <a:ext cx="2608800" cy="75844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Tree>
    <p:extLst>
      <p:ext uri="{BB962C8B-B14F-4D97-AF65-F5344CB8AC3E}">
        <p14:creationId xmlns:p14="http://schemas.microsoft.com/office/powerpoint/2010/main" val="169582364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91"/>
        <p:cNvGrpSpPr/>
        <p:nvPr/>
      </p:nvGrpSpPr>
      <p:grpSpPr>
        <a:xfrm>
          <a:off x="0" y="0"/>
          <a:ext cx="0" cy="0"/>
          <a:chOff x="0" y="0"/>
          <a:chExt cx="0" cy="0"/>
        </a:xfrm>
      </p:grpSpPr>
      <p:pic>
        <p:nvPicPr>
          <p:cNvPr id="192" name="Google Shape;192;p31"/>
          <p:cNvPicPr preferRelativeResize="0"/>
          <p:nvPr/>
        </p:nvPicPr>
        <p:blipFill>
          <a:blip r:embed="rId2">
            <a:alphaModFix/>
          </a:blip>
          <a:stretch>
            <a:fillRect/>
          </a:stretch>
        </p:blipFill>
        <p:spPr>
          <a:xfrm>
            <a:off x="0" y="1"/>
            <a:ext cx="12192000" cy="6857983"/>
          </a:xfrm>
          <a:prstGeom prst="rect">
            <a:avLst/>
          </a:prstGeom>
          <a:noFill/>
          <a:ln>
            <a:noFill/>
          </a:ln>
        </p:spPr>
      </p:pic>
      <p:sp>
        <p:nvSpPr>
          <p:cNvPr id="193" name="Google Shape;193;p31"/>
          <p:cNvSpPr/>
          <p:nvPr/>
        </p:nvSpPr>
        <p:spPr>
          <a:xfrm>
            <a:off x="479467" y="392300"/>
            <a:ext cx="72520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
        <p:nvSpPr>
          <p:cNvPr id="194" name="Google Shape;194;p31"/>
          <p:cNvSpPr/>
          <p:nvPr/>
        </p:nvSpPr>
        <p:spPr>
          <a:xfrm>
            <a:off x="8227000" y="392300"/>
            <a:ext cx="3455200" cy="6088000"/>
          </a:xfrm>
          <a:prstGeom prst="roundRect">
            <a:avLst>
              <a:gd name="adj" fmla="val 16667"/>
            </a:avLst>
          </a:prstGeom>
          <a:solidFill>
            <a:srgbClr val="001976"/>
          </a:solidFill>
          <a:ln>
            <a:noFill/>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7">
              <a:solidFill>
                <a:schemeClr val="lt1"/>
              </a:solidFill>
            </a:endParaRPr>
          </a:p>
        </p:txBody>
      </p:sp>
    </p:spTree>
    <p:extLst>
      <p:ext uri="{BB962C8B-B14F-4D97-AF65-F5344CB8AC3E}">
        <p14:creationId xmlns:p14="http://schemas.microsoft.com/office/powerpoint/2010/main" val="151623160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1515733" y="3100967"/>
            <a:ext cx="4871200" cy="13192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45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26" name="Google Shape;26;p3"/>
          <p:cNvSpPr txBox="1">
            <a:spLocks noGrp="1"/>
          </p:cNvSpPr>
          <p:nvPr>
            <p:ph type="title" idx="2" hasCustomPrompt="1"/>
          </p:nvPr>
        </p:nvSpPr>
        <p:spPr>
          <a:xfrm>
            <a:off x="6387133" y="3039733"/>
            <a:ext cx="1790800" cy="1319200"/>
          </a:xfrm>
          <a:prstGeom prst="rect">
            <a:avLst/>
          </a:prstGeom>
          <a:solidFill>
            <a:srgbClr val="FFFFFF">
              <a:alpha val="7500"/>
            </a:srgbClr>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533">
                <a:solidFill>
                  <a:schemeClr val="lt1"/>
                </a:solidFill>
                <a:latin typeface="Raleway ExtraBold"/>
                <a:ea typeface="Raleway ExtraBold"/>
                <a:cs typeface="Raleway ExtraBold"/>
                <a:sym typeface="Raleway ExtraBold"/>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Tree>
    <p:extLst>
      <p:ext uri="{BB962C8B-B14F-4D97-AF65-F5344CB8AC3E}">
        <p14:creationId xmlns:p14="http://schemas.microsoft.com/office/powerpoint/2010/main" val="150738115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98"/>
        <p:cNvGrpSpPr/>
        <p:nvPr/>
      </p:nvGrpSpPr>
      <p:grpSpPr>
        <a:xfrm>
          <a:off x="0" y="0"/>
          <a:ext cx="0" cy="0"/>
          <a:chOff x="0" y="0"/>
          <a:chExt cx="0" cy="0"/>
        </a:xfrm>
      </p:grpSpPr>
    </p:spTree>
    <p:extLst>
      <p:ext uri="{BB962C8B-B14F-4D97-AF65-F5344CB8AC3E}">
        <p14:creationId xmlns:p14="http://schemas.microsoft.com/office/powerpoint/2010/main" val="101752953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99"/>
        <p:cNvGrpSpPr/>
        <p:nvPr/>
      </p:nvGrpSpPr>
      <p:grpSpPr>
        <a:xfrm>
          <a:off x="0" y="0"/>
          <a:ext cx="0" cy="0"/>
          <a:chOff x="0" y="0"/>
          <a:chExt cx="0" cy="0"/>
        </a:xfrm>
      </p:grpSpPr>
      <p:sp>
        <p:nvSpPr>
          <p:cNvPr id="200" name="Google Shape;200;p34"/>
          <p:cNvSpPr/>
          <p:nvPr/>
        </p:nvSpPr>
        <p:spPr>
          <a:xfrm>
            <a:off x="-100" y="-13700"/>
            <a:ext cx="12192000" cy="15744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67">
              <a:latin typeface="Inter"/>
              <a:ea typeface="Inter"/>
              <a:cs typeface="Inter"/>
              <a:sym typeface="Inter"/>
            </a:endParaRPr>
          </a:p>
        </p:txBody>
      </p:sp>
      <p:sp>
        <p:nvSpPr>
          <p:cNvPr id="201" name="Google Shape;201;p34"/>
          <p:cNvSpPr txBox="1">
            <a:spLocks noGrp="1"/>
          </p:cNvSpPr>
          <p:nvPr>
            <p:ph type="title"/>
          </p:nvPr>
        </p:nvSpPr>
        <p:spPr>
          <a:xfrm>
            <a:off x="950967" y="719333"/>
            <a:ext cx="10290000" cy="643200"/>
          </a:xfrm>
          <a:prstGeom prst="rect">
            <a:avLst/>
          </a:prstGeom>
        </p:spPr>
        <p:txBody>
          <a:bodyPr spcFirstLastPara="1" wrap="square" lIns="91425" tIns="91425" rIns="91425" bIns="91425" anchor="t" anchorCtr="0">
            <a:noAutofit/>
          </a:bodyPr>
          <a:lstStyle>
            <a:lvl1pPr lvl="0" algn="l">
              <a:spcBef>
                <a:spcPts val="0"/>
              </a:spcBef>
              <a:spcAft>
                <a:spcPts val="0"/>
              </a:spcAft>
              <a:buSzPts val="2400"/>
              <a:buFont typeface="Inter"/>
              <a:buNone/>
              <a:defRPr sz="2933" b="1"/>
            </a:lvl1pPr>
            <a:lvl2pPr lvl="1" algn="ctr">
              <a:spcBef>
                <a:spcPts val="0"/>
              </a:spcBef>
              <a:spcAft>
                <a:spcPts val="0"/>
              </a:spcAft>
              <a:buSzPts val="2400"/>
              <a:buFont typeface="Inter"/>
              <a:buNone/>
              <a:defRPr sz="3200" b="1">
                <a:latin typeface="Inter"/>
                <a:ea typeface="Inter"/>
                <a:cs typeface="Inter"/>
                <a:sym typeface="Inter"/>
              </a:defRPr>
            </a:lvl2pPr>
            <a:lvl3pPr lvl="2" algn="ctr">
              <a:spcBef>
                <a:spcPts val="0"/>
              </a:spcBef>
              <a:spcAft>
                <a:spcPts val="0"/>
              </a:spcAft>
              <a:buSzPts val="2400"/>
              <a:buFont typeface="Inter"/>
              <a:buNone/>
              <a:defRPr sz="3200" b="1">
                <a:latin typeface="Inter"/>
                <a:ea typeface="Inter"/>
                <a:cs typeface="Inter"/>
                <a:sym typeface="Inter"/>
              </a:defRPr>
            </a:lvl3pPr>
            <a:lvl4pPr lvl="3" algn="ctr">
              <a:spcBef>
                <a:spcPts val="0"/>
              </a:spcBef>
              <a:spcAft>
                <a:spcPts val="0"/>
              </a:spcAft>
              <a:buSzPts val="2400"/>
              <a:buFont typeface="Inter"/>
              <a:buNone/>
              <a:defRPr sz="3200" b="1">
                <a:latin typeface="Inter"/>
                <a:ea typeface="Inter"/>
                <a:cs typeface="Inter"/>
                <a:sym typeface="Inter"/>
              </a:defRPr>
            </a:lvl4pPr>
            <a:lvl5pPr lvl="4" algn="ctr">
              <a:spcBef>
                <a:spcPts val="0"/>
              </a:spcBef>
              <a:spcAft>
                <a:spcPts val="0"/>
              </a:spcAft>
              <a:buSzPts val="2400"/>
              <a:buFont typeface="Inter"/>
              <a:buNone/>
              <a:defRPr sz="3200" b="1">
                <a:latin typeface="Inter"/>
                <a:ea typeface="Inter"/>
                <a:cs typeface="Inter"/>
                <a:sym typeface="Inter"/>
              </a:defRPr>
            </a:lvl5pPr>
            <a:lvl6pPr lvl="5" algn="ctr">
              <a:spcBef>
                <a:spcPts val="0"/>
              </a:spcBef>
              <a:spcAft>
                <a:spcPts val="0"/>
              </a:spcAft>
              <a:buSzPts val="2400"/>
              <a:buFont typeface="Inter"/>
              <a:buNone/>
              <a:defRPr sz="3200" b="1">
                <a:latin typeface="Inter"/>
                <a:ea typeface="Inter"/>
                <a:cs typeface="Inter"/>
                <a:sym typeface="Inter"/>
              </a:defRPr>
            </a:lvl6pPr>
            <a:lvl7pPr lvl="6" algn="ctr">
              <a:spcBef>
                <a:spcPts val="0"/>
              </a:spcBef>
              <a:spcAft>
                <a:spcPts val="0"/>
              </a:spcAft>
              <a:buSzPts val="2400"/>
              <a:buFont typeface="Inter"/>
              <a:buNone/>
              <a:defRPr sz="3200" b="1">
                <a:latin typeface="Inter"/>
                <a:ea typeface="Inter"/>
                <a:cs typeface="Inter"/>
                <a:sym typeface="Inter"/>
              </a:defRPr>
            </a:lvl7pPr>
            <a:lvl8pPr lvl="7" algn="ctr">
              <a:spcBef>
                <a:spcPts val="0"/>
              </a:spcBef>
              <a:spcAft>
                <a:spcPts val="0"/>
              </a:spcAft>
              <a:buSzPts val="2400"/>
              <a:buFont typeface="Inter"/>
              <a:buNone/>
              <a:defRPr sz="3200" b="1">
                <a:latin typeface="Inter"/>
                <a:ea typeface="Inter"/>
                <a:cs typeface="Inter"/>
                <a:sym typeface="Inter"/>
              </a:defRPr>
            </a:lvl8pPr>
            <a:lvl9pPr lvl="8" algn="ctr">
              <a:spcBef>
                <a:spcPts val="0"/>
              </a:spcBef>
              <a:spcAft>
                <a:spcPts val="0"/>
              </a:spcAft>
              <a:buSzPts val="2400"/>
              <a:buFont typeface="Inter"/>
              <a:buNone/>
              <a:defRPr sz="3200" b="1">
                <a:latin typeface="Inter"/>
                <a:ea typeface="Inter"/>
                <a:cs typeface="Inter"/>
                <a:sym typeface="Inter"/>
              </a:defRPr>
            </a:lvl9pPr>
          </a:lstStyle>
          <a:p>
            <a:r>
              <a:rPr lang="en-US"/>
              <a:t>Click to edit Master title style</a:t>
            </a:r>
            <a:endParaRPr/>
          </a:p>
        </p:txBody>
      </p:sp>
    </p:spTree>
    <p:extLst>
      <p:ext uri="{BB962C8B-B14F-4D97-AF65-F5344CB8AC3E}">
        <p14:creationId xmlns:p14="http://schemas.microsoft.com/office/powerpoint/2010/main" val="2152904265"/>
      </p:ext>
    </p:extLst>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and two columns" preserve="1">
  <p:cSld name="Title and two columns">
    <p:spTree>
      <p:nvGrpSpPr>
        <p:cNvPr id="1" name="Shape 202"/>
        <p:cNvGrpSpPr/>
        <p:nvPr/>
      </p:nvGrpSpPr>
      <p:grpSpPr>
        <a:xfrm>
          <a:off x="0" y="0"/>
          <a:ext cx="0" cy="0"/>
          <a:chOff x="0" y="0"/>
          <a:chExt cx="0" cy="0"/>
        </a:xfrm>
      </p:grpSpPr>
      <p:sp>
        <p:nvSpPr>
          <p:cNvPr id="203" name="Google Shape;203;p35"/>
          <p:cNvSpPr/>
          <p:nvPr/>
        </p:nvSpPr>
        <p:spPr>
          <a:xfrm>
            <a:off x="-100" y="-13700"/>
            <a:ext cx="12192000" cy="15744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67">
              <a:latin typeface="Inter"/>
              <a:ea typeface="Inter"/>
              <a:cs typeface="Inter"/>
              <a:sym typeface="Inter"/>
            </a:endParaRPr>
          </a:p>
        </p:txBody>
      </p:sp>
      <p:sp>
        <p:nvSpPr>
          <p:cNvPr id="204" name="Google Shape;204;p35"/>
          <p:cNvSpPr txBox="1">
            <a:spLocks noGrp="1"/>
          </p:cNvSpPr>
          <p:nvPr>
            <p:ph type="title"/>
          </p:nvPr>
        </p:nvSpPr>
        <p:spPr>
          <a:xfrm>
            <a:off x="971369" y="719333"/>
            <a:ext cx="4463600" cy="643200"/>
          </a:xfrm>
          <a:prstGeom prst="rect">
            <a:avLst/>
          </a:prstGeom>
        </p:spPr>
        <p:txBody>
          <a:bodyPr spcFirstLastPara="1" wrap="square" lIns="91425" tIns="91425" rIns="91425" bIns="91425" anchor="t" anchorCtr="0">
            <a:noAutofit/>
          </a:bodyPr>
          <a:lstStyle>
            <a:lvl1pPr lvl="0" algn="l">
              <a:spcBef>
                <a:spcPts val="0"/>
              </a:spcBef>
              <a:spcAft>
                <a:spcPts val="0"/>
              </a:spcAft>
              <a:buSzPts val="2400"/>
              <a:buFont typeface="Inter"/>
              <a:buNone/>
              <a:defRPr sz="2933" b="1">
                <a:latin typeface="Inter"/>
                <a:ea typeface="Inter"/>
                <a:cs typeface="Inter"/>
                <a:sym typeface="Inter"/>
              </a:defRPr>
            </a:lvl1pPr>
            <a:lvl2pPr lvl="1" algn="ctr">
              <a:spcBef>
                <a:spcPts val="0"/>
              </a:spcBef>
              <a:spcAft>
                <a:spcPts val="0"/>
              </a:spcAft>
              <a:buSzPts val="2400"/>
              <a:buFont typeface="Inter"/>
              <a:buNone/>
              <a:defRPr sz="3200" b="1">
                <a:latin typeface="Inter"/>
                <a:ea typeface="Inter"/>
                <a:cs typeface="Inter"/>
                <a:sym typeface="Inter"/>
              </a:defRPr>
            </a:lvl2pPr>
            <a:lvl3pPr lvl="2" algn="ctr">
              <a:spcBef>
                <a:spcPts val="0"/>
              </a:spcBef>
              <a:spcAft>
                <a:spcPts val="0"/>
              </a:spcAft>
              <a:buSzPts val="2400"/>
              <a:buFont typeface="Inter"/>
              <a:buNone/>
              <a:defRPr sz="3200" b="1">
                <a:latin typeface="Inter"/>
                <a:ea typeface="Inter"/>
                <a:cs typeface="Inter"/>
                <a:sym typeface="Inter"/>
              </a:defRPr>
            </a:lvl3pPr>
            <a:lvl4pPr lvl="3" algn="ctr">
              <a:spcBef>
                <a:spcPts val="0"/>
              </a:spcBef>
              <a:spcAft>
                <a:spcPts val="0"/>
              </a:spcAft>
              <a:buSzPts val="2400"/>
              <a:buFont typeface="Inter"/>
              <a:buNone/>
              <a:defRPr sz="3200" b="1">
                <a:latin typeface="Inter"/>
                <a:ea typeface="Inter"/>
                <a:cs typeface="Inter"/>
                <a:sym typeface="Inter"/>
              </a:defRPr>
            </a:lvl4pPr>
            <a:lvl5pPr lvl="4" algn="ctr">
              <a:spcBef>
                <a:spcPts val="0"/>
              </a:spcBef>
              <a:spcAft>
                <a:spcPts val="0"/>
              </a:spcAft>
              <a:buSzPts val="2400"/>
              <a:buFont typeface="Inter"/>
              <a:buNone/>
              <a:defRPr sz="3200" b="1">
                <a:latin typeface="Inter"/>
                <a:ea typeface="Inter"/>
                <a:cs typeface="Inter"/>
                <a:sym typeface="Inter"/>
              </a:defRPr>
            </a:lvl5pPr>
            <a:lvl6pPr lvl="5" algn="ctr">
              <a:spcBef>
                <a:spcPts val="0"/>
              </a:spcBef>
              <a:spcAft>
                <a:spcPts val="0"/>
              </a:spcAft>
              <a:buSzPts val="2400"/>
              <a:buFont typeface="Inter"/>
              <a:buNone/>
              <a:defRPr sz="3200" b="1">
                <a:latin typeface="Inter"/>
                <a:ea typeface="Inter"/>
                <a:cs typeface="Inter"/>
                <a:sym typeface="Inter"/>
              </a:defRPr>
            </a:lvl6pPr>
            <a:lvl7pPr lvl="6" algn="ctr">
              <a:spcBef>
                <a:spcPts val="0"/>
              </a:spcBef>
              <a:spcAft>
                <a:spcPts val="0"/>
              </a:spcAft>
              <a:buSzPts val="2400"/>
              <a:buFont typeface="Inter"/>
              <a:buNone/>
              <a:defRPr sz="3200" b="1">
                <a:latin typeface="Inter"/>
                <a:ea typeface="Inter"/>
                <a:cs typeface="Inter"/>
                <a:sym typeface="Inter"/>
              </a:defRPr>
            </a:lvl7pPr>
            <a:lvl8pPr lvl="7" algn="ctr">
              <a:spcBef>
                <a:spcPts val="0"/>
              </a:spcBef>
              <a:spcAft>
                <a:spcPts val="0"/>
              </a:spcAft>
              <a:buSzPts val="2400"/>
              <a:buFont typeface="Inter"/>
              <a:buNone/>
              <a:defRPr sz="3200" b="1">
                <a:latin typeface="Inter"/>
                <a:ea typeface="Inter"/>
                <a:cs typeface="Inter"/>
                <a:sym typeface="Inter"/>
              </a:defRPr>
            </a:lvl8pPr>
            <a:lvl9pPr lvl="8" algn="ctr">
              <a:spcBef>
                <a:spcPts val="0"/>
              </a:spcBef>
              <a:spcAft>
                <a:spcPts val="0"/>
              </a:spcAft>
              <a:buSzPts val="2400"/>
              <a:buFont typeface="Inter"/>
              <a:buNone/>
              <a:defRPr sz="3200" b="1">
                <a:latin typeface="Inter"/>
                <a:ea typeface="Inter"/>
                <a:cs typeface="Inter"/>
                <a:sym typeface="Inter"/>
              </a:defRPr>
            </a:lvl9pPr>
          </a:lstStyle>
          <a:p>
            <a:r>
              <a:rPr lang="en-US"/>
              <a:t>Click to edit Master title style</a:t>
            </a:r>
            <a:endParaRPr/>
          </a:p>
        </p:txBody>
      </p:sp>
      <p:sp>
        <p:nvSpPr>
          <p:cNvPr id="205" name="Google Shape;205;p35"/>
          <p:cNvSpPr txBox="1">
            <a:spLocks noGrp="1"/>
          </p:cNvSpPr>
          <p:nvPr>
            <p:ph type="title" idx="2"/>
          </p:nvPr>
        </p:nvSpPr>
        <p:spPr>
          <a:xfrm>
            <a:off x="6636733" y="719333"/>
            <a:ext cx="4611200" cy="643200"/>
          </a:xfrm>
          <a:prstGeom prst="rect">
            <a:avLst/>
          </a:prstGeom>
        </p:spPr>
        <p:txBody>
          <a:bodyPr spcFirstLastPara="1" wrap="square" lIns="91425" tIns="91425" rIns="91425" bIns="91425" anchor="t" anchorCtr="0">
            <a:noAutofit/>
          </a:bodyPr>
          <a:lstStyle>
            <a:lvl1pPr lvl="0" algn="l">
              <a:spcBef>
                <a:spcPts val="0"/>
              </a:spcBef>
              <a:spcAft>
                <a:spcPts val="0"/>
              </a:spcAft>
              <a:buSzPts val="2400"/>
              <a:buFont typeface="Inter"/>
              <a:buNone/>
              <a:defRPr sz="2933" b="1">
                <a:latin typeface="Inter"/>
                <a:ea typeface="Inter"/>
                <a:cs typeface="Inter"/>
                <a:sym typeface="Inter"/>
              </a:defRPr>
            </a:lvl1pPr>
            <a:lvl2pPr lvl="1" algn="ctr">
              <a:spcBef>
                <a:spcPts val="0"/>
              </a:spcBef>
              <a:spcAft>
                <a:spcPts val="0"/>
              </a:spcAft>
              <a:buSzPts val="2400"/>
              <a:buFont typeface="Inter"/>
              <a:buNone/>
              <a:defRPr sz="3200" b="1">
                <a:latin typeface="Inter"/>
                <a:ea typeface="Inter"/>
                <a:cs typeface="Inter"/>
                <a:sym typeface="Inter"/>
              </a:defRPr>
            </a:lvl2pPr>
            <a:lvl3pPr lvl="2" algn="ctr">
              <a:spcBef>
                <a:spcPts val="0"/>
              </a:spcBef>
              <a:spcAft>
                <a:spcPts val="0"/>
              </a:spcAft>
              <a:buSzPts val="2400"/>
              <a:buFont typeface="Inter"/>
              <a:buNone/>
              <a:defRPr sz="3200" b="1">
                <a:latin typeface="Inter"/>
                <a:ea typeface="Inter"/>
                <a:cs typeface="Inter"/>
                <a:sym typeface="Inter"/>
              </a:defRPr>
            </a:lvl3pPr>
            <a:lvl4pPr lvl="3" algn="ctr">
              <a:spcBef>
                <a:spcPts val="0"/>
              </a:spcBef>
              <a:spcAft>
                <a:spcPts val="0"/>
              </a:spcAft>
              <a:buSzPts val="2400"/>
              <a:buFont typeface="Inter"/>
              <a:buNone/>
              <a:defRPr sz="3200" b="1">
                <a:latin typeface="Inter"/>
                <a:ea typeface="Inter"/>
                <a:cs typeface="Inter"/>
                <a:sym typeface="Inter"/>
              </a:defRPr>
            </a:lvl4pPr>
            <a:lvl5pPr lvl="4" algn="ctr">
              <a:spcBef>
                <a:spcPts val="0"/>
              </a:spcBef>
              <a:spcAft>
                <a:spcPts val="0"/>
              </a:spcAft>
              <a:buSzPts val="2400"/>
              <a:buFont typeface="Inter"/>
              <a:buNone/>
              <a:defRPr sz="3200" b="1">
                <a:latin typeface="Inter"/>
                <a:ea typeface="Inter"/>
                <a:cs typeface="Inter"/>
                <a:sym typeface="Inter"/>
              </a:defRPr>
            </a:lvl5pPr>
            <a:lvl6pPr lvl="5" algn="ctr">
              <a:spcBef>
                <a:spcPts val="0"/>
              </a:spcBef>
              <a:spcAft>
                <a:spcPts val="0"/>
              </a:spcAft>
              <a:buSzPts val="2400"/>
              <a:buFont typeface="Inter"/>
              <a:buNone/>
              <a:defRPr sz="3200" b="1">
                <a:latin typeface="Inter"/>
                <a:ea typeface="Inter"/>
                <a:cs typeface="Inter"/>
                <a:sym typeface="Inter"/>
              </a:defRPr>
            </a:lvl6pPr>
            <a:lvl7pPr lvl="6" algn="ctr">
              <a:spcBef>
                <a:spcPts val="0"/>
              </a:spcBef>
              <a:spcAft>
                <a:spcPts val="0"/>
              </a:spcAft>
              <a:buSzPts val="2400"/>
              <a:buFont typeface="Inter"/>
              <a:buNone/>
              <a:defRPr sz="3200" b="1">
                <a:latin typeface="Inter"/>
                <a:ea typeface="Inter"/>
                <a:cs typeface="Inter"/>
                <a:sym typeface="Inter"/>
              </a:defRPr>
            </a:lvl7pPr>
            <a:lvl8pPr lvl="7" algn="ctr">
              <a:spcBef>
                <a:spcPts val="0"/>
              </a:spcBef>
              <a:spcAft>
                <a:spcPts val="0"/>
              </a:spcAft>
              <a:buSzPts val="2400"/>
              <a:buFont typeface="Inter"/>
              <a:buNone/>
              <a:defRPr sz="3200" b="1">
                <a:latin typeface="Inter"/>
                <a:ea typeface="Inter"/>
                <a:cs typeface="Inter"/>
                <a:sym typeface="Inter"/>
              </a:defRPr>
            </a:lvl8pPr>
            <a:lvl9pPr lvl="8" algn="ctr">
              <a:spcBef>
                <a:spcPts val="0"/>
              </a:spcBef>
              <a:spcAft>
                <a:spcPts val="0"/>
              </a:spcAft>
              <a:buSzPts val="2400"/>
              <a:buFont typeface="Inter"/>
              <a:buNone/>
              <a:defRPr sz="3200" b="1">
                <a:latin typeface="Inter"/>
                <a:ea typeface="Inter"/>
                <a:cs typeface="Inter"/>
                <a:sym typeface="Inter"/>
              </a:defRPr>
            </a:lvl9pPr>
          </a:lstStyle>
          <a:p>
            <a:r>
              <a:rPr lang="en-US"/>
              <a:t>Click to edit Master title style</a:t>
            </a:r>
            <a:endParaRPr/>
          </a:p>
        </p:txBody>
      </p:sp>
    </p:spTree>
    <p:extLst>
      <p:ext uri="{BB962C8B-B14F-4D97-AF65-F5344CB8AC3E}">
        <p14:creationId xmlns:p14="http://schemas.microsoft.com/office/powerpoint/2010/main" val="266692654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18" name="Google Shape;18;p2"/>
          <p:cNvSpPr txBox="1">
            <a:spLocks noGrp="1"/>
          </p:cNvSpPr>
          <p:nvPr>
            <p:ph type="ctrTitle"/>
          </p:nvPr>
        </p:nvSpPr>
        <p:spPr>
          <a:xfrm>
            <a:off x="950967" y="1670569"/>
            <a:ext cx="5826800" cy="28684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80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9" name="Google Shape;19;p2"/>
          <p:cNvSpPr txBox="1">
            <a:spLocks noGrp="1"/>
          </p:cNvSpPr>
          <p:nvPr>
            <p:ph type="subTitle" idx="1"/>
          </p:nvPr>
        </p:nvSpPr>
        <p:spPr>
          <a:xfrm>
            <a:off x="950967" y="4553031"/>
            <a:ext cx="5826800" cy="6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424403062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5507400" y="3497933"/>
            <a:ext cx="5733600" cy="11224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60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22" name="Google Shape;22;p3"/>
          <p:cNvSpPr txBox="1">
            <a:spLocks noGrp="1"/>
          </p:cNvSpPr>
          <p:nvPr>
            <p:ph type="title" idx="2" hasCustomPrompt="1"/>
          </p:nvPr>
        </p:nvSpPr>
        <p:spPr>
          <a:xfrm>
            <a:off x="5507400" y="2237667"/>
            <a:ext cx="5733600" cy="11224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Tree>
    <p:extLst>
      <p:ext uri="{BB962C8B-B14F-4D97-AF65-F5344CB8AC3E}">
        <p14:creationId xmlns:p14="http://schemas.microsoft.com/office/powerpoint/2010/main" val="340454969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691800" y="523400"/>
            <a:ext cx="10808400" cy="5811200"/>
            <a:chOff x="518850" y="392550"/>
            <a:chExt cx="8106300" cy="4358400"/>
          </a:xfrm>
        </p:grpSpPr>
        <p:grpSp>
          <p:nvGrpSpPr>
            <p:cNvPr id="10" name="Google Shape;10;p2"/>
            <p:cNvGrpSpPr/>
            <p:nvPr/>
          </p:nvGrpSpPr>
          <p:grpSpPr>
            <a:xfrm>
              <a:off x="518850" y="392550"/>
              <a:ext cx="8106300" cy="396000"/>
              <a:chOff x="518850" y="385283"/>
              <a:chExt cx="8106300" cy="396000"/>
            </a:xfrm>
          </p:grpSpPr>
          <p:cxnSp>
            <p:nvCxnSpPr>
              <p:cNvPr id="11" name="Google Shape;11;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 name="Google Shape;13;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 name="Google Shape;14;p2"/>
            <p:cNvGrpSpPr/>
            <p:nvPr/>
          </p:nvGrpSpPr>
          <p:grpSpPr>
            <a:xfrm rot="10800000">
              <a:off x="518850" y="4354950"/>
              <a:ext cx="8106300" cy="396000"/>
              <a:chOff x="518850" y="385283"/>
              <a:chExt cx="8106300" cy="396000"/>
            </a:xfrm>
          </p:grpSpPr>
          <p:cxnSp>
            <p:nvCxnSpPr>
              <p:cNvPr id="15" name="Google Shape;15;p2"/>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 name="Google Shape;17;p2"/>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8" name="Google Shape;18;p2"/>
          <p:cNvSpPr txBox="1">
            <a:spLocks noGrp="1"/>
          </p:cNvSpPr>
          <p:nvPr>
            <p:ph type="ctrTitle"/>
          </p:nvPr>
        </p:nvSpPr>
        <p:spPr>
          <a:xfrm>
            <a:off x="950967" y="1670569"/>
            <a:ext cx="5826800" cy="28684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8000"/>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9" name="Google Shape;19;p2"/>
          <p:cNvSpPr txBox="1">
            <a:spLocks noGrp="1"/>
          </p:cNvSpPr>
          <p:nvPr>
            <p:ph type="subTitle" idx="1"/>
          </p:nvPr>
        </p:nvSpPr>
        <p:spPr>
          <a:xfrm>
            <a:off x="950967" y="4553031"/>
            <a:ext cx="5826800" cy="6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75096556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2"/>
        <p:cNvGrpSpPr/>
        <p:nvPr/>
      </p:nvGrpSpPr>
      <p:grpSpPr>
        <a:xfrm>
          <a:off x="0" y="0"/>
          <a:ext cx="0" cy="0"/>
          <a:chOff x="0" y="0"/>
          <a:chExt cx="0" cy="0"/>
        </a:xfrm>
      </p:grpSpPr>
      <p:sp>
        <p:nvSpPr>
          <p:cNvPr id="33" name="Google Shape;33;p4"/>
          <p:cNvSpPr txBox="1">
            <a:spLocks noGrp="1"/>
          </p:cNvSpPr>
          <p:nvPr>
            <p:ph type="body" idx="1"/>
          </p:nvPr>
        </p:nvSpPr>
        <p:spPr>
          <a:xfrm>
            <a:off x="960000" y="1621000"/>
            <a:ext cx="10281200" cy="532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Font typeface="Nunito Light"/>
              <a:buChar char="●"/>
              <a:defRPr/>
            </a:lvl1pPr>
            <a:lvl2pPr marL="1219170" lvl="1" indent="-406390" rtl="0">
              <a:lnSpc>
                <a:spcPct val="100000"/>
              </a:lnSpc>
              <a:spcBef>
                <a:spcPts val="0"/>
              </a:spcBef>
              <a:spcAft>
                <a:spcPts val="0"/>
              </a:spcAft>
              <a:buSzPts val="1200"/>
              <a:buFont typeface="Nunito Light"/>
              <a:buChar char="○"/>
              <a:defRPr/>
            </a:lvl2pPr>
            <a:lvl3pPr marL="1828754" lvl="2" indent="-406390" rtl="0">
              <a:lnSpc>
                <a:spcPct val="100000"/>
              </a:lnSpc>
              <a:spcBef>
                <a:spcPts val="0"/>
              </a:spcBef>
              <a:spcAft>
                <a:spcPts val="0"/>
              </a:spcAft>
              <a:buSzPts val="1200"/>
              <a:buFont typeface="Nunito Light"/>
              <a:buChar char="■"/>
              <a:defRPr/>
            </a:lvl3pPr>
            <a:lvl4pPr marL="2438339" lvl="3" indent="-406390" rtl="0">
              <a:lnSpc>
                <a:spcPct val="100000"/>
              </a:lnSpc>
              <a:spcBef>
                <a:spcPts val="0"/>
              </a:spcBef>
              <a:spcAft>
                <a:spcPts val="0"/>
              </a:spcAft>
              <a:buSzPts val="1200"/>
              <a:buFont typeface="Nunito Light"/>
              <a:buChar char="●"/>
              <a:defRPr/>
            </a:lvl4pPr>
            <a:lvl5pPr marL="3047924" lvl="4" indent="-406390" rtl="0">
              <a:lnSpc>
                <a:spcPct val="100000"/>
              </a:lnSpc>
              <a:spcBef>
                <a:spcPts val="0"/>
              </a:spcBef>
              <a:spcAft>
                <a:spcPts val="0"/>
              </a:spcAft>
              <a:buSzPts val="1200"/>
              <a:buFont typeface="Nunito Light"/>
              <a:buChar char="○"/>
              <a:defRPr/>
            </a:lvl5pPr>
            <a:lvl6pPr marL="3657509" lvl="5" indent="-406390" rtl="0">
              <a:lnSpc>
                <a:spcPct val="100000"/>
              </a:lnSpc>
              <a:spcBef>
                <a:spcPts val="0"/>
              </a:spcBef>
              <a:spcAft>
                <a:spcPts val="0"/>
              </a:spcAft>
              <a:buSzPts val="1200"/>
              <a:buFont typeface="Nunito Light"/>
              <a:buChar char="■"/>
              <a:defRPr/>
            </a:lvl6pPr>
            <a:lvl7pPr marL="4267093" lvl="6" indent="-406390" rtl="0">
              <a:lnSpc>
                <a:spcPct val="100000"/>
              </a:lnSpc>
              <a:spcBef>
                <a:spcPts val="0"/>
              </a:spcBef>
              <a:spcAft>
                <a:spcPts val="0"/>
              </a:spcAft>
              <a:buSzPts val="1200"/>
              <a:buFont typeface="Nunito Light"/>
              <a:buChar char="●"/>
              <a:defRPr/>
            </a:lvl7pPr>
            <a:lvl8pPr marL="4876678" lvl="7" indent="-406390" rtl="0">
              <a:lnSpc>
                <a:spcPct val="100000"/>
              </a:lnSpc>
              <a:spcBef>
                <a:spcPts val="0"/>
              </a:spcBef>
              <a:spcAft>
                <a:spcPts val="0"/>
              </a:spcAft>
              <a:buSzPts val="1200"/>
              <a:buFont typeface="Nunito Light"/>
              <a:buChar char="○"/>
              <a:defRPr/>
            </a:lvl8pPr>
            <a:lvl9pPr marL="5486263" lvl="8" indent="-406390" rtl="0">
              <a:lnSpc>
                <a:spcPct val="100000"/>
              </a:lnSpc>
              <a:spcBef>
                <a:spcPts val="0"/>
              </a:spcBef>
              <a:spcAft>
                <a:spcPts val="0"/>
              </a:spcAft>
              <a:buSzPts val="1200"/>
              <a:buFont typeface="Nunito Light"/>
              <a:buChar char="■"/>
              <a:defRPr/>
            </a:lvl9pPr>
          </a:lstStyle>
          <a:p>
            <a:pPr lvl="0"/>
            <a:r>
              <a:rPr lang="en-US"/>
              <a:t>Click to edit Master text styles</a:t>
            </a:r>
          </a:p>
        </p:txBody>
      </p:sp>
      <p:grpSp>
        <p:nvGrpSpPr>
          <p:cNvPr id="34" name="Google Shape;34;p4"/>
          <p:cNvGrpSpPr/>
          <p:nvPr/>
        </p:nvGrpSpPr>
        <p:grpSpPr>
          <a:xfrm>
            <a:off x="691800" y="523400"/>
            <a:ext cx="10808400" cy="5811200"/>
            <a:chOff x="518850" y="392550"/>
            <a:chExt cx="8106300" cy="4358400"/>
          </a:xfrm>
        </p:grpSpPr>
        <p:grpSp>
          <p:nvGrpSpPr>
            <p:cNvPr id="35" name="Google Shape;35;p4"/>
            <p:cNvGrpSpPr/>
            <p:nvPr/>
          </p:nvGrpSpPr>
          <p:grpSpPr>
            <a:xfrm>
              <a:off x="518850" y="392550"/>
              <a:ext cx="8106300" cy="396000"/>
              <a:chOff x="518850" y="385283"/>
              <a:chExt cx="8106300" cy="396000"/>
            </a:xfrm>
          </p:grpSpPr>
          <p:cxnSp>
            <p:nvCxnSpPr>
              <p:cNvPr id="36" name="Google Shape;36;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37" name="Google Shape;37;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38" name="Google Shape;38;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39" name="Google Shape;39;p4"/>
            <p:cNvGrpSpPr/>
            <p:nvPr/>
          </p:nvGrpSpPr>
          <p:grpSpPr>
            <a:xfrm rot="10800000">
              <a:off x="518850" y="4354950"/>
              <a:ext cx="8106300" cy="396000"/>
              <a:chOff x="518850" y="385283"/>
              <a:chExt cx="8106300" cy="396000"/>
            </a:xfrm>
          </p:grpSpPr>
          <p:cxnSp>
            <p:nvCxnSpPr>
              <p:cNvPr id="40" name="Google Shape;40;p4"/>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41" name="Google Shape;41;p4"/>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42" name="Google Shape;42;p4"/>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43" name="Google Shape;43;p4"/>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93792491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4"/>
        <p:cNvGrpSpPr/>
        <p:nvPr/>
      </p:nvGrpSpPr>
      <p:grpSpPr>
        <a:xfrm>
          <a:off x="0" y="0"/>
          <a:ext cx="0" cy="0"/>
          <a:chOff x="0" y="0"/>
          <a:chExt cx="0" cy="0"/>
        </a:xfrm>
      </p:grpSpPr>
      <p:sp>
        <p:nvSpPr>
          <p:cNvPr id="45" name="Google Shape;45;p5"/>
          <p:cNvSpPr txBox="1">
            <a:spLocks noGrp="1"/>
          </p:cNvSpPr>
          <p:nvPr>
            <p:ph type="subTitle" idx="1"/>
          </p:nvPr>
        </p:nvSpPr>
        <p:spPr>
          <a:xfrm>
            <a:off x="4896395" y="3303267"/>
            <a:ext cx="3656000" cy="22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6" name="Google Shape;46;p5"/>
          <p:cNvSpPr txBox="1">
            <a:spLocks noGrp="1"/>
          </p:cNvSpPr>
          <p:nvPr>
            <p:ph type="subTitle" idx="2"/>
          </p:nvPr>
        </p:nvSpPr>
        <p:spPr>
          <a:xfrm>
            <a:off x="960000" y="3303267"/>
            <a:ext cx="3656000" cy="22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47" name="Google Shape;47;p5"/>
          <p:cNvSpPr txBox="1">
            <a:spLocks noGrp="1"/>
          </p:cNvSpPr>
          <p:nvPr>
            <p:ph type="subTitle" idx="3"/>
          </p:nvPr>
        </p:nvSpPr>
        <p:spPr>
          <a:xfrm>
            <a:off x="960000" y="2436800"/>
            <a:ext cx="3656000" cy="74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48" name="Google Shape;48;p5"/>
          <p:cNvSpPr txBox="1">
            <a:spLocks noGrp="1"/>
          </p:cNvSpPr>
          <p:nvPr>
            <p:ph type="subTitle" idx="4"/>
          </p:nvPr>
        </p:nvSpPr>
        <p:spPr>
          <a:xfrm>
            <a:off x="4896391" y="2436800"/>
            <a:ext cx="3656000" cy="74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49" name="Google Shape;49;p5"/>
          <p:cNvGrpSpPr/>
          <p:nvPr/>
        </p:nvGrpSpPr>
        <p:grpSpPr>
          <a:xfrm>
            <a:off x="691800" y="523400"/>
            <a:ext cx="10808400" cy="5811200"/>
            <a:chOff x="518850" y="392550"/>
            <a:chExt cx="8106300" cy="4358400"/>
          </a:xfrm>
        </p:grpSpPr>
        <p:grpSp>
          <p:nvGrpSpPr>
            <p:cNvPr id="50" name="Google Shape;50;p5"/>
            <p:cNvGrpSpPr/>
            <p:nvPr/>
          </p:nvGrpSpPr>
          <p:grpSpPr>
            <a:xfrm>
              <a:off x="518850" y="392550"/>
              <a:ext cx="8106300" cy="396000"/>
              <a:chOff x="518850" y="385283"/>
              <a:chExt cx="8106300" cy="396000"/>
            </a:xfrm>
          </p:grpSpPr>
          <p:cxnSp>
            <p:nvCxnSpPr>
              <p:cNvPr id="51" name="Google Shape;51;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2" name="Google Shape;52;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3" name="Google Shape;53;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54" name="Google Shape;54;p5"/>
            <p:cNvGrpSpPr/>
            <p:nvPr/>
          </p:nvGrpSpPr>
          <p:grpSpPr>
            <a:xfrm rot="10800000">
              <a:off x="518850" y="4354950"/>
              <a:ext cx="8106300" cy="396000"/>
              <a:chOff x="518850" y="385283"/>
              <a:chExt cx="8106300" cy="396000"/>
            </a:xfrm>
          </p:grpSpPr>
          <p:cxnSp>
            <p:nvCxnSpPr>
              <p:cNvPr id="55" name="Google Shape;55;p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57" name="Google Shape;57;p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58" name="Google Shape;58;p5"/>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56209300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9"/>
        <p:cNvGrpSpPr/>
        <p:nvPr/>
      </p:nvGrpSpPr>
      <p:grpSpPr>
        <a:xfrm>
          <a:off x="0" y="0"/>
          <a:ext cx="0" cy="0"/>
          <a:chOff x="0" y="0"/>
          <a:chExt cx="0" cy="0"/>
        </a:xfrm>
      </p:grpSpPr>
      <p:grpSp>
        <p:nvGrpSpPr>
          <p:cNvPr id="60" name="Google Shape;60;p6"/>
          <p:cNvGrpSpPr/>
          <p:nvPr/>
        </p:nvGrpSpPr>
        <p:grpSpPr>
          <a:xfrm>
            <a:off x="691800" y="523400"/>
            <a:ext cx="10808400" cy="5811200"/>
            <a:chOff x="518850" y="392550"/>
            <a:chExt cx="8106300" cy="4358400"/>
          </a:xfrm>
        </p:grpSpPr>
        <p:grpSp>
          <p:nvGrpSpPr>
            <p:cNvPr id="61" name="Google Shape;61;p6"/>
            <p:cNvGrpSpPr/>
            <p:nvPr/>
          </p:nvGrpSpPr>
          <p:grpSpPr>
            <a:xfrm>
              <a:off x="518850" y="392550"/>
              <a:ext cx="8106300" cy="396000"/>
              <a:chOff x="518850" y="385283"/>
              <a:chExt cx="8106300" cy="396000"/>
            </a:xfrm>
          </p:grpSpPr>
          <p:cxnSp>
            <p:nvCxnSpPr>
              <p:cNvPr id="62" name="Google Shape;62;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4" name="Google Shape;64;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65" name="Google Shape;65;p6"/>
            <p:cNvGrpSpPr/>
            <p:nvPr/>
          </p:nvGrpSpPr>
          <p:grpSpPr>
            <a:xfrm rot="10800000">
              <a:off x="518850" y="4354950"/>
              <a:ext cx="8106300" cy="396000"/>
              <a:chOff x="518850" y="385283"/>
              <a:chExt cx="8106300" cy="396000"/>
            </a:xfrm>
          </p:grpSpPr>
          <p:cxnSp>
            <p:nvCxnSpPr>
              <p:cNvPr id="66" name="Google Shape;66;p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67" name="Google Shape;67;p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68" name="Google Shape;68;p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69" name="Google Shape;69;p6"/>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408810895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0"/>
        <p:cNvGrpSpPr/>
        <p:nvPr/>
      </p:nvGrpSpPr>
      <p:grpSpPr>
        <a:xfrm>
          <a:off x="0" y="0"/>
          <a:ext cx="0" cy="0"/>
          <a:chOff x="0" y="0"/>
          <a:chExt cx="0" cy="0"/>
        </a:xfrm>
      </p:grpSpPr>
      <p:sp>
        <p:nvSpPr>
          <p:cNvPr id="71" name="Google Shape;71;p7"/>
          <p:cNvSpPr txBox="1">
            <a:spLocks noGrp="1"/>
          </p:cNvSpPr>
          <p:nvPr>
            <p:ph type="subTitle" idx="1"/>
          </p:nvPr>
        </p:nvSpPr>
        <p:spPr>
          <a:xfrm>
            <a:off x="950967" y="2534484"/>
            <a:ext cx="5742000" cy="26436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r>
              <a:rPr lang="en-US"/>
              <a:t>Click to edit Master subtitle style</a:t>
            </a:r>
            <a:endParaRPr/>
          </a:p>
        </p:txBody>
      </p:sp>
      <p:sp>
        <p:nvSpPr>
          <p:cNvPr id="72" name="Google Shape;72;p7"/>
          <p:cNvSpPr txBox="1">
            <a:spLocks noGrp="1"/>
          </p:cNvSpPr>
          <p:nvPr>
            <p:ph type="title"/>
          </p:nvPr>
        </p:nvSpPr>
        <p:spPr>
          <a:xfrm>
            <a:off x="950967" y="1679917"/>
            <a:ext cx="5742000" cy="854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73" name="Google Shape;73;p7"/>
          <p:cNvSpPr>
            <a:spLocks noGrp="1"/>
          </p:cNvSpPr>
          <p:nvPr>
            <p:ph type="pic" idx="2"/>
          </p:nvPr>
        </p:nvSpPr>
        <p:spPr>
          <a:xfrm>
            <a:off x="6692967" y="1286768"/>
            <a:ext cx="2938000" cy="4284400"/>
          </a:xfrm>
          <a:prstGeom prst="rect">
            <a:avLst/>
          </a:prstGeom>
          <a:noFill/>
          <a:ln w="19050" cap="flat" cmpd="sng">
            <a:solidFill>
              <a:schemeClr val="dk1"/>
            </a:solidFill>
            <a:prstDash val="solid"/>
            <a:round/>
            <a:headEnd type="none" w="sm" len="sm"/>
            <a:tailEnd type="none" w="sm" len="sm"/>
          </a:ln>
        </p:spPr>
      </p:sp>
      <p:grpSp>
        <p:nvGrpSpPr>
          <p:cNvPr id="74" name="Google Shape;74;p7"/>
          <p:cNvGrpSpPr/>
          <p:nvPr/>
        </p:nvGrpSpPr>
        <p:grpSpPr>
          <a:xfrm>
            <a:off x="691800" y="523400"/>
            <a:ext cx="10808400" cy="5811200"/>
            <a:chOff x="518850" y="392550"/>
            <a:chExt cx="8106300" cy="4358400"/>
          </a:xfrm>
        </p:grpSpPr>
        <p:grpSp>
          <p:nvGrpSpPr>
            <p:cNvPr id="75" name="Google Shape;75;p7"/>
            <p:cNvGrpSpPr/>
            <p:nvPr/>
          </p:nvGrpSpPr>
          <p:grpSpPr>
            <a:xfrm>
              <a:off x="518850" y="392550"/>
              <a:ext cx="8106300" cy="396000"/>
              <a:chOff x="518850" y="385283"/>
              <a:chExt cx="8106300" cy="396000"/>
            </a:xfrm>
          </p:grpSpPr>
          <p:cxnSp>
            <p:nvCxnSpPr>
              <p:cNvPr id="76" name="Google Shape;76;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78" name="Google Shape;78;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79" name="Google Shape;79;p7"/>
            <p:cNvGrpSpPr/>
            <p:nvPr/>
          </p:nvGrpSpPr>
          <p:grpSpPr>
            <a:xfrm rot="10800000">
              <a:off x="518850" y="4354950"/>
              <a:ext cx="8106300" cy="396000"/>
              <a:chOff x="518850" y="385283"/>
              <a:chExt cx="8106300" cy="396000"/>
            </a:xfrm>
          </p:grpSpPr>
          <p:cxnSp>
            <p:nvCxnSpPr>
              <p:cNvPr id="80" name="Google Shape;80;p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2" name="Google Shape;82;p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341036903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3"/>
        <p:cNvGrpSpPr/>
        <p:nvPr/>
      </p:nvGrpSpPr>
      <p:grpSpPr>
        <a:xfrm>
          <a:off x="0" y="0"/>
          <a:ext cx="0" cy="0"/>
          <a:chOff x="0" y="0"/>
          <a:chExt cx="0" cy="0"/>
        </a:xfrm>
      </p:grpSpPr>
      <p:sp>
        <p:nvSpPr>
          <p:cNvPr id="84" name="Google Shape;84;p8"/>
          <p:cNvSpPr txBox="1">
            <a:spLocks noGrp="1"/>
          </p:cNvSpPr>
          <p:nvPr>
            <p:ph type="title"/>
          </p:nvPr>
        </p:nvSpPr>
        <p:spPr>
          <a:xfrm>
            <a:off x="3090600" y="1742800"/>
            <a:ext cx="60108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grpSp>
        <p:nvGrpSpPr>
          <p:cNvPr id="85" name="Google Shape;85;p8"/>
          <p:cNvGrpSpPr/>
          <p:nvPr/>
        </p:nvGrpSpPr>
        <p:grpSpPr>
          <a:xfrm>
            <a:off x="691800" y="523400"/>
            <a:ext cx="10808400" cy="5811200"/>
            <a:chOff x="518850" y="392550"/>
            <a:chExt cx="8106300" cy="4358400"/>
          </a:xfrm>
        </p:grpSpPr>
        <p:grpSp>
          <p:nvGrpSpPr>
            <p:cNvPr id="86" name="Google Shape;86;p8"/>
            <p:cNvGrpSpPr/>
            <p:nvPr/>
          </p:nvGrpSpPr>
          <p:grpSpPr>
            <a:xfrm>
              <a:off x="518850" y="392550"/>
              <a:ext cx="8106300" cy="396000"/>
              <a:chOff x="518850" y="385283"/>
              <a:chExt cx="8106300" cy="396000"/>
            </a:xfrm>
          </p:grpSpPr>
          <p:cxnSp>
            <p:nvCxnSpPr>
              <p:cNvPr id="87" name="Google Shape;87;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88" name="Google Shape;88;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89" name="Google Shape;89;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90" name="Google Shape;90;p8"/>
            <p:cNvGrpSpPr/>
            <p:nvPr/>
          </p:nvGrpSpPr>
          <p:grpSpPr>
            <a:xfrm rot="10800000">
              <a:off x="518850" y="4354950"/>
              <a:ext cx="8106300" cy="396000"/>
              <a:chOff x="518850" y="385283"/>
              <a:chExt cx="8106300" cy="396000"/>
            </a:xfrm>
          </p:grpSpPr>
          <p:cxnSp>
            <p:nvCxnSpPr>
              <p:cNvPr id="91" name="Google Shape;91;p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92" name="Google Shape;92;p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93" name="Google Shape;93;p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249887496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4"/>
        <p:cNvGrpSpPr/>
        <p:nvPr/>
      </p:nvGrpSpPr>
      <p:grpSpPr>
        <a:xfrm>
          <a:off x="0" y="0"/>
          <a:ext cx="0" cy="0"/>
          <a:chOff x="0" y="0"/>
          <a:chExt cx="0" cy="0"/>
        </a:xfrm>
      </p:grpSpPr>
      <p:sp>
        <p:nvSpPr>
          <p:cNvPr id="95" name="Google Shape;95;p9"/>
          <p:cNvSpPr txBox="1">
            <a:spLocks noGrp="1"/>
          </p:cNvSpPr>
          <p:nvPr>
            <p:ph type="title"/>
          </p:nvPr>
        </p:nvSpPr>
        <p:spPr>
          <a:xfrm>
            <a:off x="2847400" y="1630185"/>
            <a:ext cx="6497200" cy="261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64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96" name="Google Shape;96;p9"/>
          <p:cNvSpPr txBox="1">
            <a:spLocks noGrp="1"/>
          </p:cNvSpPr>
          <p:nvPr>
            <p:ph type="subTitle" idx="1"/>
          </p:nvPr>
        </p:nvSpPr>
        <p:spPr>
          <a:xfrm>
            <a:off x="2847400" y="4452585"/>
            <a:ext cx="6497200" cy="89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grpSp>
        <p:nvGrpSpPr>
          <p:cNvPr id="97" name="Google Shape;97;p9"/>
          <p:cNvGrpSpPr/>
          <p:nvPr/>
        </p:nvGrpSpPr>
        <p:grpSpPr>
          <a:xfrm>
            <a:off x="691800" y="523400"/>
            <a:ext cx="10808400" cy="5811200"/>
            <a:chOff x="518850" y="392550"/>
            <a:chExt cx="8106300" cy="4358400"/>
          </a:xfrm>
        </p:grpSpPr>
        <p:grpSp>
          <p:nvGrpSpPr>
            <p:cNvPr id="98" name="Google Shape;98;p9"/>
            <p:cNvGrpSpPr/>
            <p:nvPr/>
          </p:nvGrpSpPr>
          <p:grpSpPr>
            <a:xfrm>
              <a:off x="518850" y="392550"/>
              <a:ext cx="8106300" cy="396000"/>
              <a:chOff x="518850" y="385283"/>
              <a:chExt cx="8106300" cy="396000"/>
            </a:xfrm>
          </p:grpSpPr>
          <p:cxnSp>
            <p:nvCxnSpPr>
              <p:cNvPr id="99" name="Google Shape;99;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0" name="Google Shape;100;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1" name="Google Shape;101;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02" name="Google Shape;102;p9"/>
            <p:cNvGrpSpPr/>
            <p:nvPr/>
          </p:nvGrpSpPr>
          <p:grpSpPr>
            <a:xfrm rot="10800000">
              <a:off x="518850" y="4354950"/>
              <a:ext cx="8106300" cy="396000"/>
              <a:chOff x="518850" y="385283"/>
              <a:chExt cx="8106300" cy="396000"/>
            </a:xfrm>
          </p:grpSpPr>
          <p:cxnSp>
            <p:nvCxnSpPr>
              <p:cNvPr id="103" name="Google Shape;103;p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05" name="Google Shape;105;p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324368124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6"/>
        <p:cNvGrpSpPr/>
        <p:nvPr/>
      </p:nvGrpSpPr>
      <p:grpSpPr>
        <a:xfrm>
          <a:off x="0" y="0"/>
          <a:ext cx="0" cy="0"/>
          <a:chOff x="0" y="0"/>
          <a:chExt cx="0" cy="0"/>
        </a:xfrm>
      </p:grpSpPr>
      <p:sp>
        <p:nvSpPr>
          <p:cNvPr id="107" name="Google Shape;107;p10"/>
          <p:cNvSpPr>
            <a:spLocks noGrp="1"/>
          </p:cNvSpPr>
          <p:nvPr>
            <p:ph type="pic" idx="2"/>
          </p:nvPr>
        </p:nvSpPr>
        <p:spPr>
          <a:xfrm>
            <a:off x="0" y="0"/>
            <a:ext cx="12192000" cy="6858000"/>
          </a:xfrm>
          <a:prstGeom prst="rect">
            <a:avLst/>
          </a:prstGeom>
          <a:noFill/>
          <a:ln>
            <a:noFill/>
          </a:ln>
        </p:spPr>
      </p:sp>
      <p:sp>
        <p:nvSpPr>
          <p:cNvPr id="108" name="Google Shape;108;p10"/>
          <p:cNvSpPr txBox="1">
            <a:spLocks noGrp="1"/>
          </p:cNvSpPr>
          <p:nvPr>
            <p:ph type="title"/>
          </p:nvPr>
        </p:nvSpPr>
        <p:spPr>
          <a:xfrm>
            <a:off x="960000" y="5352600"/>
            <a:ext cx="10272000" cy="763600"/>
          </a:xfrm>
          <a:prstGeom prst="rect">
            <a:avLst/>
          </a:prstGeom>
          <a:solidFill>
            <a:schemeClr val="accent2"/>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32418840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09"/>
        <p:cNvGrpSpPr/>
        <p:nvPr/>
      </p:nvGrpSpPr>
      <p:grpSpPr>
        <a:xfrm>
          <a:off x="0" y="0"/>
          <a:ext cx="0" cy="0"/>
          <a:chOff x="0" y="0"/>
          <a:chExt cx="0" cy="0"/>
        </a:xfrm>
      </p:grpSpPr>
      <p:sp>
        <p:nvSpPr>
          <p:cNvPr id="110" name="Google Shape;110;p11"/>
          <p:cNvSpPr txBox="1">
            <a:spLocks noGrp="1"/>
          </p:cNvSpPr>
          <p:nvPr>
            <p:ph type="title" hasCustomPrompt="1"/>
          </p:nvPr>
        </p:nvSpPr>
        <p:spPr>
          <a:xfrm>
            <a:off x="4147333" y="2376817"/>
            <a:ext cx="7093600" cy="12436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6133"/>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111" name="Google Shape;111;p11"/>
          <p:cNvSpPr txBox="1">
            <a:spLocks noGrp="1"/>
          </p:cNvSpPr>
          <p:nvPr>
            <p:ph type="subTitle" idx="1"/>
          </p:nvPr>
        </p:nvSpPr>
        <p:spPr>
          <a:xfrm>
            <a:off x="4147333" y="3818383"/>
            <a:ext cx="70936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grpSp>
        <p:nvGrpSpPr>
          <p:cNvPr id="112" name="Google Shape;112;p11"/>
          <p:cNvGrpSpPr/>
          <p:nvPr/>
        </p:nvGrpSpPr>
        <p:grpSpPr>
          <a:xfrm>
            <a:off x="691800" y="523400"/>
            <a:ext cx="10808400" cy="5811200"/>
            <a:chOff x="518850" y="392550"/>
            <a:chExt cx="8106300" cy="4358400"/>
          </a:xfrm>
        </p:grpSpPr>
        <p:grpSp>
          <p:nvGrpSpPr>
            <p:cNvPr id="113" name="Google Shape;113;p11"/>
            <p:cNvGrpSpPr/>
            <p:nvPr/>
          </p:nvGrpSpPr>
          <p:grpSpPr>
            <a:xfrm>
              <a:off x="518850" y="392550"/>
              <a:ext cx="8106300" cy="396000"/>
              <a:chOff x="518850" y="385283"/>
              <a:chExt cx="8106300" cy="396000"/>
            </a:xfrm>
          </p:grpSpPr>
          <p:cxnSp>
            <p:nvCxnSpPr>
              <p:cNvPr id="114" name="Google Shape;114;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5" name="Google Shape;115;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16" name="Google Shape;116;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17" name="Google Shape;117;p11"/>
            <p:cNvGrpSpPr/>
            <p:nvPr/>
          </p:nvGrpSpPr>
          <p:grpSpPr>
            <a:xfrm rot="10800000">
              <a:off x="518850" y="4354950"/>
              <a:ext cx="8106300" cy="396000"/>
              <a:chOff x="518850" y="385283"/>
              <a:chExt cx="8106300" cy="396000"/>
            </a:xfrm>
          </p:grpSpPr>
          <p:cxnSp>
            <p:nvCxnSpPr>
              <p:cNvPr id="118" name="Google Shape;118;p11"/>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11"/>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20" name="Google Shape;120;p11"/>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217438085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21"/>
        <p:cNvGrpSpPr/>
        <p:nvPr/>
      </p:nvGrpSpPr>
      <p:grpSpPr>
        <a:xfrm>
          <a:off x="0" y="0"/>
          <a:ext cx="0" cy="0"/>
          <a:chOff x="0" y="0"/>
          <a:chExt cx="0" cy="0"/>
        </a:xfrm>
      </p:grpSpPr>
    </p:spTree>
    <p:extLst>
      <p:ext uri="{BB962C8B-B14F-4D97-AF65-F5344CB8AC3E}">
        <p14:creationId xmlns:p14="http://schemas.microsoft.com/office/powerpoint/2010/main" val="62302244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22"/>
        <p:cNvGrpSpPr/>
        <p:nvPr/>
      </p:nvGrpSpPr>
      <p:grpSpPr>
        <a:xfrm>
          <a:off x="0" y="0"/>
          <a:ext cx="0" cy="0"/>
          <a:chOff x="0" y="0"/>
          <a:chExt cx="0" cy="0"/>
        </a:xfrm>
      </p:grpSpPr>
      <p:sp>
        <p:nvSpPr>
          <p:cNvPr id="123" name="Google Shape;123;p13"/>
          <p:cNvSpPr txBox="1">
            <a:spLocks noGrp="1"/>
          </p:cNvSpPr>
          <p:nvPr>
            <p:ph type="title" hasCustomPrompt="1"/>
          </p:nvPr>
        </p:nvSpPr>
        <p:spPr>
          <a:xfrm>
            <a:off x="960000" y="1872900"/>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4" name="Google Shape;124;p13"/>
          <p:cNvSpPr txBox="1">
            <a:spLocks noGrp="1"/>
          </p:cNvSpPr>
          <p:nvPr>
            <p:ph type="title" idx="2" hasCustomPrompt="1"/>
          </p:nvPr>
        </p:nvSpPr>
        <p:spPr>
          <a:xfrm>
            <a:off x="960000" y="4088917"/>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5" name="Google Shape;125;p13"/>
          <p:cNvSpPr txBox="1">
            <a:spLocks noGrp="1"/>
          </p:cNvSpPr>
          <p:nvPr>
            <p:ph type="title" idx="3" hasCustomPrompt="1"/>
          </p:nvPr>
        </p:nvSpPr>
        <p:spPr>
          <a:xfrm>
            <a:off x="3612237" y="1872900"/>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6" name="Google Shape;126;p13"/>
          <p:cNvSpPr txBox="1">
            <a:spLocks noGrp="1"/>
          </p:cNvSpPr>
          <p:nvPr>
            <p:ph type="title" idx="4" hasCustomPrompt="1"/>
          </p:nvPr>
        </p:nvSpPr>
        <p:spPr>
          <a:xfrm>
            <a:off x="3612237" y="4088917"/>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7" name="Google Shape;127;p13"/>
          <p:cNvSpPr txBox="1">
            <a:spLocks noGrp="1"/>
          </p:cNvSpPr>
          <p:nvPr>
            <p:ph type="title" idx="5" hasCustomPrompt="1"/>
          </p:nvPr>
        </p:nvSpPr>
        <p:spPr>
          <a:xfrm>
            <a:off x="6264473" y="1872900"/>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8" name="Google Shape;128;p13"/>
          <p:cNvSpPr txBox="1">
            <a:spLocks noGrp="1"/>
          </p:cNvSpPr>
          <p:nvPr>
            <p:ph type="title" idx="6" hasCustomPrompt="1"/>
          </p:nvPr>
        </p:nvSpPr>
        <p:spPr>
          <a:xfrm>
            <a:off x="6264473" y="4088917"/>
            <a:ext cx="1015600" cy="5968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129" name="Google Shape;129;p13"/>
          <p:cNvSpPr txBox="1">
            <a:spLocks noGrp="1"/>
          </p:cNvSpPr>
          <p:nvPr>
            <p:ph type="subTitle" idx="1"/>
          </p:nvPr>
        </p:nvSpPr>
        <p:spPr>
          <a:xfrm>
            <a:off x="960000" y="2469691"/>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0" name="Google Shape;130;p13"/>
          <p:cNvSpPr txBox="1">
            <a:spLocks noGrp="1"/>
          </p:cNvSpPr>
          <p:nvPr>
            <p:ph type="subTitle" idx="7"/>
          </p:nvPr>
        </p:nvSpPr>
        <p:spPr>
          <a:xfrm>
            <a:off x="3612237" y="2469691"/>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1" name="Google Shape;131;p13"/>
          <p:cNvSpPr txBox="1">
            <a:spLocks noGrp="1"/>
          </p:cNvSpPr>
          <p:nvPr>
            <p:ph type="subTitle" idx="8"/>
          </p:nvPr>
        </p:nvSpPr>
        <p:spPr>
          <a:xfrm>
            <a:off x="6264473" y="2469691"/>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2" name="Google Shape;132;p13"/>
          <p:cNvSpPr txBox="1">
            <a:spLocks noGrp="1"/>
          </p:cNvSpPr>
          <p:nvPr>
            <p:ph type="subTitle" idx="9"/>
          </p:nvPr>
        </p:nvSpPr>
        <p:spPr>
          <a:xfrm>
            <a:off x="960000" y="4685664"/>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3" name="Google Shape;133;p13"/>
          <p:cNvSpPr txBox="1">
            <a:spLocks noGrp="1"/>
          </p:cNvSpPr>
          <p:nvPr>
            <p:ph type="subTitle" idx="13"/>
          </p:nvPr>
        </p:nvSpPr>
        <p:spPr>
          <a:xfrm>
            <a:off x="3612237" y="4685664"/>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34" name="Google Shape;134;p13"/>
          <p:cNvSpPr txBox="1">
            <a:spLocks noGrp="1"/>
          </p:cNvSpPr>
          <p:nvPr>
            <p:ph type="subTitle" idx="14"/>
          </p:nvPr>
        </p:nvSpPr>
        <p:spPr>
          <a:xfrm>
            <a:off x="6264473" y="4685664"/>
            <a:ext cx="2125200" cy="98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rtl="0">
              <a:lnSpc>
                <a:spcPct val="100000"/>
              </a:lnSpc>
              <a:spcBef>
                <a:spcPts val="0"/>
              </a:spcBef>
              <a:spcAft>
                <a:spcPts val="0"/>
              </a:spcAft>
              <a:buSzPts val="2400"/>
              <a:buFont typeface="Sora"/>
              <a:buNone/>
              <a:defRPr sz="3200" b="1">
                <a:latin typeface="Sora"/>
                <a:ea typeface="Sora"/>
                <a:cs typeface="Sora"/>
                <a:sym typeface="Sora"/>
              </a:defRPr>
            </a:lvl2pPr>
            <a:lvl3pPr lvl="2" rtl="0">
              <a:lnSpc>
                <a:spcPct val="100000"/>
              </a:lnSpc>
              <a:spcBef>
                <a:spcPts val="0"/>
              </a:spcBef>
              <a:spcAft>
                <a:spcPts val="0"/>
              </a:spcAft>
              <a:buSzPts val="2400"/>
              <a:buFont typeface="Sora"/>
              <a:buNone/>
              <a:defRPr sz="3200" b="1">
                <a:latin typeface="Sora"/>
                <a:ea typeface="Sora"/>
                <a:cs typeface="Sora"/>
                <a:sym typeface="Sora"/>
              </a:defRPr>
            </a:lvl3pPr>
            <a:lvl4pPr lvl="3" rtl="0">
              <a:lnSpc>
                <a:spcPct val="100000"/>
              </a:lnSpc>
              <a:spcBef>
                <a:spcPts val="0"/>
              </a:spcBef>
              <a:spcAft>
                <a:spcPts val="0"/>
              </a:spcAft>
              <a:buSzPts val="2400"/>
              <a:buFont typeface="Sora"/>
              <a:buNone/>
              <a:defRPr sz="3200" b="1">
                <a:latin typeface="Sora"/>
                <a:ea typeface="Sora"/>
                <a:cs typeface="Sora"/>
                <a:sym typeface="Sora"/>
              </a:defRPr>
            </a:lvl4pPr>
            <a:lvl5pPr lvl="4" rtl="0">
              <a:lnSpc>
                <a:spcPct val="100000"/>
              </a:lnSpc>
              <a:spcBef>
                <a:spcPts val="0"/>
              </a:spcBef>
              <a:spcAft>
                <a:spcPts val="0"/>
              </a:spcAft>
              <a:buSzPts val="2400"/>
              <a:buFont typeface="Sora"/>
              <a:buNone/>
              <a:defRPr sz="3200" b="1">
                <a:latin typeface="Sora"/>
                <a:ea typeface="Sora"/>
                <a:cs typeface="Sora"/>
                <a:sym typeface="Sora"/>
              </a:defRPr>
            </a:lvl5pPr>
            <a:lvl6pPr lvl="5" rtl="0">
              <a:lnSpc>
                <a:spcPct val="100000"/>
              </a:lnSpc>
              <a:spcBef>
                <a:spcPts val="0"/>
              </a:spcBef>
              <a:spcAft>
                <a:spcPts val="0"/>
              </a:spcAft>
              <a:buSzPts val="2400"/>
              <a:buFont typeface="Sora"/>
              <a:buNone/>
              <a:defRPr sz="3200" b="1">
                <a:latin typeface="Sora"/>
                <a:ea typeface="Sora"/>
                <a:cs typeface="Sora"/>
                <a:sym typeface="Sora"/>
              </a:defRPr>
            </a:lvl6pPr>
            <a:lvl7pPr lvl="6" rtl="0">
              <a:lnSpc>
                <a:spcPct val="100000"/>
              </a:lnSpc>
              <a:spcBef>
                <a:spcPts val="0"/>
              </a:spcBef>
              <a:spcAft>
                <a:spcPts val="0"/>
              </a:spcAft>
              <a:buSzPts val="2400"/>
              <a:buFont typeface="Sora"/>
              <a:buNone/>
              <a:defRPr sz="3200" b="1">
                <a:latin typeface="Sora"/>
                <a:ea typeface="Sora"/>
                <a:cs typeface="Sora"/>
                <a:sym typeface="Sora"/>
              </a:defRPr>
            </a:lvl7pPr>
            <a:lvl8pPr lvl="7" rtl="0">
              <a:lnSpc>
                <a:spcPct val="100000"/>
              </a:lnSpc>
              <a:spcBef>
                <a:spcPts val="0"/>
              </a:spcBef>
              <a:spcAft>
                <a:spcPts val="0"/>
              </a:spcAft>
              <a:buSzPts val="2400"/>
              <a:buFont typeface="Sora"/>
              <a:buNone/>
              <a:defRPr sz="3200" b="1">
                <a:latin typeface="Sora"/>
                <a:ea typeface="Sora"/>
                <a:cs typeface="Sora"/>
                <a:sym typeface="Sora"/>
              </a:defRPr>
            </a:lvl8pPr>
            <a:lvl9pPr lvl="8"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135" name="Google Shape;135;p13"/>
          <p:cNvGrpSpPr/>
          <p:nvPr/>
        </p:nvGrpSpPr>
        <p:grpSpPr>
          <a:xfrm>
            <a:off x="691800" y="523400"/>
            <a:ext cx="10808400" cy="5811200"/>
            <a:chOff x="518850" y="392550"/>
            <a:chExt cx="8106300" cy="4358400"/>
          </a:xfrm>
        </p:grpSpPr>
        <p:grpSp>
          <p:nvGrpSpPr>
            <p:cNvPr id="136" name="Google Shape;136;p13"/>
            <p:cNvGrpSpPr/>
            <p:nvPr/>
          </p:nvGrpSpPr>
          <p:grpSpPr>
            <a:xfrm>
              <a:off x="518850" y="392550"/>
              <a:ext cx="8106300" cy="396000"/>
              <a:chOff x="518850" y="385283"/>
              <a:chExt cx="8106300" cy="396000"/>
            </a:xfrm>
          </p:grpSpPr>
          <p:cxnSp>
            <p:nvCxnSpPr>
              <p:cNvPr id="137" name="Google Shape;137;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39" name="Google Shape;139;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40" name="Google Shape;140;p13"/>
            <p:cNvGrpSpPr/>
            <p:nvPr/>
          </p:nvGrpSpPr>
          <p:grpSpPr>
            <a:xfrm rot="10800000">
              <a:off x="518850" y="4354950"/>
              <a:ext cx="8106300" cy="396000"/>
              <a:chOff x="518850" y="385283"/>
              <a:chExt cx="8106300" cy="396000"/>
            </a:xfrm>
          </p:grpSpPr>
          <p:cxnSp>
            <p:nvCxnSpPr>
              <p:cNvPr id="141" name="Google Shape;141;p13"/>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42" name="Google Shape;142;p13"/>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43" name="Google Shape;143;p13"/>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44" name="Google Shape;144;p13"/>
          <p:cNvSpPr txBox="1">
            <a:spLocks noGrp="1"/>
          </p:cNvSpPr>
          <p:nvPr>
            <p:ph type="title" idx="15"/>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917609247"/>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57"/>
        <p:cNvGrpSpPr/>
        <p:nvPr/>
      </p:nvGrpSpPr>
      <p:grpSpPr>
        <a:xfrm>
          <a:off x="0" y="0"/>
          <a:ext cx="0" cy="0"/>
          <a:chOff x="0" y="0"/>
          <a:chExt cx="0" cy="0"/>
        </a:xfrm>
      </p:grpSpPr>
      <p:sp>
        <p:nvSpPr>
          <p:cNvPr id="158" name="Google Shape;158;p15"/>
          <p:cNvSpPr txBox="1">
            <a:spLocks noGrp="1"/>
          </p:cNvSpPr>
          <p:nvPr>
            <p:ph type="subTitle" idx="1"/>
          </p:nvPr>
        </p:nvSpPr>
        <p:spPr>
          <a:xfrm>
            <a:off x="1202467" y="3338167"/>
            <a:ext cx="2928800" cy="22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59" name="Google Shape;159;p15"/>
          <p:cNvSpPr txBox="1">
            <a:spLocks noGrp="1"/>
          </p:cNvSpPr>
          <p:nvPr>
            <p:ph type="subTitle" idx="2"/>
          </p:nvPr>
        </p:nvSpPr>
        <p:spPr>
          <a:xfrm>
            <a:off x="4631509" y="3338167"/>
            <a:ext cx="2928800" cy="22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60" name="Google Shape;160;p15"/>
          <p:cNvSpPr txBox="1">
            <a:spLocks noGrp="1"/>
          </p:cNvSpPr>
          <p:nvPr>
            <p:ph type="subTitle" idx="3"/>
          </p:nvPr>
        </p:nvSpPr>
        <p:spPr>
          <a:xfrm>
            <a:off x="8060561" y="3338167"/>
            <a:ext cx="2928800" cy="22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61" name="Google Shape;161;p15"/>
          <p:cNvSpPr txBox="1">
            <a:spLocks noGrp="1"/>
          </p:cNvSpPr>
          <p:nvPr>
            <p:ph type="subTitle" idx="4"/>
          </p:nvPr>
        </p:nvSpPr>
        <p:spPr>
          <a:xfrm>
            <a:off x="1202467" y="2145633"/>
            <a:ext cx="2928800" cy="106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62" name="Google Shape;162;p15"/>
          <p:cNvSpPr txBox="1">
            <a:spLocks noGrp="1"/>
          </p:cNvSpPr>
          <p:nvPr>
            <p:ph type="subTitle" idx="5"/>
          </p:nvPr>
        </p:nvSpPr>
        <p:spPr>
          <a:xfrm>
            <a:off x="4631515" y="2145633"/>
            <a:ext cx="2928800" cy="106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63" name="Google Shape;163;p15"/>
          <p:cNvSpPr txBox="1">
            <a:spLocks noGrp="1"/>
          </p:cNvSpPr>
          <p:nvPr>
            <p:ph type="subTitle" idx="6"/>
          </p:nvPr>
        </p:nvSpPr>
        <p:spPr>
          <a:xfrm>
            <a:off x="8060561" y="2145633"/>
            <a:ext cx="2928800" cy="1068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164" name="Google Shape;164;p15"/>
          <p:cNvGrpSpPr/>
          <p:nvPr/>
        </p:nvGrpSpPr>
        <p:grpSpPr>
          <a:xfrm>
            <a:off x="691800" y="523400"/>
            <a:ext cx="10808400" cy="5811200"/>
            <a:chOff x="518850" y="392550"/>
            <a:chExt cx="8106300" cy="4358400"/>
          </a:xfrm>
        </p:grpSpPr>
        <p:grpSp>
          <p:nvGrpSpPr>
            <p:cNvPr id="165" name="Google Shape;165;p15"/>
            <p:cNvGrpSpPr/>
            <p:nvPr/>
          </p:nvGrpSpPr>
          <p:grpSpPr>
            <a:xfrm>
              <a:off x="518850" y="392550"/>
              <a:ext cx="8106300" cy="396000"/>
              <a:chOff x="518850" y="385283"/>
              <a:chExt cx="8106300" cy="396000"/>
            </a:xfrm>
          </p:grpSpPr>
          <p:cxnSp>
            <p:nvCxnSpPr>
              <p:cNvPr id="166" name="Google Shape;166;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68" name="Google Shape;168;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69" name="Google Shape;169;p15"/>
            <p:cNvGrpSpPr/>
            <p:nvPr/>
          </p:nvGrpSpPr>
          <p:grpSpPr>
            <a:xfrm rot="10800000">
              <a:off x="518850" y="4354950"/>
              <a:ext cx="8106300" cy="396000"/>
              <a:chOff x="518850" y="385283"/>
              <a:chExt cx="8106300" cy="396000"/>
            </a:xfrm>
          </p:grpSpPr>
          <p:cxnSp>
            <p:nvCxnSpPr>
              <p:cNvPr id="170" name="Google Shape;170;p15"/>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71" name="Google Shape;171;p15"/>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72" name="Google Shape;172;p15"/>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73" name="Google Shape;173;p15"/>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22239682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74"/>
        <p:cNvGrpSpPr/>
        <p:nvPr/>
      </p:nvGrpSpPr>
      <p:grpSpPr>
        <a:xfrm>
          <a:off x="0" y="0"/>
          <a:ext cx="0" cy="0"/>
          <a:chOff x="0" y="0"/>
          <a:chExt cx="0" cy="0"/>
        </a:xfrm>
      </p:grpSpPr>
      <p:sp>
        <p:nvSpPr>
          <p:cNvPr id="175" name="Google Shape;175;p16"/>
          <p:cNvSpPr txBox="1">
            <a:spLocks noGrp="1"/>
          </p:cNvSpPr>
          <p:nvPr>
            <p:ph type="subTitle" idx="1"/>
          </p:nvPr>
        </p:nvSpPr>
        <p:spPr>
          <a:xfrm>
            <a:off x="3095673" y="2331867"/>
            <a:ext cx="3797600" cy="1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6" name="Google Shape;176;p16"/>
          <p:cNvSpPr txBox="1">
            <a:spLocks noGrp="1"/>
          </p:cNvSpPr>
          <p:nvPr>
            <p:ph type="subTitle" idx="2"/>
          </p:nvPr>
        </p:nvSpPr>
        <p:spPr>
          <a:xfrm>
            <a:off x="7486541" y="2331867"/>
            <a:ext cx="3797600" cy="1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7" name="Google Shape;177;p16"/>
          <p:cNvSpPr txBox="1">
            <a:spLocks noGrp="1"/>
          </p:cNvSpPr>
          <p:nvPr>
            <p:ph type="subTitle" idx="3"/>
          </p:nvPr>
        </p:nvSpPr>
        <p:spPr>
          <a:xfrm>
            <a:off x="3095672" y="4545967"/>
            <a:ext cx="3797600" cy="1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8" name="Google Shape;178;p16"/>
          <p:cNvSpPr txBox="1">
            <a:spLocks noGrp="1"/>
          </p:cNvSpPr>
          <p:nvPr>
            <p:ph type="subTitle" idx="4"/>
          </p:nvPr>
        </p:nvSpPr>
        <p:spPr>
          <a:xfrm>
            <a:off x="7486541" y="4545967"/>
            <a:ext cx="3797600" cy="14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79" name="Google Shape;179;p16"/>
          <p:cNvSpPr txBox="1">
            <a:spLocks noGrp="1"/>
          </p:cNvSpPr>
          <p:nvPr>
            <p:ph type="subTitle" idx="5"/>
          </p:nvPr>
        </p:nvSpPr>
        <p:spPr>
          <a:xfrm>
            <a:off x="3095672" y="1839133"/>
            <a:ext cx="3797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80" name="Google Shape;180;p16"/>
          <p:cNvSpPr txBox="1">
            <a:spLocks noGrp="1"/>
          </p:cNvSpPr>
          <p:nvPr>
            <p:ph type="subTitle" idx="6"/>
          </p:nvPr>
        </p:nvSpPr>
        <p:spPr>
          <a:xfrm>
            <a:off x="3095672" y="4053333"/>
            <a:ext cx="3797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81" name="Google Shape;181;p16"/>
          <p:cNvSpPr txBox="1">
            <a:spLocks noGrp="1"/>
          </p:cNvSpPr>
          <p:nvPr>
            <p:ph type="subTitle" idx="7"/>
          </p:nvPr>
        </p:nvSpPr>
        <p:spPr>
          <a:xfrm>
            <a:off x="7486505" y="1839133"/>
            <a:ext cx="3797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182" name="Google Shape;182;p16"/>
          <p:cNvSpPr txBox="1">
            <a:spLocks noGrp="1"/>
          </p:cNvSpPr>
          <p:nvPr>
            <p:ph type="subTitle" idx="8"/>
          </p:nvPr>
        </p:nvSpPr>
        <p:spPr>
          <a:xfrm>
            <a:off x="7486505" y="4053333"/>
            <a:ext cx="3797600" cy="502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183" name="Google Shape;183;p16"/>
          <p:cNvGrpSpPr/>
          <p:nvPr/>
        </p:nvGrpSpPr>
        <p:grpSpPr>
          <a:xfrm>
            <a:off x="691800" y="523400"/>
            <a:ext cx="10808400" cy="5811200"/>
            <a:chOff x="518850" y="392550"/>
            <a:chExt cx="8106300" cy="4358400"/>
          </a:xfrm>
        </p:grpSpPr>
        <p:grpSp>
          <p:nvGrpSpPr>
            <p:cNvPr id="184" name="Google Shape;184;p16"/>
            <p:cNvGrpSpPr/>
            <p:nvPr/>
          </p:nvGrpSpPr>
          <p:grpSpPr>
            <a:xfrm>
              <a:off x="518850" y="392550"/>
              <a:ext cx="8106300" cy="396000"/>
              <a:chOff x="518850" y="385283"/>
              <a:chExt cx="8106300" cy="396000"/>
            </a:xfrm>
          </p:grpSpPr>
          <p:cxnSp>
            <p:nvCxnSpPr>
              <p:cNvPr id="185" name="Google Shape;185;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86" name="Google Shape;186;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87" name="Google Shape;187;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188" name="Google Shape;188;p16"/>
            <p:cNvGrpSpPr/>
            <p:nvPr/>
          </p:nvGrpSpPr>
          <p:grpSpPr>
            <a:xfrm rot="10800000">
              <a:off x="518850" y="4354950"/>
              <a:ext cx="8106300" cy="396000"/>
              <a:chOff x="518850" y="385283"/>
              <a:chExt cx="8106300" cy="396000"/>
            </a:xfrm>
          </p:grpSpPr>
          <p:cxnSp>
            <p:nvCxnSpPr>
              <p:cNvPr id="189" name="Google Shape;189;p16"/>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16"/>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191" name="Google Shape;191;p16"/>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192" name="Google Shape;192;p16"/>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401597810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93"/>
        <p:cNvGrpSpPr/>
        <p:nvPr/>
      </p:nvGrpSpPr>
      <p:grpSpPr>
        <a:xfrm>
          <a:off x="0" y="0"/>
          <a:ext cx="0" cy="0"/>
          <a:chOff x="0" y="0"/>
          <a:chExt cx="0" cy="0"/>
        </a:xfrm>
      </p:grpSpPr>
      <p:sp>
        <p:nvSpPr>
          <p:cNvPr id="194" name="Google Shape;194;p17"/>
          <p:cNvSpPr txBox="1">
            <a:spLocks noGrp="1"/>
          </p:cNvSpPr>
          <p:nvPr>
            <p:ph type="subTitle" idx="1"/>
          </p:nvPr>
        </p:nvSpPr>
        <p:spPr>
          <a:xfrm>
            <a:off x="960000" y="2280228"/>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5" name="Google Shape;195;p17"/>
          <p:cNvSpPr txBox="1">
            <a:spLocks noGrp="1"/>
          </p:cNvSpPr>
          <p:nvPr>
            <p:ph type="subTitle" idx="2"/>
          </p:nvPr>
        </p:nvSpPr>
        <p:spPr>
          <a:xfrm>
            <a:off x="4654600" y="2280199"/>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6" name="Google Shape;196;p17"/>
          <p:cNvSpPr txBox="1">
            <a:spLocks noGrp="1"/>
          </p:cNvSpPr>
          <p:nvPr>
            <p:ph type="subTitle" idx="3"/>
          </p:nvPr>
        </p:nvSpPr>
        <p:spPr>
          <a:xfrm>
            <a:off x="960000" y="4665067"/>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7" name="Google Shape;197;p17"/>
          <p:cNvSpPr txBox="1">
            <a:spLocks noGrp="1"/>
          </p:cNvSpPr>
          <p:nvPr>
            <p:ph type="subTitle" idx="4"/>
          </p:nvPr>
        </p:nvSpPr>
        <p:spPr>
          <a:xfrm>
            <a:off x="4654600" y="4665061"/>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8" name="Google Shape;198;p17"/>
          <p:cNvSpPr txBox="1">
            <a:spLocks noGrp="1"/>
          </p:cNvSpPr>
          <p:nvPr>
            <p:ph type="subTitle" idx="5"/>
          </p:nvPr>
        </p:nvSpPr>
        <p:spPr>
          <a:xfrm>
            <a:off x="8358225" y="2280199"/>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199" name="Google Shape;199;p17"/>
          <p:cNvSpPr txBox="1">
            <a:spLocks noGrp="1"/>
          </p:cNvSpPr>
          <p:nvPr>
            <p:ph type="subTitle" idx="6"/>
          </p:nvPr>
        </p:nvSpPr>
        <p:spPr>
          <a:xfrm>
            <a:off x="8358225" y="4665061"/>
            <a:ext cx="2882800" cy="147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00" name="Google Shape;200;p17"/>
          <p:cNvSpPr txBox="1">
            <a:spLocks noGrp="1"/>
          </p:cNvSpPr>
          <p:nvPr>
            <p:ph type="subTitle" idx="7"/>
          </p:nvPr>
        </p:nvSpPr>
        <p:spPr>
          <a:xfrm>
            <a:off x="960000" y="1356967"/>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1" name="Google Shape;201;p17"/>
          <p:cNvSpPr txBox="1">
            <a:spLocks noGrp="1"/>
          </p:cNvSpPr>
          <p:nvPr>
            <p:ph type="subTitle" idx="8"/>
          </p:nvPr>
        </p:nvSpPr>
        <p:spPr>
          <a:xfrm>
            <a:off x="4654600" y="1356967"/>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2" name="Google Shape;202;p17"/>
          <p:cNvSpPr txBox="1">
            <a:spLocks noGrp="1"/>
          </p:cNvSpPr>
          <p:nvPr>
            <p:ph type="subTitle" idx="9"/>
          </p:nvPr>
        </p:nvSpPr>
        <p:spPr>
          <a:xfrm>
            <a:off x="8358225" y="1356967"/>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3" name="Google Shape;203;p17"/>
          <p:cNvSpPr txBox="1">
            <a:spLocks noGrp="1"/>
          </p:cNvSpPr>
          <p:nvPr>
            <p:ph type="subTitle" idx="13"/>
          </p:nvPr>
        </p:nvSpPr>
        <p:spPr>
          <a:xfrm>
            <a:off x="960000" y="3737463"/>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4" name="Google Shape;204;p17"/>
          <p:cNvSpPr txBox="1">
            <a:spLocks noGrp="1"/>
          </p:cNvSpPr>
          <p:nvPr>
            <p:ph type="subTitle" idx="14"/>
          </p:nvPr>
        </p:nvSpPr>
        <p:spPr>
          <a:xfrm>
            <a:off x="4654600" y="3737463"/>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sp>
        <p:nvSpPr>
          <p:cNvPr id="205" name="Google Shape;205;p17"/>
          <p:cNvSpPr txBox="1">
            <a:spLocks noGrp="1"/>
          </p:cNvSpPr>
          <p:nvPr>
            <p:ph type="subTitle" idx="15"/>
          </p:nvPr>
        </p:nvSpPr>
        <p:spPr>
          <a:xfrm>
            <a:off x="8358225" y="3737463"/>
            <a:ext cx="2882800" cy="92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Sora"/>
              <a:buNone/>
              <a:defRPr sz="2400" b="1">
                <a:solidFill>
                  <a:schemeClr val="dk1"/>
                </a:solidFill>
                <a:latin typeface="Sora"/>
                <a:ea typeface="Sora"/>
                <a:cs typeface="Sora"/>
                <a:sym typeface="Sora"/>
              </a:defRPr>
            </a:lvl1pPr>
            <a:lvl2pPr lvl="1" algn="ctr" rtl="0">
              <a:lnSpc>
                <a:spcPct val="100000"/>
              </a:lnSpc>
              <a:spcBef>
                <a:spcPts val="0"/>
              </a:spcBef>
              <a:spcAft>
                <a:spcPts val="0"/>
              </a:spcAft>
              <a:buSzPts val="2400"/>
              <a:buFont typeface="Sora"/>
              <a:buNone/>
              <a:defRPr sz="3200" b="1">
                <a:latin typeface="Sora"/>
                <a:ea typeface="Sora"/>
                <a:cs typeface="Sora"/>
                <a:sym typeface="Sora"/>
              </a:defRPr>
            </a:lvl2pPr>
            <a:lvl3pPr lvl="2" algn="ctr" rtl="0">
              <a:lnSpc>
                <a:spcPct val="100000"/>
              </a:lnSpc>
              <a:spcBef>
                <a:spcPts val="0"/>
              </a:spcBef>
              <a:spcAft>
                <a:spcPts val="0"/>
              </a:spcAft>
              <a:buSzPts val="2400"/>
              <a:buFont typeface="Sora"/>
              <a:buNone/>
              <a:defRPr sz="3200" b="1">
                <a:latin typeface="Sora"/>
                <a:ea typeface="Sora"/>
                <a:cs typeface="Sora"/>
                <a:sym typeface="Sora"/>
              </a:defRPr>
            </a:lvl3pPr>
            <a:lvl4pPr lvl="3" algn="ctr" rtl="0">
              <a:lnSpc>
                <a:spcPct val="100000"/>
              </a:lnSpc>
              <a:spcBef>
                <a:spcPts val="0"/>
              </a:spcBef>
              <a:spcAft>
                <a:spcPts val="0"/>
              </a:spcAft>
              <a:buSzPts val="2400"/>
              <a:buFont typeface="Sora"/>
              <a:buNone/>
              <a:defRPr sz="3200" b="1">
                <a:latin typeface="Sora"/>
                <a:ea typeface="Sora"/>
                <a:cs typeface="Sora"/>
                <a:sym typeface="Sora"/>
              </a:defRPr>
            </a:lvl4pPr>
            <a:lvl5pPr lvl="4" algn="ctr" rtl="0">
              <a:lnSpc>
                <a:spcPct val="100000"/>
              </a:lnSpc>
              <a:spcBef>
                <a:spcPts val="0"/>
              </a:spcBef>
              <a:spcAft>
                <a:spcPts val="0"/>
              </a:spcAft>
              <a:buSzPts val="2400"/>
              <a:buFont typeface="Sora"/>
              <a:buNone/>
              <a:defRPr sz="3200" b="1">
                <a:latin typeface="Sora"/>
                <a:ea typeface="Sora"/>
                <a:cs typeface="Sora"/>
                <a:sym typeface="Sora"/>
              </a:defRPr>
            </a:lvl5pPr>
            <a:lvl6pPr lvl="5" algn="ctr" rtl="0">
              <a:lnSpc>
                <a:spcPct val="100000"/>
              </a:lnSpc>
              <a:spcBef>
                <a:spcPts val="0"/>
              </a:spcBef>
              <a:spcAft>
                <a:spcPts val="0"/>
              </a:spcAft>
              <a:buSzPts val="2400"/>
              <a:buFont typeface="Sora"/>
              <a:buNone/>
              <a:defRPr sz="3200" b="1">
                <a:latin typeface="Sora"/>
                <a:ea typeface="Sora"/>
                <a:cs typeface="Sora"/>
                <a:sym typeface="Sora"/>
              </a:defRPr>
            </a:lvl6pPr>
            <a:lvl7pPr lvl="6" algn="ctr" rtl="0">
              <a:lnSpc>
                <a:spcPct val="100000"/>
              </a:lnSpc>
              <a:spcBef>
                <a:spcPts val="0"/>
              </a:spcBef>
              <a:spcAft>
                <a:spcPts val="0"/>
              </a:spcAft>
              <a:buSzPts val="2400"/>
              <a:buFont typeface="Sora"/>
              <a:buNone/>
              <a:defRPr sz="3200" b="1">
                <a:latin typeface="Sora"/>
                <a:ea typeface="Sora"/>
                <a:cs typeface="Sora"/>
                <a:sym typeface="Sora"/>
              </a:defRPr>
            </a:lvl7pPr>
            <a:lvl8pPr lvl="7" algn="ctr" rtl="0">
              <a:lnSpc>
                <a:spcPct val="100000"/>
              </a:lnSpc>
              <a:spcBef>
                <a:spcPts val="0"/>
              </a:spcBef>
              <a:spcAft>
                <a:spcPts val="0"/>
              </a:spcAft>
              <a:buSzPts val="2400"/>
              <a:buFont typeface="Sora"/>
              <a:buNone/>
              <a:defRPr sz="3200" b="1">
                <a:latin typeface="Sora"/>
                <a:ea typeface="Sora"/>
                <a:cs typeface="Sora"/>
                <a:sym typeface="Sora"/>
              </a:defRPr>
            </a:lvl8pPr>
            <a:lvl9pPr lvl="8" algn="ctr" rtl="0">
              <a:lnSpc>
                <a:spcPct val="100000"/>
              </a:lnSpc>
              <a:spcBef>
                <a:spcPts val="0"/>
              </a:spcBef>
              <a:spcAft>
                <a:spcPts val="0"/>
              </a:spcAft>
              <a:buSzPts val="2400"/>
              <a:buFont typeface="Sora"/>
              <a:buNone/>
              <a:defRPr sz="3200" b="1">
                <a:latin typeface="Sora"/>
                <a:ea typeface="Sora"/>
                <a:cs typeface="Sora"/>
                <a:sym typeface="Sora"/>
              </a:defRPr>
            </a:lvl9pPr>
          </a:lstStyle>
          <a:p>
            <a:r>
              <a:rPr lang="en-US"/>
              <a:t>Click to edit Master subtitle style</a:t>
            </a:r>
            <a:endParaRPr/>
          </a:p>
        </p:txBody>
      </p:sp>
      <p:grpSp>
        <p:nvGrpSpPr>
          <p:cNvPr id="206" name="Google Shape;206;p17"/>
          <p:cNvGrpSpPr/>
          <p:nvPr/>
        </p:nvGrpSpPr>
        <p:grpSpPr>
          <a:xfrm>
            <a:off x="691800" y="523400"/>
            <a:ext cx="10808400" cy="5811200"/>
            <a:chOff x="518850" y="392550"/>
            <a:chExt cx="8106300" cy="4358400"/>
          </a:xfrm>
        </p:grpSpPr>
        <p:grpSp>
          <p:nvGrpSpPr>
            <p:cNvPr id="207" name="Google Shape;207;p17"/>
            <p:cNvGrpSpPr/>
            <p:nvPr/>
          </p:nvGrpSpPr>
          <p:grpSpPr>
            <a:xfrm>
              <a:off x="518850" y="392550"/>
              <a:ext cx="8106300" cy="396000"/>
              <a:chOff x="518850" y="385283"/>
              <a:chExt cx="8106300" cy="396000"/>
            </a:xfrm>
          </p:grpSpPr>
          <p:cxnSp>
            <p:nvCxnSpPr>
              <p:cNvPr id="208" name="Google Shape;208;p1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09" name="Google Shape;209;p1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10" name="Google Shape;210;p1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11" name="Google Shape;211;p17"/>
            <p:cNvGrpSpPr/>
            <p:nvPr/>
          </p:nvGrpSpPr>
          <p:grpSpPr>
            <a:xfrm rot="10800000">
              <a:off x="518850" y="4354950"/>
              <a:ext cx="8106300" cy="396000"/>
              <a:chOff x="518850" y="385283"/>
              <a:chExt cx="8106300" cy="396000"/>
            </a:xfrm>
          </p:grpSpPr>
          <p:cxnSp>
            <p:nvCxnSpPr>
              <p:cNvPr id="212" name="Google Shape;212;p17"/>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13" name="Google Shape;213;p17"/>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14" name="Google Shape;214;p17"/>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
        <p:nvSpPr>
          <p:cNvPr id="215" name="Google Shape;215;p17"/>
          <p:cNvSpPr txBox="1">
            <a:spLocks noGrp="1"/>
          </p:cNvSpPr>
          <p:nvPr>
            <p:ph type="title"/>
          </p:nvPr>
        </p:nvSpPr>
        <p:spPr>
          <a:xfrm>
            <a:off x="960000" y="722233"/>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83396167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16"/>
        <p:cNvGrpSpPr/>
        <p:nvPr/>
      </p:nvGrpSpPr>
      <p:grpSpPr>
        <a:xfrm>
          <a:off x="0" y="0"/>
          <a:ext cx="0" cy="0"/>
          <a:chOff x="0" y="0"/>
          <a:chExt cx="0" cy="0"/>
        </a:xfrm>
      </p:grpSpPr>
      <p:sp>
        <p:nvSpPr>
          <p:cNvPr id="217" name="Google Shape;217;p18"/>
          <p:cNvSpPr txBox="1">
            <a:spLocks noGrp="1"/>
          </p:cNvSpPr>
          <p:nvPr>
            <p:ph type="title"/>
          </p:nvPr>
        </p:nvSpPr>
        <p:spPr>
          <a:xfrm>
            <a:off x="5310217" y="719333"/>
            <a:ext cx="5930800" cy="1411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8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18" name="Google Shape;218;p18"/>
          <p:cNvSpPr txBox="1">
            <a:spLocks noGrp="1"/>
          </p:cNvSpPr>
          <p:nvPr>
            <p:ph type="subTitle" idx="1"/>
          </p:nvPr>
        </p:nvSpPr>
        <p:spPr>
          <a:xfrm>
            <a:off x="5310167" y="2293233"/>
            <a:ext cx="5930800" cy="141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867"/>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r>
              <a:rPr lang="en-US"/>
              <a:t>Click to edit Master subtitle style</a:t>
            </a:r>
            <a:endParaRPr/>
          </a:p>
        </p:txBody>
      </p:sp>
      <p:sp>
        <p:nvSpPr>
          <p:cNvPr id="219" name="Google Shape;219;p18"/>
          <p:cNvSpPr txBox="1"/>
          <p:nvPr/>
        </p:nvSpPr>
        <p:spPr>
          <a:xfrm>
            <a:off x="5310000" y="4815933"/>
            <a:ext cx="5930800" cy="7416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b="1">
                <a:solidFill>
                  <a:schemeClr val="dk1"/>
                </a:solidFill>
                <a:latin typeface="Open Sans"/>
                <a:ea typeface="Open Sans"/>
                <a:cs typeface="Open Sans"/>
                <a:sym typeface="Open Sans"/>
              </a:rPr>
              <a:t>CREDITS:</a:t>
            </a:r>
            <a:r>
              <a:rPr lang="en" sz="1333">
                <a:solidFill>
                  <a:schemeClr val="dk1"/>
                </a:solidFill>
                <a:latin typeface="Open Sans"/>
                <a:ea typeface="Open Sans"/>
                <a:cs typeface="Open Sans"/>
                <a:sym typeface="Open Sans"/>
              </a:rPr>
              <a:t> This presentation template was created by </a:t>
            </a:r>
            <a:r>
              <a:rPr lang="en" sz="1333" b="1" u="sng">
                <a:solidFill>
                  <a:schemeClr val="hlink"/>
                </a:solidFill>
                <a:latin typeface="Open Sans"/>
                <a:ea typeface="Open Sans"/>
                <a:cs typeface="Open Sans"/>
                <a:sym typeface="Open Sans"/>
                <a:hlinkClick r:id="rId2"/>
              </a:rPr>
              <a:t>Slidesgo</a:t>
            </a:r>
            <a:r>
              <a:rPr lang="en" sz="1333">
                <a:solidFill>
                  <a:schemeClr val="dk1"/>
                </a:solidFill>
                <a:latin typeface="Open Sans"/>
                <a:ea typeface="Open Sans"/>
                <a:cs typeface="Open Sans"/>
                <a:sym typeface="Open Sans"/>
              </a:rPr>
              <a:t>, and includes icons by </a:t>
            </a:r>
            <a:r>
              <a:rPr lang="en" sz="1333" b="1" u="sng">
                <a:solidFill>
                  <a:schemeClr val="dk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333">
                <a:solidFill>
                  <a:schemeClr val="dk1"/>
                </a:solidFill>
                <a:latin typeface="Open Sans"/>
                <a:ea typeface="Open Sans"/>
                <a:cs typeface="Open Sans"/>
                <a:sym typeface="Open Sans"/>
              </a:rPr>
              <a:t>, and infographics &amp; images by </a:t>
            </a:r>
            <a:r>
              <a:rPr lang="en" sz="1333" b="1" u="sng">
                <a:solidFill>
                  <a:schemeClr val="dk1"/>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r>
              <a:rPr lang="en" sz="1333" u="sng">
                <a:solidFill>
                  <a:schemeClr val="dk1"/>
                </a:solidFill>
                <a:latin typeface="Open Sans"/>
                <a:ea typeface="Open Sans"/>
                <a:cs typeface="Open Sans"/>
                <a:sym typeface="Open Sans"/>
              </a:rPr>
              <a:t> </a:t>
            </a:r>
            <a:endParaRPr sz="1333" b="1" u="sng">
              <a:solidFill>
                <a:schemeClr val="dk1"/>
              </a:solidFill>
              <a:latin typeface="Open Sans"/>
              <a:ea typeface="Open Sans"/>
              <a:cs typeface="Open Sans"/>
              <a:sym typeface="Open Sans"/>
            </a:endParaRPr>
          </a:p>
        </p:txBody>
      </p:sp>
      <p:grpSp>
        <p:nvGrpSpPr>
          <p:cNvPr id="220" name="Google Shape;220;p18"/>
          <p:cNvGrpSpPr/>
          <p:nvPr/>
        </p:nvGrpSpPr>
        <p:grpSpPr>
          <a:xfrm>
            <a:off x="691800" y="523400"/>
            <a:ext cx="10808400" cy="5811200"/>
            <a:chOff x="518850" y="392550"/>
            <a:chExt cx="8106300" cy="4358400"/>
          </a:xfrm>
        </p:grpSpPr>
        <p:grpSp>
          <p:nvGrpSpPr>
            <p:cNvPr id="221" name="Google Shape;221;p18"/>
            <p:cNvGrpSpPr/>
            <p:nvPr/>
          </p:nvGrpSpPr>
          <p:grpSpPr>
            <a:xfrm>
              <a:off x="518850" y="392550"/>
              <a:ext cx="8106300" cy="396000"/>
              <a:chOff x="518850" y="385283"/>
              <a:chExt cx="8106300" cy="396000"/>
            </a:xfrm>
          </p:grpSpPr>
          <p:cxnSp>
            <p:nvCxnSpPr>
              <p:cNvPr id="222" name="Google Shape;222;p1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23" name="Google Shape;223;p1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24" name="Google Shape;224;p1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25" name="Google Shape;225;p18"/>
            <p:cNvGrpSpPr/>
            <p:nvPr/>
          </p:nvGrpSpPr>
          <p:grpSpPr>
            <a:xfrm rot="10800000">
              <a:off x="518850" y="4354950"/>
              <a:ext cx="8106300" cy="396000"/>
              <a:chOff x="518850" y="385283"/>
              <a:chExt cx="8106300" cy="396000"/>
            </a:xfrm>
          </p:grpSpPr>
          <p:cxnSp>
            <p:nvCxnSpPr>
              <p:cNvPr id="226" name="Google Shape;226;p18"/>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27" name="Google Shape;227;p18"/>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28" name="Google Shape;228;p18"/>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spTree>
    <p:extLst>
      <p:ext uri="{BB962C8B-B14F-4D97-AF65-F5344CB8AC3E}">
        <p14:creationId xmlns:p14="http://schemas.microsoft.com/office/powerpoint/2010/main" val="19676812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29"/>
        <p:cNvGrpSpPr/>
        <p:nvPr/>
      </p:nvGrpSpPr>
      <p:grpSpPr>
        <a:xfrm>
          <a:off x="0" y="0"/>
          <a:ext cx="0" cy="0"/>
          <a:chOff x="0" y="0"/>
          <a:chExt cx="0" cy="0"/>
        </a:xfrm>
      </p:grpSpPr>
      <p:grpSp>
        <p:nvGrpSpPr>
          <p:cNvPr id="230" name="Google Shape;230;p19"/>
          <p:cNvGrpSpPr/>
          <p:nvPr/>
        </p:nvGrpSpPr>
        <p:grpSpPr>
          <a:xfrm>
            <a:off x="691800" y="523400"/>
            <a:ext cx="10808400" cy="5811200"/>
            <a:chOff x="518850" y="392550"/>
            <a:chExt cx="8106300" cy="4358400"/>
          </a:xfrm>
        </p:grpSpPr>
        <p:grpSp>
          <p:nvGrpSpPr>
            <p:cNvPr id="231" name="Google Shape;231;p19"/>
            <p:cNvGrpSpPr/>
            <p:nvPr/>
          </p:nvGrpSpPr>
          <p:grpSpPr>
            <a:xfrm>
              <a:off x="518850" y="392550"/>
              <a:ext cx="8106300" cy="396000"/>
              <a:chOff x="518850" y="385283"/>
              <a:chExt cx="8106300" cy="396000"/>
            </a:xfrm>
          </p:grpSpPr>
          <p:cxnSp>
            <p:nvCxnSpPr>
              <p:cNvPr id="232" name="Google Shape;232;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4" name="Google Shape;234;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nvGrpSpPr>
            <p:cNvPr id="235" name="Google Shape;235;p19"/>
            <p:cNvGrpSpPr/>
            <p:nvPr/>
          </p:nvGrpSpPr>
          <p:grpSpPr>
            <a:xfrm rot="10800000">
              <a:off x="518850" y="4354950"/>
              <a:ext cx="8106300" cy="396000"/>
              <a:chOff x="518850" y="385283"/>
              <a:chExt cx="8106300" cy="396000"/>
            </a:xfrm>
          </p:grpSpPr>
          <p:cxnSp>
            <p:nvCxnSpPr>
              <p:cNvPr id="236" name="Google Shape;236;p19"/>
              <p:cNvCxnSpPr/>
              <p:nvPr/>
            </p:nvCxnSpPr>
            <p:spPr>
              <a:xfrm>
                <a:off x="518850" y="390575"/>
                <a:ext cx="8106300" cy="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9"/>
              <p:cNvCxnSpPr/>
              <p:nvPr/>
            </p:nvCxnSpPr>
            <p:spPr>
              <a:xfrm>
                <a:off x="518850" y="385283"/>
                <a:ext cx="0" cy="396000"/>
              </a:xfrm>
              <a:prstGeom prst="straightConnector1">
                <a:avLst/>
              </a:prstGeom>
              <a:noFill/>
              <a:ln w="9525" cap="flat" cmpd="sng">
                <a:solidFill>
                  <a:schemeClr val="dk1"/>
                </a:solidFill>
                <a:prstDash val="solid"/>
                <a:round/>
                <a:headEnd type="none" w="med" len="med"/>
                <a:tailEnd type="oval" w="med" len="med"/>
              </a:ln>
            </p:spPr>
          </p:cxnSp>
          <p:cxnSp>
            <p:nvCxnSpPr>
              <p:cNvPr id="238" name="Google Shape;238;p19"/>
              <p:cNvCxnSpPr/>
              <p:nvPr/>
            </p:nvCxnSpPr>
            <p:spPr>
              <a:xfrm>
                <a:off x="8625150" y="385283"/>
                <a:ext cx="0" cy="396000"/>
              </a:xfrm>
              <a:prstGeom prst="straightConnector1">
                <a:avLst/>
              </a:prstGeom>
              <a:noFill/>
              <a:ln w="9525" cap="flat" cmpd="sng">
                <a:solidFill>
                  <a:schemeClr val="dk1"/>
                </a:solidFill>
                <a:prstDash val="solid"/>
                <a:round/>
                <a:headEnd type="none" w="med" len="med"/>
                <a:tailEnd type="oval" w="med" len="med"/>
              </a:ln>
            </p:spPr>
          </p:cxnSp>
        </p:grpSp>
      </p:grpSp>
      <p:grpSp>
        <p:nvGrpSpPr>
          <p:cNvPr id="239" name="Google Shape;239;p19"/>
          <p:cNvGrpSpPr/>
          <p:nvPr/>
        </p:nvGrpSpPr>
        <p:grpSpPr>
          <a:xfrm>
            <a:off x="691794" y="1006783"/>
            <a:ext cx="4508145" cy="4844448"/>
            <a:chOff x="1742895" y="795775"/>
            <a:chExt cx="3381109" cy="3633336"/>
          </a:xfrm>
        </p:grpSpPr>
        <p:sp>
          <p:nvSpPr>
            <p:cNvPr id="240" name="Google Shape;240;p19"/>
            <p:cNvSpPr/>
            <p:nvPr/>
          </p:nvSpPr>
          <p:spPr>
            <a:xfrm>
              <a:off x="1913656" y="3200832"/>
              <a:ext cx="38942" cy="38942"/>
            </a:xfrm>
            <a:custGeom>
              <a:avLst/>
              <a:gdLst/>
              <a:ahLst/>
              <a:cxnLst/>
              <a:rect l="l" t="t" r="r" b="b"/>
              <a:pathLst>
                <a:path w="660" h="660" extrusionOk="0">
                  <a:moveTo>
                    <a:pt x="335" y="1"/>
                  </a:moveTo>
                  <a:cubicBezTo>
                    <a:pt x="149" y="1"/>
                    <a:pt x="1" y="140"/>
                    <a:pt x="1" y="325"/>
                  </a:cubicBezTo>
                  <a:cubicBezTo>
                    <a:pt x="1" y="511"/>
                    <a:pt x="149" y="659"/>
                    <a:pt x="335" y="659"/>
                  </a:cubicBezTo>
                  <a:cubicBezTo>
                    <a:pt x="511" y="659"/>
                    <a:pt x="659" y="511"/>
                    <a:pt x="659" y="325"/>
                  </a:cubicBezTo>
                  <a:cubicBezTo>
                    <a:pt x="659" y="140"/>
                    <a:pt x="511" y="1"/>
                    <a:pt x="335" y="1"/>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19"/>
            <p:cNvSpPr/>
            <p:nvPr/>
          </p:nvSpPr>
          <p:spPr>
            <a:xfrm>
              <a:off x="1910411" y="3196997"/>
              <a:ext cx="46022" cy="46081"/>
            </a:xfrm>
            <a:custGeom>
              <a:avLst/>
              <a:gdLst/>
              <a:ahLst/>
              <a:cxnLst/>
              <a:rect l="l" t="t" r="r" b="b"/>
              <a:pathLst>
                <a:path w="780" h="781" extrusionOk="0">
                  <a:moveTo>
                    <a:pt x="390" y="121"/>
                  </a:moveTo>
                  <a:cubicBezTo>
                    <a:pt x="538" y="121"/>
                    <a:pt x="659" y="242"/>
                    <a:pt x="659" y="390"/>
                  </a:cubicBezTo>
                  <a:cubicBezTo>
                    <a:pt x="659" y="539"/>
                    <a:pt x="538" y="659"/>
                    <a:pt x="390" y="659"/>
                  </a:cubicBezTo>
                  <a:cubicBezTo>
                    <a:pt x="241" y="659"/>
                    <a:pt x="121" y="539"/>
                    <a:pt x="121" y="390"/>
                  </a:cubicBezTo>
                  <a:cubicBezTo>
                    <a:pt x="121" y="242"/>
                    <a:pt x="241" y="121"/>
                    <a:pt x="390" y="121"/>
                  </a:cubicBezTo>
                  <a:close/>
                  <a:moveTo>
                    <a:pt x="390" y="1"/>
                  </a:moveTo>
                  <a:cubicBezTo>
                    <a:pt x="176" y="1"/>
                    <a:pt x="0" y="177"/>
                    <a:pt x="0" y="390"/>
                  </a:cubicBezTo>
                  <a:cubicBezTo>
                    <a:pt x="0" y="604"/>
                    <a:pt x="176" y="780"/>
                    <a:pt x="390" y="780"/>
                  </a:cubicBezTo>
                  <a:cubicBezTo>
                    <a:pt x="603" y="780"/>
                    <a:pt x="779" y="604"/>
                    <a:pt x="779" y="390"/>
                  </a:cubicBezTo>
                  <a:cubicBezTo>
                    <a:pt x="779" y="177"/>
                    <a:pt x="603" y="1"/>
                    <a:pt x="3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42" name="Google Shape;242;p19"/>
            <p:cNvGrpSpPr/>
            <p:nvPr/>
          </p:nvGrpSpPr>
          <p:grpSpPr>
            <a:xfrm>
              <a:off x="1742895" y="947116"/>
              <a:ext cx="1986215" cy="3269968"/>
              <a:chOff x="6934075" y="1778325"/>
              <a:chExt cx="689275" cy="1134775"/>
            </a:xfrm>
          </p:grpSpPr>
          <p:sp>
            <p:nvSpPr>
              <p:cNvPr id="243" name="Google Shape;243;p19"/>
              <p:cNvSpPr/>
              <p:nvPr/>
            </p:nvSpPr>
            <p:spPr>
              <a:xfrm>
                <a:off x="7486500" y="2665625"/>
                <a:ext cx="136850" cy="66125"/>
              </a:xfrm>
              <a:custGeom>
                <a:avLst/>
                <a:gdLst/>
                <a:ahLst/>
                <a:cxnLst/>
                <a:rect l="l" t="t" r="r" b="b"/>
                <a:pathLst>
                  <a:path w="5474" h="2645" extrusionOk="0">
                    <a:moveTo>
                      <a:pt x="5418" y="1"/>
                    </a:moveTo>
                    <a:cubicBezTo>
                      <a:pt x="5390" y="1"/>
                      <a:pt x="5363" y="28"/>
                      <a:pt x="5363" y="56"/>
                    </a:cubicBezTo>
                    <a:lnTo>
                      <a:pt x="5363" y="520"/>
                    </a:lnTo>
                    <a:cubicBezTo>
                      <a:pt x="5363" y="557"/>
                      <a:pt x="5390" y="576"/>
                      <a:pt x="5418" y="576"/>
                    </a:cubicBezTo>
                    <a:cubicBezTo>
                      <a:pt x="5446" y="576"/>
                      <a:pt x="5474" y="557"/>
                      <a:pt x="5474" y="520"/>
                    </a:cubicBezTo>
                    <a:lnTo>
                      <a:pt x="5474" y="56"/>
                    </a:lnTo>
                    <a:cubicBezTo>
                      <a:pt x="5474" y="28"/>
                      <a:pt x="5455" y="1"/>
                      <a:pt x="5418" y="1"/>
                    </a:cubicBezTo>
                    <a:close/>
                    <a:moveTo>
                      <a:pt x="5418" y="928"/>
                    </a:moveTo>
                    <a:cubicBezTo>
                      <a:pt x="5390" y="928"/>
                      <a:pt x="5363" y="956"/>
                      <a:pt x="5363" y="984"/>
                    </a:cubicBezTo>
                    <a:lnTo>
                      <a:pt x="5363" y="1448"/>
                    </a:lnTo>
                    <a:cubicBezTo>
                      <a:pt x="5363" y="1485"/>
                      <a:pt x="5390" y="1503"/>
                      <a:pt x="5418" y="1503"/>
                    </a:cubicBezTo>
                    <a:cubicBezTo>
                      <a:pt x="5446" y="1503"/>
                      <a:pt x="5474" y="1485"/>
                      <a:pt x="5474" y="1448"/>
                    </a:cubicBezTo>
                    <a:lnTo>
                      <a:pt x="5474" y="984"/>
                    </a:lnTo>
                    <a:cubicBezTo>
                      <a:pt x="5474" y="956"/>
                      <a:pt x="5455" y="928"/>
                      <a:pt x="5418" y="928"/>
                    </a:cubicBezTo>
                    <a:close/>
                    <a:moveTo>
                      <a:pt x="5418" y="1856"/>
                    </a:moveTo>
                    <a:cubicBezTo>
                      <a:pt x="5390" y="1856"/>
                      <a:pt x="5363" y="1884"/>
                      <a:pt x="5363" y="1912"/>
                    </a:cubicBezTo>
                    <a:lnTo>
                      <a:pt x="5363" y="2375"/>
                    </a:lnTo>
                    <a:cubicBezTo>
                      <a:pt x="5363" y="2413"/>
                      <a:pt x="5390" y="2431"/>
                      <a:pt x="5418" y="2431"/>
                    </a:cubicBezTo>
                    <a:cubicBezTo>
                      <a:pt x="5446" y="2431"/>
                      <a:pt x="5474" y="2413"/>
                      <a:pt x="5474" y="2375"/>
                    </a:cubicBezTo>
                    <a:lnTo>
                      <a:pt x="5474" y="1912"/>
                    </a:lnTo>
                    <a:cubicBezTo>
                      <a:pt x="5474" y="1884"/>
                      <a:pt x="5455" y="1856"/>
                      <a:pt x="5418" y="1856"/>
                    </a:cubicBezTo>
                    <a:close/>
                    <a:moveTo>
                      <a:pt x="56" y="2524"/>
                    </a:moveTo>
                    <a:cubicBezTo>
                      <a:pt x="28" y="2524"/>
                      <a:pt x="1" y="2552"/>
                      <a:pt x="1" y="2589"/>
                    </a:cubicBezTo>
                    <a:cubicBezTo>
                      <a:pt x="1" y="2617"/>
                      <a:pt x="28" y="2644"/>
                      <a:pt x="56" y="2644"/>
                    </a:cubicBezTo>
                    <a:lnTo>
                      <a:pt x="520" y="2644"/>
                    </a:lnTo>
                    <a:cubicBezTo>
                      <a:pt x="557" y="2644"/>
                      <a:pt x="585" y="2617"/>
                      <a:pt x="585" y="2589"/>
                    </a:cubicBezTo>
                    <a:cubicBezTo>
                      <a:pt x="585" y="2552"/>
                      <a:pt x="557" y="2524"/>
                      <a:pt x="520" y="2524"/>
                    </a:cubicBezTo>
                    <a:close/>
                    <a:moveTo>
                      <a:pt x="984" y="2524"/>
                    </a:moveTo>
                    <a:cubicBezTo>
                      <a:pt x="956" y="2524"/>
                      <a:pt x="928" y="2552"/>
                      <a:pt x="928" y="2589"/>
                    </a:cubicBezTo>
                    <a:cubicBezTo>
                      <a:pt x="928" y="2617"/>
                      <a:pt x="956" y="2644"/>
                      <a:pt x="984" y="2644"/>
                    </a:cubicBezTo>
                    <a:lnTo>
                      <a:pt x="1448" y="2644"/>
                    </a:lnTo>
                    <a:cubicBezTo>
                      <a:pt x="1485" y="2644"/>
                      <a:pt x="1513" y="2617"/>
                      <a:pt x="1513" y="2589"/>
                    </a:cubicBezTo>
                    <a:cubicBezTo>
                      <a:pt x="1513" y="2552"/>
                      <a:pt x="1485" y="2524"/>
                      <a:pt x="1448" y="2524"/>
                    </a:cubicBezTo>
                    <a:close/>
                    <a:moveTo>
                      <a:pt x="1912" y="2524"/>
                    </a:moveTo>
                    <a:cubicBezTo>
                      <a:pt x="1884" y="2524"/>
                      <a:pt x="1856" y="2552"/>
                      <a:pt x="1856" y="2589"/>
                    </a:cubicBezTo>
                    <a:cubicBezTo>
                      <a:pt x="1856" y="2617"/>
                      <a:pt x="1884" y="2644"/>
                      <a:pt x="1912" y="2644"/>
                    </a:cubicBezTo>
                    <a:lnTo>
                      <a:pt x="2375" y="2644"/>
                    </a:lnTo>
                    <a:cubicBezTo>
                      <a:pt x="2413" y="2644"/>
                      <a:pt x="2440" y="2617"/>
                      <a:pt x="2440" y="2589"/>
                    </a:cubicBezTo>
                    <a:cubicBezTo>
                      <a:pt x="2440" y="2552"/>
                      <a:pt x="2413" y="2524"/>
                      <a:pt x="2375" y="2524"/>
                    </a:cubicBezTo>
                    <a:close/>
                    <a:moveTo>
                      <a:pt x="2839" y="2524"/>
                    </a:moveTo>
                    <a:cubicBezTo>
                      <a:pt x="2812" y="2524"/>
                      <a:pt x="2784" y="2552"/>
                      <a:pt x="2784" y="2589"/>
                    </a:cubicBezTo>
                    <a:cubicBezTo>
                      <a:pt x="2784" y="2617"/>
                      <a:pt x="2812" y="2644"/>
                      <a:pt x="2839" y="2644"/>
                    </a:cubicBezTo>
                    <a:lnTo>
                      <a:pt x="3303" y="2644"/>
                    </a:lnTo>
                    <a:cubicBezTo>
                      <a:pt x="3340" y="2644"/>
                      <a:pt x="3368" y="2617"/>
                      <a:pt x="3368" y="2589"/>
                    </a:cubicBezTo>
                    <a:cubicBezTo>
                      <a:pt x="3368" y="2552"/>
                      <a:pt x="3340" y="2524"/>
                      <a:pt x="3303" y="2524"/>
                    </a:cubicBezTo>
                    <a:close/>
                    <a:moveTo>
                      <a:pt x="3767" y="2524"/>
                    </a:moveTo>
                    <a:cubicBezTo>
                      <a:pt x="3739" y="2524"/>
                      <a:pt x="3711" y="2552"/>
                      <a:pt x="3711" y="2589"/>
                    </a:cubicBezTo>
                    <a:cubicBezTo>
                      <a:pt x="3711" y="2617"/>
                      <a:pt x="3739" y="2644"/>
                      <a:pt x="3767" y="2644"/>
                    </a:cubicBezTo>
                    <a:lnTo>
                      <a:pt x="4231" y="2644"/>
                    </a:lnTo>
                    <a:cubicBezTo>
                      <a:pt x="4268" y="2644"/>
                      <a:pt x="4296" y="2617"/>
                      <a:pt x="4296" y="2589"/>
                    </a:cubicBezTo>
                    <a:cubicBezTo>
                      <a:pt x="4296" y="2552"/>
                      <a:pt x="4268" y="2524"/>
                      <a:pt x="4231" y="2524"/>
                    </a:cubicBezTo>
                    <a:close/>
                    <a:moveTo>
                      <a:pt x="4695" y="2524"/>
                    </a:moveTo>
                    <a:cubicBezTo>
                      <a:pt x="4667" y="2524"/>
                      <a:pt x="4639" y="2552"/>
                      <a:pt x="4639" y="2589"/>
                    </a:cubicBezTo>
                    <a:cubicBezTo>
                      <a:pt x="4639" y="2617"/>
                      <a:pt x="4667" y="2644"/>
                      <a:pt x="4695" y="2644"/>
                    </a:cubicBezTo>
                    <a:lnTo>
                      <a:pt x="5159" y="2644"/>
                    </a:lnTo>
                    <a:cubicBezTo>
                      <a:pt x="5196" y="2644"/>
                      <a:pt x="5223" y="2617"/>
                      <a:pt x="5223" y="2589"/>
                    </a:cubicBezTo>
                    <a:cubicBezTo>
                      <a:pt x="5223" y="2552"/>
                      <a:pt x="5196" y="2524"/>
                      <a:pt x="5159" y="25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4" name="Google Shape;244;p19"/>
              <p:cNvSpPr/>
              <p:nvPr/>
            </p:nvSpPr>
            <p:spPr>
              <a:xfrm>
                <a:off x="7313500" y="2548975"/>
                <a:ext cx="85375" cy="41525"/>
              </a:xfrm>
              <a:custGeom>
                <a:avLst/>
                <a:gdLst/>
                <a:ahLst/>
                <a:cxnLst/>
                <a:rect l="l" t="t" r="r" b="b"/>
                <a:pathLst>
                  <a:path w="3415" h="1661" extrusionOk="0">
                    <a:moveTo>
                      <a:pt x="3358" y="0"/>
                    </a:moveTo>
                    <a:cubicBezTo>
                      <a:pt x="3321" y="0"/>
                      <a:pt x="3293" y="28"/>
                      <a:pt x="3293" y="65"/>
                    </a:cubicBezTo>
                    <a:lnTo>
                      <a:pt x="3293" y="260"/>
                    </a:lnTo>
                    <a:cubicBezTo>
                      <a:pt x="3293" y="297"/>
                      <a:pt x="3321" y="316"/>
                      <a:pt x="3358" y="316"/>
                    </a:cubicBezTo>
                    <a:cubicBezTo>
                      <a:pt x="3386" y="316"/>
                      <a:pt x="3414" y="297"/>
                      <a:pt x="3414" y="260"/>
                    </a:cubicBezTo>
                    <a:lnTo>
                      <a:pt x="3414" y="65"/>
                    </a:lnTo>
                    <a:cubicBezTo>
                      <a:pt x="3414" y="28"/>
                      <a:pt x="3386" y="0"/>
                      <a:pt x="3358" y="0"/>
                    </a:cubicBezTo>
                    <a:close/>
                    <a:moveTo>
                      <a:pt x="56" y="613"/>
                    </a:moveTo>
                    <a:cubicBezTo>
                      <a:pt x="28" y="613"/>
                      <a:pt x="0" y="641"/>
                      <a:pt x="0" y="668"/>
                    </a:cubicBezTo>
                    <a:lnTo>
                      <a:pt x="0" y="678"/>
                    </a:lnTo>
                    <a:cubicBezTo>
                      <a:pt x="0" y="706"/>
                      <a:pt x="28" y="733"/>
                      <a:pt x="56" y="733"/>
                    </a:cubicBezTo>
                    <a:lnTo>
                      <a:pt x="520" y="733"/>
                    </a:lnTo>
                    <a:cubicBezTo>
                      <a:pt x="548" y="733"/>
                      <a:pt x="575" y="706"/>
                      <a:pt x="575" y="668"/>
                    </a:cubicBezTo>
                    <a:cubicBezTo>
                      <a:pt x="575" y="641"/>
                      <a:pt x="548" y="613"/>
                      <a:pt x="520" y="613"/>
                    </a:cubicBezTo>
                    <a:close/>
                    <a:moveTo>
                      <a:pt x="984" y="613"/>
                    </a:moveTo>
                    <a:cubicBezTo>
                      <a:pt x="946" y="613"/>
                      <a:pt x="928" y="641"/>
                      <a:pt x="928" y="668"/>
                    </a:cubicBezTo>
                    <a:cubicBezTo>
                      <a:pt x="928" y="706"/>
                      <a:pt x="946" y="733"/>
                      <a:pt x="984" y="733"/>
                    </a:cubicBezTo>
                    <a:lnTo>
                      <a:pt x="1447" y="733"/>
                    </a:lnTo>
                    <a:cubicBezTo>
                      <a:pt x="1475" y="733"/>
                      <a:pt x="1503" y="706"/>
                      <a:pt x="1503" y="668"/>
                    </a:cubicBezTo>
                    <a:cubicBezTo>
                      <a:pt x="1503" y="641"/>
                      <a:pt x="1475" y="613"/>
                      <a:pt x="1447" y="613"/>
                    </a:cubicBezTo>
                    <a:close/>
                    <a:moveTo>
                      <a:pt x="1911" y="613"/>
                    </a:moveTo>
                    <a:cubicBezTo>
                      <a:pt x="1874" y="613"/>
                      <a:pt x="1856" y="641"/>
                      <a:pt x="1856" y="668"/>
                    </a:cubicBezTo>
                    <a:cubicBezTo>
                      <a:pt x="1856" y="706"/>
                      <a:pt x="1874" y="733"/>
                      <a:pt x="1911" y="733"/>
                    </a:cubicBezTo>
                    <a:lnTo>
                      <a:pt x="2375" y="733"/>
                    </a:lnTo>
                    <a:cubicBezTo>
                      <a:pt x="2403" y="733"/>
                      <a:pt x="2431" y="706"/>
                      <a:pt x="2431" y="668"/>
                    </a:cubicBezTo>
                    <a:cubicBezTo>
                      <a:pt x="2431" y="641"/>
                      <a:pt x="2403" y="613"/>
                      <a:pt x="2375" y="613"/>
                    </a:cubicBezTo>
                    <a:close/>
                    <a:moveTo>
                      <a:pt x="2839" y="613"/>
                    </a:moveTo>
                    <a:cubicBezTo>
                      <a:pt x="2802" y="613"/>
                      <a:pt x="2783" y="641"/>
                      <a:pt x="2783" y="668"/>
                    </a:cubicBezTo>
                    <a:cubicBezTo>
                      <a:pt x="2783" y="706"/>
                      <a:pt x="2802" y="733"/>
                      <a:pt x="2839" y="733"/>
                    </a:cubicBezTo>
                    <a:lnTo>
                      <a:pt x="3303" y="733"/>
                    </a:lnTo>
                    <a:cubicBezTo>
                      <a:pt x="3331" y="733"/>
                      <a:pt x="3358" y="706"/>
                      <a:pt x="3358" y="668"/>
                    </a:cubicBezTo>
                    <a:cubicBezTo>
                      <a:pt x="3358" y="641"/>
                      <a:pt x="3331" y="613"/>
                      <a:pt x="3303" y="613"/>
                    </a:cubicBezTo>
                    <a:close/>
                    <a:moveTo>
                      <a:pt x="56" y="1086"/>
                    </a:moveTo>
                    <a:cubicBezTo>
                      <a:pt x="28" y="1086"/>
                      <a:pt x="0" y="1104"/>
                      <a:pt x="0" y="1142"/>
                    </a:cubicBezTo>
                    <a:lnTo>
                      <a:pt x="0" y="1605"/>
                    </a:lnTo>
                    <a:cubicBezTo>
                      <a:pt x="0" y="1633"/>
                      <a:pt x="28" y="1661"/>
                      <a:pt x="56" y="1661"/>
                    </a:cubicBezTo>
                    <a:cubicBezTo>
                      <a:pt x="93" y="1661"/>
                      <a:pt x="121" y="1633"/>
                      <a:pt x="121" y="1605"/>
                    </a:cubicBezTo>
                    <a:lnTo>
                      <a:pt x="121" y="1142"/>
                    </a:lnTo>
                    <a:cubicBezTo>
                      <a:pt x="121" y="1104"/>
                      <a:pt x="93" y="1086"/>
                      <a:pt x="56" y="108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5" name="Google Shape;245;p19"/>
              <p:cNvSpPr/>
              <p:nvPr/>
            </p:nvSpPr>
            <p:spPr>
              <a:xfrm>
                <a:off x="7252725" y="2143825"/>
                <a:ext cx="207600" cy="156800"/>
              </a:xfrm>
              <a:custGeom>
                <a:avLst/>
                <a:gdLst/>
                <a:ahLst/>
                <a:cxnLst/>
                <a:rect l="l" t="t" r="r" b="b"/>
                <a:pathLst>
                  <a:path w="8304" h="6272" extrusionOk="0">
                    <a:moveTo>
                      <a:pt x="56" y="0"/>
                    </a:moveTo>
                    <a:cubicBezTo>
                      <a:pt x="29" y="0"/>
                      <a:pt x="1" y="28"/>
                      <a:pt x="1" y="56"/>
                    </a:cubicBezTo>
                    <a:lnTo>
                      <a:pt x="1" y="520"/>
                    </a:lnTo>
                    <a:cubicBezTo>
                      <a:pt x="1" y="557"/>
                      <a:pt x="29" y="575"/>
                      <a:pt x="56" y="575"/>
                    </a:cubicBezTo>
                    <a:cubicBezTo>
                      <a:pt x="94" y="575"/>
                      <a:pt x="112" y="557"/>
                      <a:pt x="112" y="520"/>
                    </a:cubicBezTo>
                    <a:lnTo>
                      <a:pt x="112" y="56"/>
                    </a:lnTo>
                    <a:cubicBezTo>
                      <a:pt x="112" y="28"/>
                      <a:pt x="94" y="0"/>
                      <a:pt x="56" y="0"/>
                    </a:cubicBezTo>
                    <a:close/>
                    <a:moveTo>
                      <a:pt x="56" y="928"/>
                    </a:moveTo>
                    <a:cubicBezTo>
                      <a:pt x="29" y="928"/>
                      <a:pt x="1" y="956"/>
                      <a:pt x="1" y="984"/>
                    </a:cubicBezTo>
                    <a:lnTo>
                      <a:pt x="1" y="1447"/>
                    </a:lnTo>
                    <a:cubicBezTo>
                      <a:pt x="1" y="1484"/>
                      <a:pt x="29" y="1503"/>
                      <a:pt x="56" y="1503"/>
                    </a:cubicBezTo>
                    <a:cubicBezTo>
                      <a:pt x="94" y="1503"/>
                      <a:pt x="112" y="1484"/>
                      <a:pt x="112" y="1447"/>
                    </a:cubicBezTo>
                    <a:lnTo>
                      <a:pt x="112" y="984"/>
                    </a:lnTo>
                    <a:cubicBezTo>
                      <a:pt x="112" y="956"/>
                      <a:pt x="94" y="928"/>
                      <a:pt x="56" y="928"/>
                    </a:cubicBezTo>
                    <a:close/>
                    <a:moveTo>
                      <a:pt x="56" y="1856"/>
                    </a:moveTo>
                    <a:cubicBezTo>
                      <a:pt x="29" y="1856"/>
                      <a:pt x="1" y="1883"/>
                      <a:pt x="1" y="1911"/>
                    </a:cubicBezTo>
                    <a:lnTo>
                      <a:pt x="1" y="2375"/>
                    </a:lnTo>
                    <a:cubicBezTo>
                      <a:pt x="1" y="2412"/>
                      <a:pt x="29" y="2431"/>
                      <a:pt x="56" y="2431"/>
                    </a:cubicBezTo>
                    <a:cubicBezTo>
                      <a:pt x="94" y="2431"/>
                      <a:pt x="112" y="2412"/>
                      <a:pt x="112" y="2375"/>
                    </a:cubicBezTo>
                    <a:lnTo>
                      <a:pt x="112" y="1911"/>
                    </a:lnTo>
                    <a:cubicBezTo>
                      <a:pt x="112" y="1883"/>
                      <a:pt x="94" y="1856"/>
                      <a:pt x="56" y="1856"/>
                    </a:cubicBezTo>
                    <a:close/>
                    <a:moveTo>
                      <a:pt x="66" y="2774"/>
                    </a:moveTo>
                    <a:cubicBezTo>
                      <a:pt x="29" y="2774"/>
                      <a:pt x="10" y="2802"/>
                      <a:pt x="10" y="2830"/>
                    </a:cubicBezTo>
                    <a:cubicBezTo>
                      <a:pt x="10" y="2867"/>
                      <a:pt x="29" y="2895"/>
                      <a:pt x="66" y="2895"/>
                    </a:cubicBezTo>
                    <a:lnTo>
                      <a:pt x="530" y="2895"/>
                    </a:lnTo>
                    <a:cubicBezTo>
                      <a:pt x="557" y="2895"/>
                      <a:pt x="585" y="2867"/>
                      <a:pt x="585" y="2830"/>
                    </a:cubicBezTo>
                    <a:cubicBezTo>
                      <a:pt x="585" y="2802"/>
                      <a:pt x="557" y="2774"/>
                      <a:pt x="530" y="2774"/>
                    </a:cubicBezTo>
                    <a:close/>
                    <a:moveTo>
                      <a:pt x="993" y="2774"/>
                    </a:moveTo>
                    <a:cubicBezTo>
                      <a:pt x="956" y="2774"/>
                      <a:pt x="938" y="2802"/>
                      <a:pt x="938" y="2830"/>
                    </a:cubicBezTo>
                    <a:cubicBezTo>
                      <a:pt x="938" y="2867"/>
                      <a:pt x="956" y="2895"/>
                      <a:pt x="993" y="2895"/>
                    </a:cubicBezTo>
                    <a:lnTo>
                      <a:pt x="1457" y="2895"/>
                    </a:lnTo>
                    <a:cubicBezTo>
                      <a:pt x="1485" y="2895"/>
                      <a:pt x="1513" y="2867"/>
                      <a:pt x="1513" y="2830"/>
                    </a:cubicBezTo>
                    <a:cubicBezTo>
                      <a:pt x="1513" y="2802"/>
                      <a:pt x="1485" y="2774"/>
                      <a:pt x="1457" y="2774"/>
                    </a:cubicBezTo>
                    <a:close/>
                    <a:moveTo>
                      <a:pt x="1921" y="2774"/>
                    </a:moveTo>
                    <a:cubicBezTo>
                      <a:pt x="1884" y="2774"/>
                      <a:pt x="1865" y="2802"/>
                      <a:pt x="1865" y="2830"/>
                    </a:cubicBezTo>
                    <a:cubicBezTo>
                      <a:pt x="1865" y="2867"/>
                      <a:pt x="1884" y="2895"/>
                      <a:pt x="1921" y="2895"/>
                    </a:cubicBezTo>
                    <a:lnTo>
                      <a:pt x="2385" y="2895"/>
                    </a:lnTo>
                    <a:cubicBezTo>
                      <a:pt x="2413" y="2895"/>
                      <a:pt x="2441" y="2867"/>
                      <a:pt x="2441" y="2830"/>
                    </a:cubicBezTo>
                    <a:cubicBezTo>
                      <a:pt x="2441" y="2802"/>
                      <a:pt x="2413" y="2774"/>
                      <a:pt x="2385" y="2774"/>
                    </a:cubicBezTo>
                    <a:close/>
                    <a:moveTo>
                      <a:pt x="2849" y="2774"/>
                    </a:moveTo>
                    <a:cubicBezTo>
                      <a:pt x="2812" y="2774"/>
                      <a:pt x="2793" y="2802"/>
                      <a:pt x="2793" y="2830"/>
                    </a:cubicBezTo>
                    <a:cubicBezTo>
                      <a:pt x="2793" y="2867"/>
                      <a:pt x="2812" y="2895"/>
                      <a:pt x="2849" y="2895"/>
                    </a:cubicBezTo>
                    <a:lnTo>
                      <a:pt x="3313" y="2895"/>
                    </a:lnTo>
                    <a:cubicBezTo>
                      <a:pt x="3340" y="2895"/>
                      <a:pt x="3368" y="2867"/>
                      <a:pt x="3368" y="2830"/>
                    </a:cubicBezTo>
                    <a:cubicBezTo>
                      <a:pt x="3368" y="2802"/>
                      <a:pt x="3340" y="2774"/>
                      <a:pt x="3313" y="2774"/>
                    </a:cubicBezTo>
                    <a:close/>
                    <a:moveTo>
                      <a:pt x="3776" y="2774"/>
                    </a:moveTo>
                    <a:cubicBezTo>
                      <a:pt x="3739" y="2774"/>
                      <a:pt x="3721" y="2802"/>
                      <a:pt x="3721" y="2830"/>
                    </a:cubicBezTo>
                    <a:cubicBezTo>
                      <a:pt x="3721" y="2867"/>
                      <a:pt x="3739" y="2895"/>
                      <a:pt x="3776" y="2895"/>
                    </a:cubicBezTo>
                    <a:lnTo>
                      <a:pt x="4240" y="2895"/>
                    </a:lnTo>
                    <a:cubicBezTo>
                      <a:pt x="4268" y="2895"/>
                      <a:pt x="4296" y="2867"/>
                      <a:pt x="4296" y="2830"/>
                    </a:cubicBezTo>
                    <a:cubicBezTo>
                      <a:pt x="4296" y="2802"/>
                      <a:pt x="4268" y="2774"/>
                      <a:pt x="4240" y="2774"/>
                    </a:cubicBezTo>
                    <a:close/>
                    <a:moveTo>
                      <a:pt x="4704" y="2774"/>
                    </a:moveTo>
                    <a:cubicBezTo>
                      <a:pt x="4667" y="2774"/>
                      <a:pt x="4648" y="2802"/>
                      <a:pt x="4648" y="2830"/>
                    </a:cubicBezTo>
                    <a:cubicBezTo>
                      <a:pt x="4648" y="2867"/>
                      <a:pt x="4667" y="2895"/>
                      <a:pt x="4704" y="2895"/>
                    </a:cubicBezTo>
                    <a:lnTo>
                      <a:pt x="5168" y="2895"/>
                    </a:lnTo>
                    <a:cubicBezTo>
                      <a:pt x="5196" y="2895"/>
                      <a:pt x="5224" y="2867"/>
                      <a:pt x="5224" y="2830"/>
                    </a:cubicBezTo>
                    <a:cubicBezTo>
                      <a:pt x="5224" y="2802"/>
                      <a:pt x="5196" y="2774"/>
                      <a:pt x="5168" y="2774"/>
                    </a:cubicBezTo>
                    <a:close/>
                    <a:moveTo>
                      <a:pt x="5632" y="2774"/>
                    </a:moveTo>
                    <a:cubicBezTo>
                      <a:pt x="5595" y="2774"/>
                      <a:pt x="5576" y="2802"/>
                      <a:pt x="5576" y="2830"/>
                    </a:cubicBezTo>
                    <a:cubicBezTo>
                      <a:pt x="5576" y="2867"/>
                      <a:pt x="5595" y="2895"/>
                      <a:pt x="5632" y="2895"/>
                    </a:cubicBezTo>
                    <a:lnTo>
                      <a:pt x="6096" y="2895"/>
                    </a:lnTo>
                    <a:cubicBezTo>
                      <a:pt x="6123" y="2895"/>
                      <a:pt x="6151" y="2867"/>
                      <a:pt x="6151" y="2830"/>
                    </a:cubicBezTo>
                    <a:cubicBezTo>
                      <a:pt x="6151" y="2802"/>
                      <a:pt x="6123" y="2774"/>
                      <a:pt x="6096" y="2774"/>
                    </a:cubicBezTo>
                    <a:close/>
                    <a:moveTo>
                      <a:pt x="6559" y="2774"/>
                    </a:moveTo>
                    <a:cubicBezTo>
                      <a:pt x="6522" y="2774"/>
                      <a:pt x="6504" y="2802"/>
                      <a:pt x="6504" y="2830"/>
                    </a:cubicBezTo>
                    <a:cubicBezTo>
                      <a:pt x="6504" y="2867"/>
                      <a:pt x="6522" y="2895"/>
                      <a:pt x="6559" y="2895"/>
                    </a:cubicBezTo>
                    <a:lnTo>
                      <a:pt x="7023" y="2895"/>
                    </a:lnTo>
                    <a:cubicBezTo>
                      <a:pt x="7051" y="2895"/>
                      <a:pt x="7079" y="2867"/>
                      <a:pt x="7079" y="2830"/>
                    </a:cubicBezTo>
                    <a:cubicBezTo>
                      <a:pt x="7079" y="2802"/>
                      <a:pt x="7051" y="2774"/>
                      <a:pt x="7023" y="2774"/>
                    </a:cubicBezTo>
                    <a:close/>
                    <a:moveTo>
                      <a:pt x="7487" y="2774"/>
                    </a:moveTo>
                    <a:cubicBezTo>
                      <a:pt x="7450" y="2774"/>
                      <a:pt x="7431" y="2802"/>
                      <a:pt x="7431" y="2830"/>
                    </a:cubicBezTo>
                    <a:cubicBezTo>
                      <a:pt x="7431" y="2867"/>
                      <a:pt x="7450" y="2895"/>
                      <a:pt x="7487" y="2895"/>
                    </a:cubicBezTo>
                    <a:lnTo>
                      <a:pt x="7951" y="2895"/>
                    </a:lnTo>
                    <a:cubicBezTo>
                      <a:pt x="7979" y="2895"/>
                      <a:pt x="8007" y="2867"/>
                      <a:pt x="8007" y="2830"/>
                    </a:cubicBezTo>
                    <a:cubicBezTo>
                      <a:pt x="8007" y="2802"/>
                      <a:pt x="7979" y="2774"/>
                      <a:pt x="7951" y="2774"/>
                    </a:cubicBezTo>
                    <a:close/>
                    <a:moveTo>
                      <a:pt x="8248" y="2941"/>
                    </a:moveTo>
                    <a:cubicBezTo>
                      <a:pt x="8211" y="2941"/>
                      <a:pt x="8183" y="2969"/>
                      <a:pt x="8183" y="3006"/>
                    </a:cubicBezTo>
                    <a:lnTo>
                      <a:pt x="8183" y="3470"/>
                    </a:lnTo>
                    <a:cubicBezTo>
                      <a:pt x="8183" y="3497"/>
                      <a:pt x="8211" y="3525"/>
                      <a:pt x="8248" y="3525"/>
                    </a:cubicBezTo>
                    <a:cubicBezTo>
                      <a:pt x="8276" y="3525"/>
                      <a:pt x="8303" y="3497"/>
                      <a:pt x="8303" y="3470"/>
                    </a:cubicBezTo>
                    <a:lnTo>
                      <a:pt x="8303" y="3006"/>
                    </a:lnTo>
                    <a:cubicBezTo>
                      <a:pt x="8303" y="2969"/>
                      <a:pt x="8276" y="2941"/>
                      <a:pt x="8248" y="2941"/>
                    </a:cubicBezTo>
                    <a:close/>
                    <a:moveTo>
                      <a:pt x="8248" y="3869"/>
                    </a:moveTo>
                    <a:cubicBezTo>
                      <a:pt x="8211" y="3869"/>
                      <a:pt x="8183" y="3896"/>
                      <a:pt x="8183" y="3933"/>
                    </a:cubicBezTo>
                    <a:lnTo>
                      <a:pt x="8183" y="4397"/>
                    </a:lnTo>
                    <a:cubicBezTo>
                      <a:pt x="8183" y="4425"/>
                      <a:pt x="8211" y="4453"/>
                      <a:pt x="8248" y="4453"/>
                    </a:cubicBezTo>
                    <a:cubicBezTo>
                      <a:pt x="8276" y="4453"/>
                      <a:pt x="8303" y="4425"/>
                      <a:pt x="8303" y="4397"/>
                    </a:cubicBezTo>
                    <a:lnTo>
                      <a:pt x="8303" y="3933"/>
                    </a:lnTo>
                    <a:cubicBezTo>
                      <a:pt x="8303" y="3896"/>
                      <a:pt x="8276" y="3869"/>
                      <a:pt x="8248" y="3869"/>
                    </a:cubicBezTo>
                    <a:close/>
                    <a:moveTo>
                      <a:pt x="8248" y="4796"/>
                    </a:moveTo>
                    <a:cubicBezTo>
                      <a:pt x="8211" y="4796"/>
                      <a:pt x="8183" y="4824"/>
                      <a:pt x="8183" y="4861"/>
                    </a:cubicBezTo>
                    <a:lnTo>
                      <a:pt x="8183" y="5325"/>
                    </a:lnTo>
                    <a:cubicBezTo>
                      <a:pt x="8183" y="5353"/>
                      <a:pt x="8211" y="5381"/>
                      <a:pt x="8248" y="5381"/>
                    </a:cubicBezTo>
                    <a:cubicBezTo>
                      <a:pt x="8276" y="5381"/>
                      <a:pt x="8303" y="5353"/>
                      <a:pt x="8303" y="5325"/>
                    </a:cubicBezTo>
                    <a:lnTo>
                      <a:pt x="8303" y="4861"/>
                    </a:lnTo>
                    <a:cubicBezTo>
                      <a:pt x="8303" y="4824"/>
                      <a:pt x="8276" y="4796"/>
                      <a:pt x="8248" y="4796"/>
                    </a:cubicBezTo>
                    <a:close/>
                    <a:moveTo>
                      <a:pt x="8248" y="5724"/>
                    </a:moveTo>
                    <a:cubicBezTo>
                      <a:pt x="8211" y="5724"/>
                      <a:pt x="8183" y="5752"/>
                      <a:pt x="8183" y="5789"/>
                    </a:cubicBezTo>
                    <a:lnTo>
                      <a:pt x="8183" y="6216"/>
                    </a:lnTo>
                    <a:cubicBezTo>
                      <a:pt x="8183" y="6253"/>
                      <a:pt x="8211" y="6271"/>
                      <a:pt x="8248" y="6271"/>
                    </a:cubicBezTo>
                    <a:cubicBezTo>
                      <a:pt x="8276" y="6271"/>
                      <a:pt x="8303" y="6253"/>
                      <a:pt x="8303" y="6216"/>
                    </a:cubicBezTo>
                    <a:lnTo>
                      <a:pt x="8303" y="5789"/>
                    </a:lnTo>
                    <a:cubicBezTo>
                      <a:pt x="8303" y="5752"/>
                      <a:pt x="8276" y="5724"/>
                      <a:pt x="8248" y="572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6" name="Google Shape;246;p19"/>
              <p:cNvSpPr/>
              <p:nvPr/>
            </p:nvSpPr>
            <p:spPr>
              <a:xfrm>
                <a:off x="7564200" y="1778325"/>
                <a:ext cx="41075" cy="41075"/>
              </a:xfrm>
              <a:custGeom>
                <a:avLst/>
                <a:gdLst/>
                <a:ahLst/>
                <a:cxnLst/>
                <a:rect l="l" t="t" r="r" b="b"/>
                <a:pathLst>
                  <a:path w="1643" h="1643" extrusionOk="0">
                    <a:moveTo>
                      <a:pt x="826" y="186"/>
                    </a:moveTo>
                    <a:lnTo>
                      <a:pt x="1049" y="585"/>
                    </a:lnTo>
                    <a:cubicBezTo>
                      <a:pt x="1049" y="594"/>
                      <a:pt x="1058" y="603"/>
                      <a:pt x="1067" y="603"/>
                    </a:cubicBezTo>
                    <a:lnTo>
                      <a:pt x="1466" y="826"/>
                    </a:lnTo>
                    <a:lnTo>
                      <a:pt x="1067" y="1048"/>
                    </a:lnTo>
                    <a:cubicBezTo>
                      <a:pt x="1058" y="1048"/>
                      <a:pt x="1049" y="1058"/>
                      <a:pt x="1039" y="1067"/>
                    </a:cubicBezTo>
                    <a:lnTo>
                      <a:pt x="826" y="1466"/>
                    </a:lnTo>
                    <a:lnTo>
                      <a:pt x="603" y="1067"/>
                    </a:lnTo>
                    <a:cubicBezTo>
                      <a:pt x="603" y="1058"/>
                      <a:pt x="594" y="1048"/>
                      <a:pt x="585" y="1039"/>
                    </a:cubicBezTo>
                    <a:lnTo>
                      <a:pt x="186" y="826"/>
                    </a:lnTo>
                    <a:lnTo>
                      <a:pt x="585" y="603"/>
                    </a:lnTo>
                    <a:cubicBezTo>
                      <a:pt x="594" y="603"/>
                      <a:pt x="603" y="594"/>
                      <a:pt x="603" y="585"/>
                    </a:cubicBezTo>
                    <a:lnTo>
                      <a:pt x="826" y="186"/>
                    </a:lnTo>
                    <a:close/>
                    <a:moveTo>
                      <a:pt x="826" y="0"/>
                    </a:moveTo>
                    <a:cubicBezTo>
                      <a:pt x="807" y="0"/>
                      <a:pt x="789" y="19"/>
                      <a:pt x="780" y="37"/>
                    </a:cubicBezTo>
                    <a:lnTo>
                      <a:pt x="511" y="510"/>
                    </a:lnTo>
                    <a:lnTo>
                      <a:pt x="37" y="770"/>
                    </a:lnTo>
                    <a:cubicBezTo>
                      <a:pt x="19" y="779"/>
                      <a:pt x="0" y="798"/>
                      <a:pt x="0" y="826"/>
                    </a:cubicBezTo>
                    <a:cubicBezTo>
                      <a:pt x="0" y="844"/>
                      <a:pt x="19" y="863"/>
                      <a:pt x="37" y="872"/>
                    </a:cubicBezTo>
                    <a:lnTo>
                      <a:pt x="511" y="1141"/>
                    </a:lnTo>
                    <a:lnTo>
                      <a:pt x="770" y="1614"/>
                    </a:lnTo>
                    <a:cubicBezTo>
                      <a:pt x="780" y="1633"/>
                      <a:pt x="798" y="1642"/>
                      <a:pt x="826" y="1642"/>
                    </a:cubicBezTo>
                    <a:cubicBezTo>
                      <a:pt x="845" y="1642"/>
                      <a:pt x="863" y="1633"/>
                      <a:pt x="872" y="1614"/>
                    </a:cubicBezTo>
                    <a:lnTo>
                      <a:pt x="1141" y="1141"/>
                    </a:lnTo>
                    <a:lnTo>
                      <a:pt x="1615" y="881"/>
                    </a:lnTo>
                    <a:cubicBezTo>
                      <a:pt x="1633" y="863"/>
                      <a:pt x="1642" y="844"/>
                      <a:pt x="1642" y="826"/>
                    </a:cubicBezTo>
                    <a:cubicBezTo>
                      <a:pt x="1642" y="807"/>
                      <a:pt x="1633" y="789"/>
                      <a:pt x="1615" y="779"/>
                    </a:cubicBezTo>
                    <a:lnTo>
                      <a:pt x="1141" y="510"/>
                    </a:lnTo>
                    <a:lnTo>
                      <a:pt x="882" y="37"/>
                    </a:lnTo>
                    <a:cubicBezTo>
                      <a:pt x="863" y="9"/>
                      <a:pt x="845" y="0"/>
                      <a:pt x="826" y="0"/>
                    </a:cubicBezTo>
                    <a:close/>
                  </a:path>
                </a:pathLst>
              </a:custGeom>
              <a:solidFill>
                <a:srgbClr val="2AAF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7" name="Google Shape;247;p19"/>
              <p:cNvSpPr/>
              <p:nvPr/>
            </p:nvSpPr>
            <p:spPr>
              <a:xfrm>
                <a:off x="6975825" y="2325875"/>
                <a:ext cx="51500" cy="51275"/>
              </a:xfrm>
              <a:custGeom>
                <a:avLst/>
                <a:gdLst/>
                <a:ahLst/>
                <a:cxnLst/>
                <a:rect l="l" t="t" r="r" b="b"/>
                <a:pathLst>
                  <a:path w="2060" h="2051" extrusionOk="0">
                    <a:moveTo>
                      <a:pt x="1030" y="177"/>
                    </a:moveTo>
                    <a:lnTo>
                      <a:pt x="1327" y="715"/>
                    </a:lnTo>
                    <a:cubicBezTo>
                      <a:pt x="1327" y="724"/>
                      <a:pt x="1336" y="733"/>
                      <a:pt x="1346" y="733"/>
                    </a:cubicBezTo>
                    <a:lnTo>
                      <a:pt x="1874" y="1030"/>
                    </a:lnTo>
                    <a:lnTo>
                      <a:pt x="1346" y="1318"/>
                    </a:lnTo>
                    <a:cubicBezTo>
                      <a:pt x="1336" y="1327"/>
                      <a:pt x="1327" y="1336"/>
                      <a:pt x="1318" y="1345"/>
                    </a:cubicBezTo>
                    <a:lnTo>
                      <a:pt x="1030" y="1874"/>
                    </a:lnTo>
                    <a:lnTo>
                      <a:pt x="733" y="1336"/>
                    </a:lnTo>
                    <a:cubicBezTo>
                      <a:pt x="733" y="1327"/>
                      <a:pt x="724" y="1318"/>
                      <a:pt x="715" y="1318"/>
                    </a:cubicBezTo>
                    <a:lnTo>
                      <a:pt x="186" y="1021"/>
                    </a:lnTo>
                    <a:lnTo>
                      <a:pt x="715" y="733"/>
                    </a:lnTo>
                    <a:cubicBezTo>
                      <a:pt x="724" y="724"/>
                      <a:pt x="733" y="715"/>
                      <a:pt x="743" y="705"/>
                    </a:cubicBezTo>
                    <a:lnTo>
                      <a:pt x="1030" y="177"/>
                    </a:lnTo>
                    <a:close/>
                    <a:moveTo>
                      <a:pt x="1030" y="0"/>
                    </a:moveTo>
                    <a:cubicBezTo>
                      <a:pt x="1012" y="0"/>
                      <a:pt x="993" y="10"/>
                      <a:pt x="984" y="28"/>
                    </a:cubicBezTo>
                    <a:lnTo>
                      <a:pt x="640" y="640"/>
                    </a:lnTo>
                    <a:lnTo>
                      <a:pt x="28" y="974"/>
                    </a:lnTo>
                    <a:cubicBezTo>
                      <a:pt x="10" y="984"/>
                      <a:pt x="0" y="1002"/>
                      <a:pt x="0" y="1021"/>
                    </a:cubicBezTo>
                    <a:cubicBezTo>
                      <a:pt x="0" y="1039"/>
                      <a:pt x="10" y="1067"/>
                      <a:pt x="28" y="1076"/>
                    </a:cubicBezTo>
                    <a:lnTo>
                      <a:pt x="640" y="1410"/>
                    </a:lnTo>
                    <a:lnTo>
                      <a:pt x="974" y="2023"/>
                    </a:lnTo>
                    <a:cubicBezTo>
                      <a:pt x="984" y="2041"/>
                      <a:pt x="1002" y="2050"/>
                      <a:pt x="1030" y="2050"/>
                    </a:cubicBezTo>
                    <a:cubicBezTo>
                      <a:pt x="1049" y="2050"/>
                      <a:pt x="1067" y="2041"/>
                      <a:pt x="1076" y="2023"/>
                    </a:cubicBezTo>
                    <a:lnTo>
                      <a:pt x="1410" y="1410"/>
                    </a:lnTo>
                    <a:lnTo>
                      <a:pt x="2023" y="1076"/>
                    </a:lnTo>
                    <a:cubicBezTo>
                      <a:pt x="2041" y="1067"/>
                      <a:pt x="2060" y="1049"/>
                      <a:pt x="2060" y="1030"/>
                    </a:cubicBezTo>
                    <a:cubicBezTo>
                      <a:pt x="2060" y="1002"/>
                      <a:pt x="2041" y="984"/>
                      <a:pt x="2023" y="974"/>
                    </a:cubicBezTo>
                    <a:lnTo>
                      <a:pt x="1420" y="640"/>
                    </a:lnTo>
                    <a:lnTo>
                      <a:pt x="1086" y="28"/>
                    </a:lnTo>
                    <a:cubicBezTo>
                      <a:pt x="1076" y="10"/>
                      <a:pt x="1058" y="0"/>
                      <a:pt x="1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8" name="Google Shape;248;p19"/>
              <p:cNvSpPr/>
              <p:nvPr/>
            </p:nvSpPr>
            <p:spPr>
              <a:xfrm>
                <a:off x="6992525" y="1930925"/>
                <a:ext cx="22050" cy="22050"/>
              </a:xfrm>
              <a:custGeom>
                <a:avLst/>
                <a:gdLst/>
                <a:ahLst/>
                <a:cxnLst/>
                <a:rect l="l" t="t" r="r" b="b"/>
                <a:pathLst>
                  <a:path w="882" h="882" extrusionOk="0">
                    <a:moveTo>
                      <a:pt x="446" y="112"/>
                    </a:moveTo>
                    <a:cubicBezTo>
                      <a:pt x="622" y="112"/>
                      <a:pt x="770" y="260"/>
                      <a:pt x="770" y="436"/>
                    </a:cubicBezTo>
                    <a:cubicBezTo>
                      <a:pt x="770" y="622"/>
                      <a:pt x="622" y="761"/>
                      <a:pt x="446" y="761"/>
                    </a:cubicBezTo>
                    <a:cubicBezTo>
                      <a:pt x="260" y="761"/>
                      <a:pt x="112" y="622"/>
                      <a:pt x="112" y="436"/>
                    </a:cubicBezTo>
                    <a:cubicBezTo>
                      <a:pt x="112" y="260"/>
                      <a:pt x="260" y="112"/>
                      <a:pt x="446" y="112"/>
                    </a:cubicBezTo>
                    <a:close/>
                    <a:moveTo>
                      <a:pt x="446" y="0"/>
                    </a:moveTo>
                    <a:cubicBezTo>
                      <a:pt x="195" y="0"/>
                      <a:pt x="0" y="195"/>
                      <a:pt x="0" y="436"/>
                    </a:cubicBezTo>
                    <a:cubicBezTo>
                      <a:pt x="0" y="687"/>
                      <a:pt x="195" y="882"/>
                      <a:pt x="446" y="882"/>
                    </a:cubicBezTo>
                    <a:cubicBezTo>
                      <a:pt x="687" y="882"/>
                      <a:pt x="882" y="687"/>
                      <a:pt x="882" y="436"/>
                    </a:cubicBezTo>
                    <a:cubicBezTo>
                      <a:pt x="882" y="195"/>
                      <a:pt x="687" y="0"/>
                      <a:pt x="4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9" name="Google Shape;249;p19"/>
              <p:cNvSpPr/>
              <p:nvPr/>
            </p:nvSpPr>
            <p:spPr>
              <a:xfrm>
                <a:off x="6934075" y="2211075"/>
                <a:ext cx="14175" cy="14175"/>
              </a:xfrm>
              <a:custGeom>
                <a:avLst/>
                <a:gdLst/>
                <a:ahLst/>
                <a:cxnLst/>
                <a:rect l="l" t="t" r="r" b="b"/>
                <a:pathLst>
                  <a:path w="567" h="567" extrusionOk="0">
                    <a:moveTo>
                      <a:pt x="288" y="121"/>
                    </a:moveTo>
                    <a:cubicBezTo>
                      <a:pt x="381" y="121"/>
                      <a:pt x="455" y="195"/>
                      <a:pt x="455" y="288"/>
                    </a:cubicBezTo>
                    <a:cubicBezTo>
                      <a:pt x="455" y="381"/>
                      <a:pt x="381" y="455"/>
                      <a:pt x="288" y="455"/>
                    </a:cubicBezTo>
                    <a:cubicBezTo>
                      <a:pt x="195" y="455"/>
                      <a:pt x="121" y="381"/>
                      <a:pt x="121" y="288"/>
                    </a:cubicBezTo>
                    <a:cubicBezTo>
                      <a:pt x="121" y="195"/>
                      <a:pt x="195" y="121"/>
                      <a:pt x="288" y="121"/>
                    </a:cubicBezTo>
                    <a:close/>
                    <a:moveTo>
                      <a:pt x="288" y="0"/>
                    </a:moveTo>
                    <a:cubicBezTo>
                      <a:pt x="130" y="0"/>
                      <a:pt x="1" y="130"/>
                      <a:pt x="1" y="288"/>
                    </a:cubicBezTo>
                    <a:cubicBezTo>
                      <a:pt x="1" y="446"/>
                      <a:pt x="130" y="566"/>
                      <a:pt x="288" y="566"/>
                    </a:cubicBezTo>
                    <a:cubicBezTo>
                      <a:pt x="446" y="566"/>
                      <a:pt x="566" y="446"/>
                      <a:pt x="566" y="288"/>
                    </a:cubicBezTo>
                    <a:cubicBezTo>
                      <a:pt x="566" y="130"/>
                      <a:pt x="446" y="0"/>
                      <a:pt x="288"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0" name="Google Shape;250;p19"/>
              <p:cNvSpPr/>
              <p:nvPr/>
            </p:nvSpPr>
            <p:spPr>
              <a:xfrm>
                <a:off x="6935000" y="2456875"/>
                <a:ext cx="344900" cy="344675"/>
              </a:xfrm>
              <a:custGeom>
                <a:avLst/>
                <a:gdLst/>
                <a:ahLst/>
                <a:cxnLst/>
                <a:rect l="l" t="t" r="r" b="b"/>
                <a:pathLst>
                  <a:path w="13796" h="13787" extrusionOk="0">
                    <a:moveTo>
                      <a:pt x="6912" y="3796"/>
                    </a:moveTo>
                    <a:cubicBezTo>
                      <a:pt x="7506" y="3796"/>
                      <a:pt x="8099" y="3972"/>
                      <a:pt x="8609" y="4315"/>
                    </a:cubicBezTo>
                    <a:cubicBezTo>
                      <a:pt x="9361" y="4816"/>
                      <a:pt x="9853" y="5614"/>
                      <a:pt x="9964" y="6514"/>
                    </a:cubicBezTo>
                    <a:cubicBezTo>
                      <a:pt x="10149" y="7998"/>
                      <a:pt x="9203" y="9427"/>
                      <a:pt x="7765" y="9835"/>
                    </a:cubicBezTo>
                    <a:cubicBezTo>
                      <a:pt x="7482" y="9916"/>
                      <a:pt x="7191" y="9957"/>
                      <a:pt x="6903" y="9957"/>
                    </a:cubicBezTo>
                    <a:cubicBezTo>
                      <a:pt x="6303" y="9957"/>
                      <a:pt x="5712" y="9783"/>
                      <a:pt x="5205" y="9445"/>
                    </a:cubicBezTo>
                    <a:cubicBezTo>
                      <a:pt x="4453" y="8944"/>
                      <a:pt x="3962" y="8147"/>
                      <a:pt x="3851" y="7247"/>
                    </a:cubicBezTo>
                    <a:cubicBezTo>
                      <a:pt x="3674" y="5762"/>
                      <a:pt x="4620" y="4334"/>
                      <a:pt x="6049" y="3916"/>
                    </a:cubicBezTo>
                    <a:cubicBezTo>
                      <a:pt x="6337" y="3842"/>
                      <a:pt x="6624" y="3796"/>
                      <a:pt x="6912" y="3796"/>
                    </a:cubicBezTo>
                    <a:close/>
                    <a:moveTo>
                      <a:pt x="6911" y="3680"/>
                    </a:moveTo>
                    <a:cubicBezTo>
                      <a:pt x="6614" y="3680"/>
                      <a:pt x="6315" y="3721"/>
                      <a:pt x="6021" y="3805"/>
                    </a:cubicBezTo>
                    <a:cubicBezTo>
                      <a:pt x="4528" y="4232"/>
                      <a:pt x="3544" y="5716"/>
                      <a:pt x="3739" y="7256"/>
                    </a:cubicBezTo>
                    <a:cubicBezTo>
                      <a:pt x="3851" y="8193"/>
                      <a:pt x="4361" y="9028"/>
                      <a:pt x="5140" y="9538"/>
                    </a:cubicBezTo>
                    <a:cubicBezTo>
                      <a:pt x="5669" y="9891"/>
                      <a:pt x="6290" y="10076"/>
                      <a:pt x="6912" y="10076"/>
                    </a:cubicBezTo>
                    <a:cubicBezTo>
                      <a:pt x="7209" y="10076"/>
                      <a:pt x="7506" y="10030"/>
                      <a:pt x="7793" y="9946"/>
                    </a:cubicBezTo>
                    <a:cubicBezTo>
                      <a:pt x="9287" y="9519"/>
                      <a:pt x="10270" y="8035"/>
                      <a:pt x="10084" y="6495"/>
                    </a:cubicBezTo>
                    <a:cubicBezTo>
                      <a:pt x="9964" y="5568"/>
                      <a:pt x="9454" y="4733"/>
                      <a:pt x="8674" y="4213"/>
                    </a:cubicBezTo>
                    <a:cubicBezTo>
                      <a:pt x="8147" y="3862"/>
                      <a:pt x="7534" y="3680"/>
                      <a:pt x="6911" y="3680"/>
                    </a:cubicBezTo>
                    <a:close/>
                    <a:moveTo>
                      <a:pt x="5928" y="118"/>
                    </a:moveTo>
                    <a:cubicBezTo>
                      <a:pt x="5934" y="118"/>
                      <a:pt x="5938" y="122"/>
                      <a:pt x="5938" y="122"/>
                    </a:cubicBezTo>
                    <a:cubicBezTo>
                      <a:pt x="5938" y="122"/>
                      <a:pt x="5947" y="122"/>
                      <a:pt x="5947" y="132"/>
                    </a:cubicBezTo>
                    <a:lnTo>
                      <a:pt x="6411" y="1588"/>
                    </a:lnTo>
                    <a:cubicBezTo>
                      <a:pt x="6428" y="1646"/>
                      <a:pt x="6474" y="1682"/>
                      <a:pt x="6530" y="1682"/>
                    </a:cubicBezTo>
                    <a:cubicBezTo>
                      <a:pt x="6537" y="1682"/>
                      <a:pt x="6543" y="1682"/>
                      <a:pt x="6550" y="1681"/>
                    </a:cubicBezTo>
                    <a:cubicBezTo>
                      <a:pt x="6670" y="1672"/>
                      <a:pt x="6789" y="1668"/>
                      <a:pt x="6907" y="1668"/>
                    </a:cubicBezTo>
                    <a:cubicBezTo>
                      <a:pt x="7323" y="1668"/>
                      <a:pt x="7732" y="1719"/>
                      <a:pt x="8136" y="1820"/>
                    </a:cubicBezTo>
                    <a:cubicBezTo>
                      <a:pt x="8150" y="1824"/>
                      <a:pt x="8163" y="1826"/>
                      <a:pt x="8177" y="1826"/>
                    </a:cubicBezTo>
                    <a:cubicBezTo>
                      <a:pt x="8227" y="1826"/>
                      <a:pt x="8272" y="1799"/>
                      <a:pt x="8294" y="1755"/>
                    </a:cubicBezTo>
                    <a:lnTo>
                      <a:pt x="8999" y="391"/>
                    </a:lnTo>
                    <a:cubicBezTo>
                      <a:pt x="8999" y="382"/>
                      <a:pt x="9018" y="382"/>
                      <a:pt x="9027" y="382"/>
                    </a:cubicBezTo>
                    <a:lnTo>
                      <a:pt x="11003" y="1412"/>
                    </a:lnTo>
                    <a:cubicBezTo>
                      <a:pt x="11012" y="1412"/>
                      <a:pt x="11012" y="1430"/>
                      <a:pt x="11012" y="1440"/>
                    </a:cubicBezTo>
                    <a:lnTo>
                      <a:pt x="10307" y="2794"/>
                    </a:lnTo>
                    <a:cubicBezTo>
                      <a:pt x="10279" y="2850"/>
                      <a:pt x="10289" y="2924"/>
                      <a:pt x="10335" y="2961"/>
                    </a:cubicBezTo>
                    <a:cubicBezTo>
                      <a:pt x="10743" y="3313"/>
                      <a:pt x="11086" y="3731"/>
                      <a:pt x="11365" y="4185"/>
                    </a:cubicBezTo>
                    <a:cubicBezTo>
                      <a:pt x="11386" y="4227"/>
                      <a:pt x="11427" y="4248"/>
                      <a:pt x="11474" y="4248"/>
                    </a:cubicBezTo>
                    <a:cubicBezTo>
                      <a:pt x="11490" y="4248"/>
                      <a:pt x="11506" y="4246"/>
                      <a:pt x="11522" y="4241"/>
                    </a:cubicBezTo>
                    <a:lnTo>
                      <a:pt x="12979" y="3787"/>
                    </a:lnTo>
                    <a:cubicBezTo>
                      <a:pt x="12981" y="3784"/>
                      <a:pt x="12985" y="3783"/>
                      <a:pt x="12989" y="3783"/>
                    </a:cubicBezTo>
                    <a:cubicBezTo>
                      <a:pt x="12997" y="3783"/>
                      <a:pt x="13007" y="3789"/>
                      <a:pt x="13007" y="3796"/>
                    </a:cubicBezTo>
                    <a:lnTo>
                      <a:pt x="13675" y="5920"/>
                    </a:lnTo>
                    <a:cubicBezTo>
                      <a:pt x="13675" y="5929"/>
                      <a:pt x="13675" y="5939"/>
                      <a:pt x="13665" y="5948"/>
                    </a:cubicBezTo>
                    <a:lnTo>
                      <a:pt x="12200" y="6403"/>
                    </a:lnTo>
                    <a:cubicBezTo>
                      <a:pt x="12144" y="6421"/>
                      <a:pt x="12107" y="6486"/>
                      <a:pt x="12107" y="6542"/>
                    </a:cubicBezTo>
                    <a:cubicBezTo>
                      <a:pt x="12144" y="7080"/>
                      <a:pt x="12097" y="7618"/>
                      <a:pt x="11968" y="8137"/>
                    </a:cubicBezTo>
                    <a:cubicBezTo>
                      <a:pt x="11958" y="8202"/>
                      <a:pt x="11986" y="8258"/>
                      <a:pt x="12042" y="8295"/>
                    </a:cubicBezTo>
                    <a:lnTo>
                      <a:pt x="13396" y="9000"/>
                    </a:lnTo>
                    <a:cubicBezTo>
                      <a:pt x="13415" y="9000"/>
                      <a:pt x="13415" y="9009"/>
                      <a:pt x="13406" y="9028"/>
                    </a:cubicBezTo>
                    <a:lnTo>
                      <a:pt x="12385" y="10994"/>
                    </a:lnTo>
                    <a:cubicBezTo>
                      <a:pt x="12379" y="11001"/>
                      <a:pt x="12372" y="11008"/>
                      <a:pt x="12365" y="11008"/>
                    </a:cubicBezTo>
                    <a:cubicBezTo>
                      <a:pt x="12363" y="11008"/>
                      <a:pt x="12360" y="11006"/>
                      <a:pt x="12357" y="11004"/>
                    </a:cubicBezTo>
                    <a:lnTo>
                      <a:pt x="10994" y="10299"/>
                    </a:lnTo>
                    <a:cubicBezTo>
                      <a:pt x="10977" y="10289"/>
                      <a:pt x="10957" y="10284"/>
                      <a:pt x="10936" y="10284"/>
                    </a:cubicBezTo>
                    <a:cubicBezTo>
                      <a:pt x="10899" y="10284"/>
                      <a:pt x="10860" y="10300"/>
                      <a:pt x="10836" y="10336"/>
                    </a:cubicBezTo>
                    <a:cubicBezTo>
                      <a:pt x="10483" y="10735"/>
                      <a:pt x="10066" y="11087"/>
                      <a:pt x="9611" y="11366"/>
                    </a:cubicBezTo>
                    <a:cubicBezTo>
                      <a:pt x="9556" y="11393"/>
                      <a:pt x="9528" y="11458"/>
                      <a:pt x="9546" y="11523"/>
                    </a:cubicBezTo>
                    <a:lnTo>
                      <a:pt x="10010" y="12980"/>
                    </a:lnTo>
                    <a:cubicBezTo>
                      <a:pt x="10010" y="12989"/>
                      <a:pt x="10010" y="12998"/>
                      <a:pt x="10001" y="13008"/>
                    </a:cubicBezTo>
                    <a:lnTo>
                      <a:pt x="7877" y="13675"/>
                    </a:lnTo>
                    <a:cubicBezTo>
                      <a:pt x="7867" y="13675"/>
                      <a:pt x="7849" y="13666"/>
                      <a:pt x="7849" y="13657"/>
                    </a:cubicBezTo>
                    <a:lnTo>
                      <a:pt x="7385" y="12200"/>
                    </a:lnTo>
                    <a:cubicBezTo>
                      <a:pt x="7366" y="12145"/>
                      <a:pt x="7320" y="12108"/>
                      <a:pt x="7255" y="12108"/>
                    </a:cubicBezTo>
                    <a:lnTo>
                      <a:pt x="7246" y="12108"/>
                    </a:lnTo>
                    <a:cubicBezTo>
                      <a:pt x="7128" y="12116"/>
                      <a:pt x="7010" y="12120"/>
                      <a:pt x="6892" y="12120"/>
                    </a:cubicBezTo>
                    <a:cubicBezTo>
                      <a:pt x="6479" y="12120"/>
                      <a:pt x="6064" y="12070"/>
                      <a:pt x="5659" y="11969"/>
                    </a:cubicBezTo>
                    <a:cubicBezTo>
                      <a:pt x="5651" y="11967"/>
                      <a:pt x="5643" y="11967"/>
                      <a:pt x="5635" y="11967"/>
                    </a:cubicBezTo>
                    <a:cubicBezTo>
                      <a:pt x="5579" y="11967"/>
                      <a:pt x="5526" y="11994"/>
                      <a:pt x="5502" y="12043"/>
                    </a:cubicBezTo>
                    <a:lnTo>
                      <a:pt x="4797" y="13397"/>
                    </a:lnTo>
                    <a:cubicBezTo>
                      <a:pt x="4797" y="13404"/>
                      <a:pt x="4787" y="13410"/>
                      <a:pt x="4779" y="13410"/>
                    </a:cubicBezTo>
                    <a:cubicBezTo>
                      <a:pt x="4775" y="13410"/>
                      <a:pt x="4772" y="13409"/>
                      <a:pt x="4769" y="13406"/>
                    </a:cubicBezTo>
                    <a:lnTo>
                      <a:pt x="2793" y="12386"/>
                    </a:lnTo>
                    <a:cubicBezTo>
                      <a:pt x="2784" y="12377"/>
                      <a:pt x="2784" y="12367"/>
                      <a:pt x="2784" y="12358"/>
                    </a:cubicBezTo>
                    <a:lnTo>
                      <a:pt x="3489" y="10994"/>
                    </a:lnTo>
                    <a:cubicBezTo>
                      <a:pt x="3517" y="10939"/>
                      <a:pt x="3507" y="10874"/>
                      <a:pt x="3461" y="10828"/>
                    </a:cubicBezTo>
                    <a:cubicBezTo>
                      <a:pt x="3053" y="10475"/>
                      <a:pt x="2709" y="10067"/>
                      <a:pt x="2431" y="9612"/>
                    </a:cubicBezTo>
                    <a:cubicBezTo>
                      <a:pt x="2409" y="9568"/>
                      <a:pt x="2364" y="9542"/>
                      <a:pt x="2314" y="9542"/>
                    </a:cubicBezTo>
                    <a:cubicBezTo>
                      <a:pt x="2301" y="9542"/>
                      <a:pt x="2287" y="9543"/>
                      <a:pt x="2273" y="9547"/>
                    </a:cubicBezTo>
                    <a:lnTo>
                      <a:pt x="817" y="10011"/>
                    </a:lnTo>
                    <a:cubicBezTo>
                      <a:pt x="808" y="10011"/>
                      <a:pt x="789" y="10002"/>
                      <a:pt x="789" y="9993"/>
                    </a:cubicBezTo>
                    <a:lnTo>
                      <a:pt x="121" y="7878"/>
                    </a:lnTo>
                    <a:cubicBezTo>
                      <a:pt x="121" y="7868"/>
                      <a:pt x="121" y="7850"/>
                      <a:pt x="131" y="7850"/>
                    </a:cubicBezTo>
                    <a:lnTo>
                      <a:pt x="1596" y="7386"/>
                    </a:lnTo>
                    <a:cubicBezTo>
                      <a:pt x="1652" y="7367"/>
                      <a:pt x="1689" y="7312"/>
                      <a:pt x="1689" y="7247"/>
                    </a:cubicBezTo>
                    <a:cubicBezTo>
                      <a:pt x="1652" y="6709"/>
                      <a:pt x="1698" y="6180"/>
                      <a:pt x="1828" y="5651"/>
                    </a:cubicBezTo>
                    <a:cubicBezTo>
                      <a:pt x="1837" y="5595"/>
                      <a:pt x="1810" y="5531"/>
                      <a:pt x="1754" y="5503"/>
                    </a:cubicBezTo>
                    <a:lnTo>
                      <a:pt x="400" y="4798"/>
                    </a:lnTo>
                    <a:cubicBezTo>
                      <a:pt x="390" y="4788"/>
                      <a:pt x="381" y="4779"/>
                      <a:pt x="390" y="4770"/>
                    </a:cubicBezTo>
                    <a:lnTo>
                      <a:pt x="1411" y="2794"/>
                    </a:lnTo>
                    <a:cubicBezTo>
                      <a:pt x="1420" y="2785"/>
                      <a:pt x="1429" y="2785"/>
                      <a:pt x="1439" y="2785"/>
                    </a:cubicBezTo>
                    <a:lnTo>
                      <a:pt x="2802" y="3490"/>
                    </a:lnTo>
                    <a:cubicBezTo>
                      <a:pt x="2823" y="3500"/>
                      <a:pt x="2845" y="3505"/>
                      <a:pt x="2867" y="3505"/>
                    </a:cubicBezTo>
                    <a:cubicBezTo>
                      <a:pt x="2904" y="3505"/>
                      <a:pt x="2940" y="3491"/>
                      <a:pt x="2969" y="3462"/>
                    </a:cubicBezTo>
                    <a:cubicBezTo>
                      <a:pt x="3322" y="3054"/>
                      <a:pt x="3730" y="2710"/>
                      <a:pt x="4184" y="2432"/>
                    </a:cubicBezTo>
                    <a:cubicBezTo>
                      <a:pt x="4240" y="2395"/>
                      <a:pt x="4268" y="2330"/>
                      <a:pt x="4249" y="2274"/>
                    </a:cubicBezTo>
                    <a:lnTo>
                      <a:pt x="3786" y="818"/>
                    </a:lnTo>
                    <a:cubicBezTo>
                      <a:pt x="3786" y="799"/>
                      <a:pt x="3786" y="790"/>
                      <a:pt x="3804" y="790"/>
                    </a:cubicBezTo>
                    <a:lnTo>
                      <a:pt x="5919" y="122"/>
                    </a:lnTo>
                    <a:cubicBezTo>
                      <a:pt x="5922" y="119"/>
                      <a:pt x="5925" y="118"/>
                      <a:pt x="5928" y="118"/>
                    </a:cubicBezTo>
                    <a:close/>
                    <a:moveTo>
                      <a:pt x="5925" y="1"/>
                    </a:moveTo>
                    <a:cubicBezTo>
                      <a:pt x="5910" y="1"/>
                      <a:pt x="5896" y="4"/>
                      <a:pt x="5882" y="11"/>
                    </a:cubicBezTo>
                    <a:lnTo>
                      <a:pt x="3767" y="679"/>
                    </a:lnTo>
                    <a:cubicBezTo>
                      <a:pt x="3693" y="697"/>
                      <a:pt x="3656" y="781"/>
                      <a:pt x="3674" y="846"/>
                    </a:cubicBezTo>
                    <a:lnTo>
                      <a:pt x="4138" y="2312"/>
                    </a:lnTo>
                    <a:cubicBezTo>
                      <a:pt x="4138" y="2321"/>
                      <a:pt x="4138" y="2330"/>
                      <a:pt x="4129" y="2330"/>
                    </a:cubicBezTo>
                    <a:cubicBezTo>
                      <a:pt x="3656" y="2618"/>
                      <a:pt x="3238" y="2970"/>
                      <a:pt x="2876" y="3378"/>
                    </a:cubicBezTo>
                    <a:cubicBezTo>
                      <a:pt x="2867" y="3388"/>
                      <a:pt x="2858" y="3388"/>
                      <a:pt x="2849" y="3388"/>
                    </a:cubicBezTo>
                    <a:lnTo>
                      <a:pt x="1494" y="2683"/>
                    </a:lnTo>
                    <a:cubicBezTo>
                      <a:pt x="1474" y="2671"/>
                      <a:pt x="1453" y="2666"/>
                      <a:pt x="1431" y="2666"/>
                    </a:cubicBezTo>
                    <a:cubicBezTo>
                      <a:pt x="1383" y="2666"/>
                      <a:pt x="1334" y="2693"/>
                      <a:pt x="1309" y="2738"/>
                    </a:cubicBezTo>
                    <a:lnTo>
                      <a:pt x="288" y="4714"/>
                    </a:lnTo>
                    <a:cubicBezTo>
                      <a:pt x="251" y="4779"/>
                      <a:pt x="279" y="4863"/>
                      <a:pt x="344" y="4900"/>
                    </a:cubicBezTo>
                    <a:lnTo>
                      <a:pt x="1698" y="5605"/>
                    </a:lnTo>
                    <a:cubicBezTo>
                      <a:pt x="1708" y="5605"/>
                      <a:pt x="1717" y="5614"/>
                      <a:pt x="1708" y="5623"/>
                    </a:cubicBezTo>
                    <a:cubicBezTo>
                      <a:pt x="1578" y="6161"/>
                      <a:pt x="1531" y="6709"/>
                      <a:pt x="1568" y="7256"/>
                    </a:cubicBezTo>
                    <a:cubicBezTo>
                      <a:pt x="1568" y="7265"/>
                      <a:pt x="1568" y="7275"/>
                      <a:pt x="1559" y="7275"/>
                    </a:cubicBezTo>
                    <a:lnTo>
                      <a:pt x="93" y="7738"/>
                    </a:lnTo>
                    <a:cubicBezTo>
                      <a:pt x="66" y="7748"/>
                      <a:pt x="38" y="7766"/>
                      <a:pt x="19" y="7803"/>
                    </a:cubicBezTo>
                    <a:cubicBezTo>
                      <a:pt x="1" y="7831"/>
                      <a:pt x="1" y="7868"/>
                      <a:pt x="10" y="7905"/>
                    </a:cubicBezTo>
                    <a:lnTo>
                      <a:pt x="678" y="10030"/>
                    </a:lnTo>
                    <a:cubicBezTo>
                      <a:pt x="692" y="10087"/>
                      <a:pt x="746" y="10122"/>
                      <a:pt x="803" y="10122"/>
                    </a:cubicBezTo>
                    <a:cubicBezTo>
                      <a:pt x="820" y="10122"/>
                      <a:pt x="837" y="10119"/>
                      <a:pt x="854" y="10113"/>
                    </a:cubicBezTo>
                    <a:lnTo>
                      <a:pt x="2311" y="9659"/>
                    </a:lnTo>
                    <a:cubicBezTo>
                      <a:pt x="2313" y="9656"/>
                      <a:pt x="2316" y="9655"/>
                      <a:pt x="2318" y="9655"/>
                    </a:cubicBezTo>
                    <a:cubicBezTo>
                      <a:pt x="2324" y="9655"/>
                      <a:pt x="2329" y="9661"/>
                      <a:pt x="2329" y="9668"/>
                    </a:cubicBezTo>
                    <a:cubicBezTo>
                      <a:pt x="2617" y="10132"/>
                      <a:pt x="2969" y="10558"/>
                      <a:pt x="3387" y="10920"/>
                    </a:cubicBezTo>
                    <a:cubicBezTo>
                      <a:pt x="3387" y="10920"/>
                      <a:pt x="3396" y="10930"/>
                      <a:pt x="3387" y="10939"/>
                    </a:cubicBezTo>
                    <a:lnTo>
                      <a:pt x="2682" y="12302"/>
                    </a:lnTo>
                    <a:cubicBezTo>
                      <a:pt x="2645" y="12367"/>
                      <a:pt x="2672" y="12451"/>
                      <a:pt x="2737" y="12479"/>
                    </a:cubicBezTo>
                    <a:lnTo>
                      <a:pt x="4713" y="13508"/>
                    </a:lnTo>
                    <a:cubicBezTo>
                      <a:pt x="4733" y="13520"/>
                      <a:pt x="4755" y="13525"/>
                      <a:pt x="4776" y="13525"/>
                    </a:cubicBezTo>
                    <a:cubicBezTo>
                      <a:pt x="4825" y="13525"/>
                      <a:pt x="4873" y="13498"/>
                      <a:pt x="4899" y="13453"/>
                    </a:cubicBezTo>
                    <a:lnTo>
                      <a:pt x="5604" y="12089"/>
                    </a:lnTo>
                    <a:cubicBezTo>
                      <a:pt x="5613" y="12080"/>
                      <a:pt x="5622" y="12080"/>
                      <a:pt x="5632" y="12080"/>
                    </a:cubicBezTo>
                    <a:cubicBezTo>
                      <a:pt x="6043" y="12181"/>
                      <a:pt x="6465" y="12231"/>
                      <a:pt x="6890" y="12231"/>
                    </a:cubicBezTo>
                    <a:cubicBezTo>
                      <a:pt x="7012" y="12231"/>
                      <a:pt x="7133" y="12227"/>
                      <a:pt x="7255" y="12219"/>
                    </a:cubicBezTo>
                    <a:cubicBezTo>
                      <a:pt x="7264" y="12219"/>
                      <a:pt x="7274" y="12228"/>
                      <a:pt x="7274" y="12238"/>
                    </a:cubicBezTo>
                    <a:lnTo>
                      <a:pt x="7737" y="13694"/>
                    </a:lnTo>
                    <a:cubicBezTo>
                      <a:pt x="7747" y="13731"/>
                      <a:pt x="7775" y="13759"/>
                      <a:pt x="7802" y="13777"/>
                    </a:cubicBezTo>
                    <a:cubicBezTo>
                      <a:pt x="7821" y="13787"/>
                      <a:pt x="7849" y="13787"/>
                      <a:pt x="7867" y="13787"/>
                    </a:cubicBezTo>
                    <a:lnTo>
                      <a:pt x="7904" y="13787"/>
                    </a:lnTo>
                    <a:lnTo>
                      <a:pt x="10029" y="13119"/>
                    </a:lnTo>
                    <a:cubicBezTo>
                      <a:pt x="10066" y="13100"/>
                      <a:pt x="10094" y="13082"/>
                      <a:pt x="10112" y="13045"/>
                    </a:cubicBezTo>
                    <a:cubicBezTo>
                      <a:pt x="10131" y="13017"/>
                      <a:pt x="10131" y="12980"/>
                      <a:pt x="10122" y="12943"/>
                    </a:cubicBezTo>
                    <a:lnTo>
                      <a:pt x="9658" y="11486"/>
                    </a:lnTo>
                    <a:cubicBezTo>
                      <a:pt x="9658" y="11477"/>
                      <a:pt x="9658" y="11468"/>
                      <a:pt x="9667" y="11458"/>
                    </a:cubicBezTo>
                    <a:cubicBezTo>
                      <a:pt x="10131" y="11180"/>
                      <a:pt x="10558" y="10828"/>
                      <a:pt x="10919" y="10410"/>
                    </a:cubicBezTo>
                    <a:cubicBezTo>
                      <a:pt x="10919" y="10405"/>
                      <a:pt x="10922" y="10403"/>
                      <a:pt x="10925" y="10403"/>
                    </a:cubicBezTo>
                    <a:cubicBezTo>
                      <a:pt x="10929" y="10403"/>
                      <a:pt x="10933" y="10405"/>
                      <a:pt x="10938" y="10410"/>
                    </a:cubicBezTo>
                    <a:lnTo>
                      <a:pt x="12302" y="11115"/>
                    </a:lnTo>
                    <a:cubicBezTo>
                      <a:pt x="12321" y="11123"/>
                      <a:pt x="12341" y="11127"/>
                      <a:pt x="12361" y="11127"/>
                    </a:cubicBezTo>
                    <a:cubicBezTo>
                      <a:pt x="12411" y="11127"/>
                      <a:pt x="12461" y="11103"/>
                      <a:pt x="12487" y="11050"/>
                    </a:cubicBezTo>
                    <a:lnTo>
                      <a:pt x="13508" y="9083"/>
                    </a:lnTo>
                    <a:cubicBezTo>
                      <a:pt x="13545" y="9019"/>
                      <a:pt x="13517" y="8935"/>
                      <a:pt x="13452" y="8898"/>
                    </a:cubicBezTo>
                    <a:lnTo>
                      <a:pt x="12088" y="8193"/>
                    </a:lnTo>
                    <a:cubicBezTo>
                      <a:pt x="12079" y="8184"/>
                      <a:pt x="12079" y="8174"/>
                      <a:pt x="12079" y="8165"/>
                    </a:cubicBezTo>
                    <a:cubicBezTo>
                      <a:pt x="12209" y="7636"/>
                      <a:pt x="12264" y="7089"/>
                      <a:pt x="12227" y="6542"/>
                    </a:cubicBezTo>
                    <a:cubicBezTo>
                      <a:pt x="12227" y="6532"/>
                      <a:pt x="12227" y="6523"/>
                      <a:pt x="12237" y="6523"/>
                    </a:cubicBezTo>
                    <a:lnTo>
                      <a:pt x="13693" y="6059"/>
                    </a:lnTo>
                    <a:cubicBezTo>
                      <a:pt x="13730" y="6050"/>
                      <a:pt x="13758" y="6022"/>
                      <a:pt x="13777" y="5994"/>
                    </a:cubicBezTo>
                    <a:cubicBezTo>
                      <a:pt x="13795" y="5957"/>
                      <a:pt x="13795" y="5920"/>
                      <a:pt x="13786" y="5883"/>
                    </a:cubicBezTo>
                    <a:lnTo>
                      <a:pt x="13118" y="3768"/>
                    </a:lnTo>
                    <a:cubicBezTo>
                      <a:pt x="13095" y="3706"/>
                      <a:pt x="13040" y="3670"/>
                      <a:pt x="12980" y="3670"/>
                    </a:cubicBezTo>
                    <a:cubicBezTo>
                      <a:pt x="12967" y="3670"/>
                      <a:pt x="12954" y="3672"/>
                      <a:pt x="12942" y="3675"/>
                    </a:cubicBezTo>
                    <a:lnTo>
                      <a:pt x="11485" y="4139"/>
                    </a:lnTo>
                    <a:cubicBezTo>
                      <a:pt x="11476" y="4139"/>
                      <a:pt x="11467" y="4139"/>
                      <a:pt x="11457" y="4130"/>
                    </a:cubicBezTo>
                    <a:cubicBezTo>
                      <a:pt x="11179" y="3657"/>
                      <a:pt x="10827" y="3239"/>
                      <a:pt x="10409" y="2877"/>
                    </a:cubicBezTo>
                    <a:cubicBezTo>
                      <a:pt x="10400" y="2868"/>
                      <a:pt x="10400" y="2859"/>
                      <a:pt x="10409" y="2850"/>
                    </a:cubicBezTo>
                    <a:lnTo>
                      <a:pt x="11114" y="1495"/>
                    </a:lnTo>
                    <a:cubicBezTo>
                      <a:pt x="11142" y="1430"/>
                      <a:pt x="11123" y="1347"/>
                      <a:pt x="11049" y="1310"/>
                    </a:cubicBezTo>
                    <a:lnTo>
                      <a:pt x="9083" y="289"/>
                    </a:lnTo>
                    <a:cubicBezTo>
                      <a:pt x="9063" y="278"/>
                      <a:pt x="9041" y="273"/>
                      <a:pt x="9020" y="273"/>
                    </a:cubicBezTo>
                    <a:cubicBezTo>
                      <a:pt x="8971" y="273"/>
                      <a:pt x="8923" y="300"/>
                      <a:pt x="8897" y="345"/>
                    </a:cubicBezTo>
                    <a:lnTo>
                      <a:pt x="8192" y="1699"/>
                    </a:lnTo>
                    <a:cubicBezTo>
                      <a:pt x="8185" y="1706"/>
                      <a:pt x="8179" y="1712"/>
                      <a:pt x="8172" y="1712"/>
                    </a:cubicBezTo>
                    <a:cubicBezTo>
                      <a:pt x="8170" y="1712"/>
                      <a:pt x="8167" y="1711"/>
                      <a:pt x="8164" y="1709"/>
                    </a:cubicBezTo>
                    <a:cubicBezTo>
                      <a:pt x="7753" y="1608"/>
                      <a:pt x="7330" y="1557"/>
                      <a:pt x="6905" y="1557"/>
                    </a:cubicBezTo>
                    <a:cubicBezTo>
                      <a:pt x="6784" y="1557"/>
                      <a:pt x="6662" y="1561"/>
                      <a:pt x="6541" y="1569"/>
                    </a:cubicBezTo>
                    <a:cubicBezTo>
                      <a:pt x="6531" y="1569"/>
                      <a:pt x="6522" y="1560"/>
                      <a:pt x="6522" y="1560"/>
                    </a:cubicBezTo>
                    <a:lnTo>
                      <a:pt x="6058" y="94"/>
                    </a:lnTo>
                    <a:cubicBezTo>
                      <a:pt x="6049" y="67"/>
                      <a:pt x="6021" y="39"/>
                      <a:pt x="5993" y="20"/>
                    </a:cubicBezTo>
                    <a:cubicBezTo>
                      <a:pt x="5970" y="9"/>
                      <a:pt x="5948" y="1"/>
                      <a:pt x="5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1" name="Google Shape;251;p19"/>
              <p:cNvSpPr/>
              <p:nvPr/>
            </p:nvSpPr>
            <p:spPr>
              <a:xfrm>
                <a:off x="7073000" y="2596525"/>
                <a:ext cx="406100" cy="280875"/>
              </a:xfrm>
              <a:custGeom>
                <a:avLst/>
                <a:gdLst/>
                <a:ahLst/>
                <a:cxnLst/>
                <a:rect l="l" t="t" r="r" b="b"/>
                <a:pathLst>
                  <a:path w="16244" h="11235" extrusionOk="0">
                    <a:moveTo>
                      <a:pt x="418" y="0"/>
                    </a:moveTo>
                    <a:cubicBezTo>
                      <a:pt x="186" y="0"/>
                      <a:pt x="0" y="186"/>
                      <a:pt x="0" y="427"/>
                    </a:cubicBezTo>
                    <a:lnTo>
                      <a:pt x="0" y="11086"/>
                    </a:lnTo>
                    <a:cubicBezTo>
                      <a:pt x="0" y="11169"/>
                      <a:pt x="65" y="11234"/>
                      <a:pt x="149" y="11234"/>
                    </a:cubicBezTo>
                    <a:lnTo>
                      <a:pt x="16095" y="11234"/>
                    </a:lnTo>
                    <a:cubicBezTo>
                      <a:pt x="16179" y="11234"/>
                      <a:pt x="16244" y="11169"/>
                      <a:pt x="16244" y="11086"/>
                    </a:cubicBezTo>
                    <a:lnTo>
                      <a:pt x="16244" y="427"/>
                    </a:lnTo>
                    <a:cubicBezTo>
                      <a:pt x="16244" y="186"/>
                      <a:pt x="16058" y="0"/>
                      <a:pt x="158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2" name="Google Shape;252;p19"/>
              <p:cNvSpPr/>
              <p:nvPr/>
            </p:nvSpPr>
            <p:spPr>
              <a:xfrm>
                <a:off x="7071375" y="2595125"/>
                <a:ext cx="409350" cy="283650"/>
              </a:xfrm>
              <a:custGeom>
                <a:avLst/>
                <a:gdLst/>
                <a:ahLst/>
                <a:cxnLst/>
                <a:rect l="l" t="t" r="r" b="b"/>
                <a:pathLst>
                  <a:path w="16374" h="11346" extrusionOk="0">
                    <a:moveTo>
                      <a:pt x="15882" y="112"/>
                    </a:moveTo>
                    <a:cubicBezTo>
                      <a:pt x="16086" y="112"/>
                      <a:pt x="16253" y="279"/>
                      <a:pt x="16253" y="483"/>
                    </a:cubicBezTo>
                    <a:lnTo>
                      <a:pt x="16253" y="11142"/>
                    </a:lnTo>
                    <a:cubicBezTo>
                      <a:pt x="16253" y="11188"/>
                      <a:pt x="16216" y="11235"/>
                      <a:pt x="16160" y="11235"/>
                    </a:cubicBezTo>
                    <a:lnTo>
                      <a:pt x="204" y="11235"/>
                    </a:lnTo>
                    <a:cubicBezTo>
                      <a:pt x="158" y="11235"/>
                      <a:pt x="121" y="11188"/>
                      <a:pt x="121" y="11142"/>
                    </a:cubicBezTo>
                    <a:lnTo>
                      <a:pt x="121" y="483"/>
                    </a:lnTo>
                    <a:cubicBezTo>
                      <a:pt x="121" y="279"/>
                      <a:pt x="279" y="112"/>
                      <a:pt x="483" y="112"/>
                    </a:cubicBezTo>
                    <a:close/>
                    <a:moveTo>
                      <a:pt x="483" y="1"/>
                    </a:moveTo>
                    <a:cubicBezTo>
                      <a:pt x="223" y="1"/>
                      <a:pt x="0" y="214"/>
                      <a:pt x="0" y="483"/>
                    </a:cubicBezTo>
                    <a:lnTo>
                      <a:pt x="0" y="11142"/>
                    </a:lnTo>
                    <a:cubicBezTo>
                      <a:pt x="0" y="11253"/>
                      <a:pt x="93" y="11346"/>
                      <a:pt x="214" y="11346"/>
                    </a:cubicBezTo>
                    <a:lnTo>
                      <a:pt x="16160" y="11346"/>
                    </a:lnTo>
                    <a:cubicBezTo>
                      <a:pt x="16281" y="11346"/>
                      <a:pt x="16364" y="11253"/>
                      <a:pt x="16374" y="11142"/>
                    </a:cubicBezTo>
                    <a:lnTo>
                      <a:pt x="16374" y="483"/>
                    </a:lnTo>
                    <a:cubicBezTo>
                      <a:pt x="16374" y="214"/>
                      <a:pt x="16151" y="1"/>
                      <a:pt x="158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3" name="Google Shape;253;p19"/>
              <p:cNvSpPr/>
              <p:nvPr/>
            </p:nvSpPr>
            <p:spPr>
              <a:xfrm>
                <a:off x="7102675" y="2623425"/>
                <a:ext cx="346750" cy="227075"/>
              </a:xfrm>
              <a:custGeom>
                <a:avLst/>
                <a:gdLst/>
                <a:ahLst/>
                <a:cxnLst/>
                <a:rect l="l" t="t" r="r" b="b"/>
                <a:pathLst>
                  <a:path w="13870" h="9083" extrusionOk="0">
                    <a:moveTo>
                      <a:pt x="1" y="0"/>
                    </a:moveTo>
                    <a:lnTo>
                      <a:pt x="1" y="9082"/>
                    </a:lnTo>
                    <a:lnTo>
                      <a:pt x="13869" y="9082"/>
                    </a:lnTo>
                    <a:lnTo>
                      <a:pt x="13869" y="7403"/>
                    </a:lnTo>
                    <a:lnTo>
                      <a:pt x="13869" y="2097"/>
                    </a:lnTo>
                    <a:lnTo>
                      <a:pt x="1386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4" name="Google Shape;254;p19"/>
              <p:cNvSpPr/>
              <p:nvPr/>
            </p:nvSpPr>
            <p:spPr>
              <a:xfrm>
                <a:off x="7101050" y="2622025"/>
                <a:ext cx="349775" cy="229850"/>
              </a:xfrm>
              <a:custGeom>
                <a:avLst/>
                <a:gdLst/>
                <a:ahLst/>
                <a:cxnLst/>
                <a:rect l="l" t="t" r="r" b="b"/>
                <a:pathLst>
                  <a:path w="13991" h="9194" extrusionOk="0">
                    <a:moveTo>
                      <a:pt x="66" y="1"/>
                    </a:moveTo>
                    <a:cubicBezTo>
                      <a:pt x="29" y="1"/>
                      <a:pt x="1" y="28"/>
                      <a:pt x="1" y="56"/>
                    </a:cubicBezTo>
                    <a:lnTo>
                      <a:pt x="1" y="9138"/>
                    </a:lnTo>
                    <a:cubicBezTo>
                      <a:pt x="1" y="9166"/>
                      <a:pt x="29" y="9194"/>
                      <a:pt x="66" y="9194"/>
                    </a:cubicBezTo>
                    <a:lnTo>
                      <a:pt x="13934" y="9194"/>
                    </a:lnTo>
                    <a:cubicBezTo>
                      <a:pt x="13971" y="9194"/>
                      <a:pt x="13990" y="9166"/>
                      <a:pt x="13990" y="9138"/>
                    </a:cubicBezTo>
                    <a:lnTo>
                      <a:pt x="13990" y="7459"/>
                    </a:lnTo>
                    <a:cubicBezTo>
                      <a:pt x="13990" y="7422"/>
                      <a:pt x="13971" y="7394"/>
                      <a:pt x="13934" y="7394"/>
                    </a:cubicBezTo>
                    <a:cubicBezTo>
                      <a:pt x="13907" y="7394"/>
                      <a:pt x="13879" y="7422"/>
                      <a:pt x="13879" y="7459"/>
                    </a:cubicBezTo>
                    <a:lnTo>
                      <a:pt x="13879" y="9073"/>
                    </a:lnTo>
                    <a:lnTo>
                      <a:pt x="121" y="9073"/>
                    </a:lnTo>
                    <a:lnTo>
                      <a:pt x="121" y="112"/>
                    </a:lnTo>
                    <a:lnTo>
                      <a:pt x="13879" y="112"/>
                    </a:lnTo>
                    <a:lnTo>
                      <a:pt x="13879" y="2153"/>
                    </a:lnTo>
                    <a:cubicBezTo>
                      <a:pt x="13879" y="2190"/>
                      <a:pt x="13907" y="2218"/>
                      <a:pt x="13934" y="2218"/>
                    </a:cubicBezTo>
                    <a:cubicBezTo>
                      <a:pt x="13971" y="2218"/>
                      <a:pt x="13990" y="2190"/>
                      <a:pt x="13990" y="2153"/>
                    </a:cubicBezTo>
                    <a:lnTo>
                      <a:pt x="13990" y="56"/>
                    </a:lnTo>
                    <a:cubicBezTo>
                      <a:pt x="13990" y="28"/>
                      <a:pt x="13971" y="1"/>
                      <a:pt x="139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5" name="Google Shape;255;p19"/>
              <p:cNvSpPr/>
              <p:nvPr/>
            </p:nvSpPr>
            <p:spPr>
              <a:xfrm>
                <a:off x="7448000" y="2694150"/>
                <a:ext cx="2825" cy="76100"/>
              </a:xfrm>
              <a:custGeom>
                <a:avLst/>
                <a:gdLst/>
                <a:ahLst/>
                <a:cxnLst/>
                <a:rect l="l" t="t" r="r" b="b"/>
                <a:pathLst>
                  <a:path w="113" h="3044" extrusionOk="0">
                    <a:moveTo>
                      <a:pt x="56" y="1"/>
                    </a:moveTo>
                    <a:cubicBezTo>
                      <a:pt x="29" y="1"/>
                      <a:pt x="1" y="28"/>
                      <a:pt x="1" y="66"/>
                    </a:cubicBezTo>
                    <a:lnTo>
                      <a:pt x="1" y="2988"/>
                    </a:lnTo>
                    <a:cubicBezTo>
                      <a:pt x="1" y="3025"/>
                      <a:pt x="29" y="3043"/>
                      <a:pt x="56" y="3043"/>
                    </a:cubicBezTo>
                    <a:cubicBezTo>
                      <a:pt x="93" y="3043"/>
                      <a:pt x="112" y="3025"/>
                      <a:pt x="112" y="2988"/>
                    </a:cubicBezTo>
                    <a:lnTo>
                      <a:pt x="112" y="66"/>
                    </a:lnTo>
                    <a:cubicBezTo>
                      <a:pt x="112" y="28"/>
                      <a:pt x="84"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6" name="Google Shape;256;p19"/>
              <p:cNvSpPr/>
              <p:nvPr/>
            </p:nvSpPr>
            <p:spPr>
              <a:xfrm>
                <a:off x="7271525" y="2605800"/>
                <a:ext cx="9050" cy="9075"/>
              </a:xfrm>
              <a:custGeom>
                <a:avLst/>
                <a:gdLst/>
                <a:ahLst/>
                <a:cxnLst/>
                <a:rect l="l" t="t" r="r" b="b"/>
                <a:pathLst>
                  <a:path w="362" h="363" extrusionOk="0">
                    <a:moveTo>
                      <a:pt x="176" y="112"/>
                    </a:moveTo>
                    <a:cubicBezTo>
                      <a:pt x="214" y="112"/>
                      <a:pt x="251" y="139"/>
                      <a:pt x="251" y="177"/>
                    </a:cubicBezTo>
                    <a:cubicBezTo>
                      <a:pt x="251" y="214"/>
                      <a:pt x="214" y="251"/>
                      <a:pt x="176" y="251"/>
                    </a:cubicBezTo>
                    <a:cubicBezTo>
                      <a:pt x="139" y="251"/>
                      <a:pt x="111" y="214"/>
                      <a:pt x="111" y="177"/>
                    </a:cubicBezTo>
                    <a:cubicBezTo>
                      <a:pt x="111" y="149"/>
                      <a:pt x="139" y="112"/>
                      <a:pt x="176" y="112"/>
                    </a:cubicBezTo>
                    <a:close/>
                    <a:moveTo>
                      <a:pt x="176" y="0"/>
                    </a:moveTo>
                    <a:cubicBezTo>
                      <a:pt x="84" y="0"/>
                      <a:pt x="0" y="84"/>
                      <a:pt x="0" y="177"/>
                    </a:cubicBezTo>
                    <a:cubicBezTo>
                      <a:pt x="0" y="279"/>
                      <a:pt x="84" y="362"/>
                      <a:pt x="176" y="362"/>
                    </a:cubicBezTo>
                    <a:cubicBezTo>
                      <a:pt x="278" y="362"/>
                      <a:pt x="362" y="279"/>
                      <a:pt x="362" y="177"/>
                    </a:cubicBezTo>
                    <a:cubicBezTo>
                      <a:pt x="362" y="84"/>
                      <a:pt x="278" y="0"/>
                      <a:pt x="1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7" name="Google Shape;257;p19"/>
              <p:cNvSpPr/>
              <p:nvPr/>
            </p:nvSpPr>
            <p:spPr>
              <a:xfrm>
                <a:off x="7006425" y="2875275"/>
                <a:ext cx="539250" cy="36450"/>
              </a:xfrm>
              <a:custGeom>
                <a:avLst/>
                <a:gdLst/>
                <a:ahLst/>
                <a:cxnLst/>
                <a:rect l="l" t="t" r="r" b="b"/>
                <a:pathLst>
                  <a:path w="21570" h="1458" extrusionOk="0">
                    <a:moveTo>
                      <a:pt x="1" y="1"/>
                    </a:moveTo>
                    <a:lnTo>
                      <a:pt x="1" y="882"/>
                    </a:lnTo>
                    <a:cubicBezTo>
                      <a:pt x="1" y="1197"/>
                      <a:pt x="251" y="1457"/>
                      <a:pt x="567" y="1457"/>
                    </a:cubicBezTo>
                    <a:lnTo>
                      <a:pt x="21003" y="1457"/>
                    </a:lnTo>
                    <a:cubicBezTo>
                      <a:pt x="21309" y="1457"/>
                      <a:pt x="21569" y="1197"/>
                      <a:pt x="21569" y="882"/>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8" name="Google Shape;258;p19"/>
              <p:cNvSpPr/>
              <p:nvPr/>
            </p:nvSpPr>
            <p:spPr>
              <a:xfrm>
                <a:off x="7005050" y="2873900"/>
                <a:ext cx="542000" cy="39200"/>
              </a:xfrm>
              <a:custGeom>
                <a:avLst/>
                <a:gdLst/>
                <a:ahLst/>
                <a:cxnLst/>
                <a:rect l="l" t="t" r="r" b="b"/>
                <a:pathLst>
                  <a:path w="21680" h="1568" extrusionOk="0">
                    <a:moveTo>
                      <a:pt x="21569" y="111"/>
                    </a:moveTo>
                    <a:lnTo>
                      <a:pt x="21569" y="937"/>
                    </a:lnTo>
                    <a:cubicBezTo>
                      <a:pt x="21569" y="1225"/>
                      <a:pt x="21337" y="1447"/>
                      <a:pt x="21058" y="1447"/>
                    </a:cubicBezTo>
                    <a:lnTo>
                      <a:pt x="622" y="1447"/>
                    </a:lnTo>
                    <a:cubicBezTo>
                      <a:pt x="343" y="1447"/>
                      <a:pt x="112" y="1225"/>
                      <a:pt x="112" y="937"/>
                    </a:cubicBezTo>
                    <a:lnTo>
                      <a:pt x="112" y="111"/>
                    </a:lnTo>
                    <a:close/>
                    <a:moveTo>
                      <a:pt x="56" y="0"/>
                    </a:moveTo>
                    <a:cubicBezTo>
                      <a:pt x="19" y="0"/>
                      <a:pt x="0" y="19"/>
                      <a:pt x="0" y="56"/>
                    </a:cubicBezTo>
                    <a:lnTo>
                      <a:pt x="0" y="937"/>
                    </a:lnTo>
                    <a:cubicBezTo>
                      <a:pt x="0" y="1290"/>
                      <a:pt x="279" y="1568"/>
                      <a:pt x="622" y="1568"/>
                    </a:cubicBezTo>
                    <a:lnTo>
                      <a:pt x="21058" y="1568"/>
                    </a:lnTo>
                    <a:cubicBezTo>
                      <a:pt x="21402" y="1568"/>
                      <a:pt x="21680" y="1290"/>
                      <a:pt x="21680" y="937"/>
                    </a:cubicBezTo>
                    <a:lnTo>
                      <a:pt x="21680" y="56"/>
                    </a:lnTo>
                    <a:cubicBezTo>
                      <a:pt x="21680" y="19"/>
                      <a:pt x="21652"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9" name="Google Shape;259;p19"/>
              <p:cNvSpPr/>
              <p:nvPr/>
            </p:nvSpPr>
            <p:spPr>
              <a:xfrm>
                <a:off x="7010150" y="2901725"/>
                <a:ext cx="531800" cy="2800"/>
              </a:xfrm>
              <a:custGeom>
                <a:avLst/>
                <a:gdLst/>
                <a:ahLst/>
                <a:cxnLst/>
                <a:rect l="l" t="t" r="r" b="b"/>
                <a:pathLst>
                  <a:path w="21272" h="112" extrusionOk="0">
                    <a:moveTo>
                      <a:pt x="56" y="0"/>
                    </a:moveTo>
                    <a:cubicBezTo>
                      <a:pt x="28" y="0"/>
                      <a:pt x="0" y="19"/>
                      <a:pt x="0" y="56"/>
                    </a:cubicBezTo>
                    <a:cubicBezTo>
                      <a:pt x="0" y="84"/>
                      <a:pt x="28" y="112"/>
                      <a:pt x="56" y="112"/>
                    </a:cubicBezTo>
                    <a:lnTo>
                      <a:pt x="21216" y="112"/>
                    </a:lnTo>
                    <a:cubicBezTo>
                      <a:pt x="21244" y="112"/>
                      <a:pt x="21272" y="84"/>
                      <a:pt x="21272" y="56"/>
                    </a:cubicBezTo>
                    <a:cubicBezTo>
                      <a:pt x="21272" y="19"/>
                      <a:pt x="21244"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0" name="Google Shape;260;p19"/>
              <p:cNvSpPr/>
              <p:nvPr/>
            </p:nvSpPr>
            <p:spPr>
              <a:xfrm>
                <a:off x="7224425" y="2877600"/>
                <a:ext cx="103000" cy="11400"/>
              </a:xfrm>
              <a:custGeom>
                <a:avLst/>
                <a:gdLst/>
                <a:ahLst/>
                <a:cxnLst/>
                <a:rect l="l" t="t" r="r" b="b"/>
                <a:pathLst>
                  <a:path w="4120" h="456" extrusionOk="0">
                    <a:moveTo>
                      <a:pt x="1" y="0"/>
                    </a:moveTo>
                    <a:lnTo>
                      <a:pt x="1" y="455"/>
                    </a:lnTo>
                    <a:lnTo>
                      <a:pt x="4120" y="455"/>
                    </a:lnTo>
                    <a:lnTo>
                      <a:pt x="412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1" name="Google Shape;261;p19"/>
              <p:cNvSpPr/>
              <p:nvPr/>
            </p:nvSpPr>
            <p:spPr>
              <a:xfrm>
                <a:off x="7223050" y="2875975"/>
                <a:ext cx="106000" cy="14400"/>
              </a:xfrm>
              <a:custGeom>
                <a:avLst/>
                <a:gdLst/>
                <a:ahLst/>
                <a:cxnLst/>
                <a:rect l="l" t="t" r="r" b="b"/>
                <a:pathLst>
                  <a:path w="4240" h="576" extrusionOk="0">
                    <a:moveTo>
                      <a:pt x="4119" y="121"/>
                    </a:moveTo>
                    <a:lnTo>
                      <a:pt x="4119" y="455"/>
                    </a:lnTo>
                    <a:lnTo>
                      <a:pt x="121" y="455"/>
                    </a:lnTo>
                    <a:lnTo>
                      <a:pt x="121" y="121"/>
                    </a:lnTo>
                    <a:close/>
                    <a:moveTo>
                      <a:pt x="65" y="1"/>
                    </a:moveTo>
                    <a:cubicBezTo>
                      <a:pt x="28" y="1"/>
                      <a:pt x="0" y="28"/>
                      <a:pt x="0" y="65"/>
                    </a:cubicBezTo>
                    <a:lnTo>
                      <a:pt x="0" y="520"/>
                    </a:lnTo>
                    <a:cubicBezTo>
                      <a:pt x="0" y="548"/>
                      <a:pt x="28" y="576"/>
                      <a:pt x="65" y="576"/>
                    </a:cubicBezTo>
                    <a:lnTo>
                      <a:pt x="4175" y="576"/>
                    </a:lnTo>
                    <a:cubicBezTo>
                      <a:pt x="4212" y="576"/>
                      <a:pt x="4240" y="548"/>
                      <a:pt x="4240" y="520"/>
                    </a:cubicBezTo>
                    <a:lnTo>
                      <a:pt x="4240" y="65"/>
                    </a:lnTo>
                    <a:cubicBezTo>
                      <a:pt x="4240" y="28"/>
                      <a:pt x="4212"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2" name="Google Shape;262;p19"/>
              <p:cNvSpPr/>
              <p:nvPr/>
            </p:nvSpPr>
            <p:spPr>
              <a:xfrm>
                <a:off x="7171800" y="2666550"/>
                <a:ext cx="186025" cy="158900"/>
              </a:xfrm>
              <a:custGeom>
                <a:avLst/>
                <a:gdLst/>
                <a:ahLst/>
                <a:cxnLst/>
                <a:rect l="l" t="t" r="r" b="b"/>
                <a:pathLst>
                  <a:path w="7441" h="6356" extrusionOk="0">
                    <a:moveTo>
                      <a:pt x="297" y="1"/>
                    </a:moveTo>
                    <a:cubicBezTo>
                      <a:pt x="139" y="1"/>
                      <a:pt x="0" y="131"/>
                      <a:pt x="0" y="298"/>
                    </a:cubicBezTo>
                    <a:lnTo>
                      <a:pt x="0" y="6058"/>
                    </a:lnTo>
                    <a:cubicBezTo>
                      <a:pt x="0" y="6225"/>
                      <a:pt x="139" y="6355"/>
                      <a:pt x="297" y="6355"/>
                    </a:cubicBezTo>
                    <a:lnTo>
                      <a:pt x="7143" y="6355"/>
                    </a:lnTo>
                    <a:cubicBezTo>
                      <a:pt x="7301" y="6355"/>
                      <a:pt x="7440" y="6225"/>
                      <a:pt x="7431" y="6058"/>
                    </a:cubicBezTo>
                    <a:lnTo>
                      <a:pt x="7431" y="298"/>
                    </a:lnTo>
                    <a:cubicBezTo>
                      <a:pt x="7431" y="131"/>
                      <a:pt x="7301" y="1"/>
                      <a:pt x="714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3" name="Google Shape;263;p19"/>
              <p:cNvSpPr/>
              <p:nvPr/>
            </p:nvSpPr>
            <p:spPr>
              <a:xfrm>
                <a:off x="7184075" y="2654025"/>
                <a:ext cx="186025" cy="158900"/>
              </a:xfrm>
              <a:custGeom>
                <a:avLst/>
                <a:gdLst/>
                <a:ahLst/>
                <a:cxnLst/>
                <a:rect l="l" t="t" r="r" b="b"/>
                <a:pathLst>
                  <a:path w="7441" h="6356" extrusionOk="0">
                    <a:moveTo>
                      <a:pt x="353" y="1"/>
                    </a:moveTo>
                    <a:cubicBezTo>
                      <a:pt x="159" y="1"/>
                      <a:pt x="1" y="159"/>
                      <a:pt x="1" y="344"/>
                    </a:cubicBezTo>
                    <a:lnTo>
                      <a:pt x="1" y="6012"/>
                    </a:lnTo>
                    <a:cubicBezTo>
                      <a:pt x="1" y="6198"/>
                      <a:pt x="159" y="6355"/>
                      <a:pt x="353" y="6355"/>
                    </a:cubicBezTo>
                    <a:lnTo>
                      <a:pt x="7088" y="6355"/>
                    </a:lnTo>
                    <a:cubicBezTo>
                      <a:pt x="7283" y="6355"/>
                      <a:pt x="7441" y="6198"/>
                      <a:pt x="7441" y="6012"/>
                    </a:cubicBezTo>
                    <a:lnTo>
                      <a:pt x="7441" y="344"/>
                    </a:lnTo>
                    <a:cubicBezTo>
                      <a:pt x="7441" y="159"/>
                      <a:pt x="7283"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4" name="Google Shape;264;p19"/>
              <p:cNvSpPr/>
              <p:nvPr/>
            </p:nvSpPr>
            <p:spPr>
              <a:xfrm>
                <a:off x="7182700" y="2652400"/>
                <a:ext cx="188800" cy="162150"/>
              </a:xfrm>
              <a:custGeom>
                <a:avLst/>
                <a:gdLst/>
                <a:ahLst/>
                <a:cxnLst/>
                <a:rect l="l" t="t" r="r" b="b"/>
                <a:pathLst>
                  <a:path w="7552" h="6486" extrusionOk="0">
                    <a:moveTo>
                      <a:pt x="7143" y="121"/>
                    </a:moveTo>
                    <a:cubicBezTo>
                      <a:pt x="7301" y="121"/>
                      <a:pt x="7431" y="251"/>
                      <a:pt x="7431" y="409"/>
                    </a:cubicBezTo>
                    <a:lnTo>
                      <a:pt x="7431" y="6077"/>
                    </a:lnTo>
                    <a:cubicBezTo>
                      <a:pt x="7431" y="6235"/>
                      <a:pt x="7301" y="6365"/>
                      <a:pt x="7143" y="6365"/>
                    </a:cubicBezTo>
                    <a:lnTo>
                      <a:pt x="408" y="6365"/>
                    </a:lnTo>
                    <a:cubicBezTo>
                      <a:pt x="251" y="6365"/>
                      <a:pt x="121" y="6235"/>
                      <a:pt x="121" y="6077"/>
                    </a:cubicBezTo>
                    <a:lnTo>
                      <a:pt x="121" y="409"/>
                    </a:lnTo>
                    <a:cubicBezTo>
                      <a:pt x="121" y="251"/>
                      <a:pt x="251" y="121"/>
                      <a:pt x="408" y="121"/>
                    </a:cubicBezTo>
                    <a:close/>
                    <a:moveTo>
                      <a:pt x="408" y="1"/>
                    </a:moveTo>
                    <a:cubicBezTo>
                      <a:pt x="186" y="1"/>
                      <a:pt x="0" y="186"/>
                      <a:pt x="0" y="409"/>
                    </a:cubicBezTo>
                    <a:lnTo>
                      <a:pt x="0" y="6077"/>
                    </a:lnTo>
                    <a:cubicBezTo>
                      <a:pt x="0" y="6300"/>
                      <a:pt x="186" y="6485"/>
                      <a:pt x="408" y="6485"/>
                    </a:cubicBezTo>
                    <a:lnTo>
                      <a:pt x="7143" y="6485"/>
                    </a:lnTo>
                    <a:cubicBezTo>
                      <a:pt x="7366" y="6485"/>
                      <a:pt x="7551" y="6300"/>
                      <a:pt x="7551" y="6077"/>
                    </a:cubicBezTo>
                    <a:lnTo>
                      <a:pt x="7551" y="409"/>
                    </a:lnTo>
                    <a:cubicBezTo>
                      <a:pt x="7551" y="186"/>
                      <a:pt x="7366" y="1"/>
                      <a:pt x="7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5" name="Google Shape;265;p19"/>
              <p:cNvSpPr/>
              <p:nvPr/>
            </p:nvSpPr>
            <p:spPr>
              <a:xfrm>
                <a:off x="7212850" y="2737750"/>
                <a:ext cx="128275" cy="17200"/>
              </a:xfrm>
              <a:custGeom>
                <a:avLst/>
                <a:gdLst/>
                <a:ahLst/>
                <a:cxnLst/>
                <a:rect l="l" t="t" r="r" b="b"/>
                <a:pathLst>
                  <a:path w="5131" h="688" extrusionOk="0">
                    <a:moveTo>
                      <a:pt x="316" y="1"/>
                    </a:moveTo>
                    <a:cubicBezTo>
                      <a:pt x="139" y="1"/>
                      <a:pt x="0" y="140"/>
                      <a:pt x="0" y="325"/>
                    </a:cubicBezTo>
                    <a:lnTo>
                      <a:pt x="0" y="362"/>
                    </a:lnTo>
                    <a:cubicBezTo>
                      <a:pt x="0" y="539"/>
                      <a:pt x="139" y="687"/>
                      <a:pt x="316" y="687"/>
                    </a:cubicBezTo>
                    <a:lnTo>
                      <a:pt x="4805" y="687"/>
                    </a:lnTo>
                    <a:cubicBezTo>
                      <a:pt x="4982" y="687"/>
                      <a:pt x="5130" y="539"/>
                      <a:pt x="5130" y="362"/>
                    </a:cubicBezTo>
                    <a:lnTo>
                      <a:pt x="5130" y="325"/>
                    </a:lnTo>
                    <a:cubicBezTo>
                      <a:pt x="5130" y="140"/>
                      <a:pt x="4982" y="1"/>
                      <a:pt x="48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6" name="Google Shape;266;p19"/>
              <p:cNvSpPr/>
              <p:nvPr/>
            </p:nvSpPr>
            <p:spPr>
              <a:xfrm>
                <a:off x="7211225" y="2736375"/>
                <a:ext cx="131275" cy="19950"/>
              </a:xfrm>
              <a:custGeom>
                <a:avLst/>
                <a:gdLst/>
                <a:ahLst/>
                <a:cxnLst/>
                <a:rect l="l" t="t" r="r" b="b"/>
                <a:pathLst>
                  <a:path w="5251" h="798" extrusionOk="0">
                    <a:moveTo>
                      <a:pt x="4870" y="111"/>
                    </a:moveTo>
                    <a:cubicBezTo>
                      <a:pt x="5019" y="111"/>
                      <a:pt x="5130" y="232"/>
                      <a:pt x="5130" y="380"/>
                    </a:cubicBezTo>
                    <a:lnTo>
                      <a:pt x="5130" y="417"/>
                    </a:lnTo>
                    <a:cubicBezTo>
                      <a:pt x="5130" y="566"/>
                      <a:pt x="5019" y="677"/>
                      <a:pt x="4870" y="677"/>
                    </a:cubicBezTo>
                    <a:lnTo>
                      <a:pt x="381" y="677"/>
                    </a:lnTo>
                    <a:cubicBezTo>
                      <a:pt x="241" y="677"/>
                      <a:pt x="121" y="566"/>
                      <a:pt x="121" y="417"/>
                    </a:cubicBezTo>
                    <a:lnTo>
                      <a:pt x="121" y="380"/>
                    </a:lnTo>
                    <a:cubicBezTo>
                      <a:pt x="121" y="232"/>
                      <a:pt x="241" y="111"/>
                      <a:pt x="381" y="111"/>
                    </a:cubicBezTo>
                    <a:close/>
                    <a:moveTo>
                      <a:pt x="381" y="0"/>
                    </a:moveTo>
                    <a:cubicBezTo>
                      <a:pt x="176" y="0"/>
                      <a:pt x="0" y="167"/>
                      <a:pt x="0" y="380"/>
                    </a:cubicBezTo>
                    <a:lnTo>
                      <a:pt x="0" y="417"/>
                    </a:lnTo>
                    <a:cubicBezTo>
                      <a:pt x="0" y="631"/>
                      <a:pt x="176" y="798"/>
                      <a:pt x="381" y="798"/>
                    </a:cubicBezTo>
                    <a:lnTo>
                      <a:pt x="4870" y="798"/>
                    </a:lnTo>
                    <a:cubicBezTo>
                      <a:pt x="5084" y="798"/>
                      <a:pt x="5251" y="631"/>
                      <a:pt x="5251" y="417"/>
                    </a:cubicBezTo>
                    <a:lnTo>
                      <a:pt x="5251" y="380"/>
                    </a:lnTo>
                    <a:cubicBezTo>
                      <a:pt x="5251" y="167"/>
                      <a:pt x="5084" y="0"/>
                      <a:pt x="48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7" name="Google Shape;267;p19"/>
              <p:cNvSpPr/>
              <p:nvPr/>
            </p:nvSpPr>
            <p:spPr>
              <a:xfrm>
                <a:off x="7226750" y="2742400"/>
                <a:ext cx="99525" cy="7200"/>
              </a:xfrm>
              <a:custGeom>
                <a:avLst/>
                <a:gdLst/>
                <a:ahLst/>
                <a:cxnLst/>
                <a:rect l="l" t="t" r="r" b="b"/>
                <a:pathLst>
                  <a:path w="3981" h="288" extrusionOk="0">
                    <a:moveTo>
                      <a:pt x="3851" y="56"/>
                    </a:moveTo>
                    <a:cubicBezTo>
                      <a:pt x="3888" y="56"/>
                      <a:pt x="3925" y="93"/>
                      <a:pt x="3925" y="130"/>
                    </a:cubicBezTo>
                    <a:lnTo>
                      <a:pt x="3925" y="149"/>
                    </a:lnTo>
                    <a:cubicBezTo>
                      <a:pt x="3925" y="195"/>
                      <a:pt x="3888" y="223"/>
                      <a:pt x="3851" y="223"/>
                    </a:cubicBezTo>
                    <a:lnTo>
                      <a:pt x="140" y="223"/>
                    </a:lnTo>
                    <a:cubicBezTo>
                      <a:pt x="94" y="223"/>
                      <a:pt x="56" y="195"/>
                      <a:pt x="56" y="149"/>
                    </a:cubicBezTo>
                    <a:lnTo>
                      <a:pt x="56" y="130"/>
                    </a:lnTo>
                    <a:cubicBezTo>
                      <a:pt x="56" y="93"/>
                      <a:pt x="94" y="56"/>
                      <a:pt x="140" y="56"/>
                    </a:cubicBezTo>
                    <a:close/>
                    <a:moveTo>
                      <a:pt x="131" y="0"/>
                    </a:moveTo>
                    <a:cubicBezTo>
                      <a:pt x="56" y="0"/>
                      <a:pt x="1" y="56"/>
                      <a:pt x="1" y="139"/>
                    </a:cubicBezTo>
                    <a:lnTo>
                      <a:pt x="1" y="149"/>
                    </a:lnTo>
                    <a:cubicBezTo>
                      <a:pt x="1" y="223"/>
                      <a:pt x="56" y="288"/>
                      <a:pt x="131" y="288"/>
                    </a:cubicBezTo>
                    <a:lnTo>
                      <a:pt x="3841" y="288"/>
                    </a:lnTo>
                    <a:cubicBezTo>
                      <a:pt x="3925" y="288"/>
                      <a:pt x="3980" y="223"/>
                      <a:pt x="3980" y="149"/>
                    </a:cubicBezTo>
                    <a:lnTo>
                      <a:pt x="3980" y="139"/>
                    </a:lnTo>
                    <a:cubicBezTo>
                      <a:pt x="3980" y="56"/>
                      <a:pt x="3925" y="0"/>
                      <a:pt x="38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8" name="Google Shape;268;p19"/>
              <p:cNvSpPr/>
              <p:nvPr/>
            </p:nvSpPr>
            <p:spPr>
              <a:xfrm>
                <a:off x="7234875" y="2764425"/>
                <a:ext cx="83975" cy="10000"/>
              </a:xfrm>
              <a:custGeom>
                <a:avLst/>
                <a:gdLst/>
                <a:ahLst/>
                <a:cxnLst/>
                <a:rect l="l" t="t" r="r" b="b"/>
                <a:pathLst>
                  <a:path w="3359" h="400" extrusionOk="0">
                    <a:moveTo>
                      <a:pt x="205" y="0"/>
                    </a:moveTo>
                    <a:cubicBezTo>
                      <a:pt x="93" y="0"/>
                      <a:pt x="0" y="93"/>
                      <a:pt x="0" y="205"/>
                    </a:cubicBezTo>
                    <a:cubicBezTo>
                      <a:pt x="0" y="316"/>
                      <a:pt x="93" y="399"/>
                      <a:pt x="205" y="399"/>
                    </a:cubicBezTo>
                    <a:lnTo>
                      <a:pt x="3164" y="399"/>
                    </a:lnTo>
                    <a:cubicBezTo>
                      <a:pt x="3266" y="399"/>
                      <a:pt x="3359" y="316"/>
                      <a:pt x="3359" y="205"/>
                    </a:cubicBezTo>
                    <a:cubicBezTo>
                      <a:pt x="3359" y="93"/>
                      <a:pt x="3266" y="0"/>
                      <a:pt x="3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9" name="Google Shape;269;p19"/>
              <p:cNvSpPr/>
              <p:nvPr/>
            </p:nvSpPr>
            <p:spPr>
              <a:xfrm>
                <a:off x="7233475" y="2763025"/>
                <a:ext cx="86775" cy="13025"/>
              </a:xfrm>
              <a:custGeom>
                <a:avLst/>
                <a:gdLst/>
                <a:ahLst/>
                <a:cxnLst/>
                <a:rect l="l" t="t" r="r" b="b"/>
                <a:pathLst>
                  <a:path w="3471" h="521" extrusionOk="0">
                    <a:moveTo>
                      <a:pt x="3211" y="121"/>
                    </a:moveTo>
                    <a:cubicBezTo>
                      <a:pt x="3294" y="121"/>
                      <a:pt x="3359" y="177"/>
                      <a:pt x="3359" y="261"/>
                    </a:cubicBezTo>
                    <a:cubicBezTo>
                      <a:pt x="3359" y="335"/>
                      <a:pt x="3294" y="400"/>
                      <a:pt x="3211" y="400"/>
                    </a:cubicBezTo>
                    <a:lnTo>
                      <a:pt x="261" y="400"/>
                    </a:lnTo>
                    <a:cubicBezTo>
                      <a:pt x="177" y="400"/>
                      <a:pt x="121" y="335"/>
                      <a:pt x="121" y="261"/>
                    </a:cubicBezTo>
                    <a:cubicBezTo>
                      <a:pt x="121" y="177"/>
                      <a:pt x="177" y="121"/>
                      <a:pt x="261" y="121"/>
                    </a:cubicBezTo>
                    <a:close/>
                    <a:moveTo>
                      <a:pt x="261" y="1"/>
                    </a:moveTo>
                    <a:cubicBezTo>
                      <a:pt x="121" y="1"/>
                      <a:pt x="1" y="112"/>
                      <a:pt x="1" y="261"/>
                    </a:cubicBezTo>
                    <a:cubicBezTo>
                      <a:pt x="1" y="400"/>
                      <a:pt x="112" y="520"/>
                      <a:pt x="261" y="520"/>
                    </a:cubicBezTo>
                    <a:lnTo>
                      <a:pt x="3220" y="520"/>
                    </a:lnTo>
                    <a:cubicBezTo>
                      <a:pt x="3359" y="520"/>
                      <a:pt x="3470" y="400"/>
                      <a:pt x="3470" y="261"/>
                    </a:cubicBezTo>
                    <a:cubicBezTo>
                      <a:pt x="3470" y="112"/>
                      <a:pt x="3359" y="1"/>
                      <a:pt x="32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0" name="Google Shape;270;p19"/>
              <p:cNvSpPr/>
              <p:nvPr/>
            </p:nvSpPr>
            <p:spPr>
              <a:xfrm>
                <a:off x="725180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5" y="158"/>
                      <a:pt x="195" y="103"/>
                    </a:cubicBezTo>
                    <a:cubicBezTo>
                      <a:pt x="195"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1" name="Google Shape;271;p19"/>
              <p:cNvSpPr/>
              <p:nvPr/>
            </p:nvSpPr>
            <p:spPr>
              <a:xfrm>
                <a:off x="72610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56" y="121"/>
                      <a:pt x="56" y="103"/>
                    </a:cubicBezTo>
                    <a:cubicBezTo>
                      <a:pt x="56" y="84"/>
                      <a:pt x="75" y="65"/>
                      <a:pt x="103" y="65"/>
                    </a:cubicBezTo>
                    <a:close/>
                    <a:moveTo>
                      <a:pt x="103" y="1"/>
                    </a:moveTo>
                    <a:cubicBezTo>
                      <a:pt x="47" y="1"/>
                      <a:pt x="1" y="47"/>
                      <a:pt x="1" y="103"/>
                    </a:cubicBezTo>
                    <a:cubicBezTo>
                      <a:pt x="1" y="158"/>
                      <a:pt x="47" y="195"/>
                      <a:pt x="103" y="195"/>
                    </a:cubicBezTo>
                    <a:cubicBezTo>
                      <a:pt x="149" y="195"/>
                      <a:pt x="196" y="158"/>
                      <a:pt x="196" y="103"/>
                    </a:cubicBezTo>
                    <a:cubicBezTo>
                      <a:pt x="196" y="47"/>
                      <a:pt x="14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2" name="Google Shape;272;p19"/>
              <p:cNvSpPr/>
              <p:nvPr/>
            </p:nvSpPr>
            <p:spPr>
              <a:xfrm>
                <a:off x="7269900" y="2766975"/>
                <a:ext cx="4650" cy="4900"/>
              </a:xfrm>
              <a:custGeom>
                <a:avLst/>
                <a:gdLst/>
                <a:ahLst/>
                <a:cxnLst/>
                <a:rect l="l" t="t" r="r" b="b"/>
                <a:pathLst>
                  <a:path w="186" h="196" extrusionOk="0">
                    <a:moveTo>
                      <a:pt x="93" y="65"/>
                    </a:moveTo>
                    <a:cubicBezTo>
                      <a:pt x="112" y="65"/>
                      <a:pt x="130" y="84"/>
                      <a:pt x="130" y="103"/>
                    </a:cubicBezTo>
                    <a:cubicBezTo>
                      <a:pt x="130" y="121"/>
                      <a:pt x="112" y="140"/>
                      <a:pt x="93" y="140"/>
                    </a:cubicBezTo>
                    <a:cubicBezTo>
                      <a:pt x="74" y="140"/>
                      <a:pt x="56" y="121"/>
                      <a:pt x="56" y="103"/>
                    </a:cubicBezTo>
                    <a:cubicBezTo>
                      <a:pt x="56" y="84"/>
                      <a:pt x="74" y="65"/>
                      <a:pt x="93" y="65"/>
                    </a:cubicBezTo>
                    <a:close/>
                    <a:moveTo>
                      <a:pt x="93" y="1"/>
                    </a:moveTo>
                    <a:cubicBezTo>
                      <a:pt x="37" y="1"/>
                      <a:pt x="0" y="47"/>
                      <a:pt x="0" y="103"/>
                    </a:cubicBezTo>
                    <a:cubicBezTo>
                      <a:pt x="0" y="158"/>
                      <a:pt x="37" y="195"/>
                      <a:pt x="93" y="195"/>
                    </a:cubicBezTo>
                    <a:cubicBezTo>
                      <a:pt x="149" y="195"/>
                      <a:pt x="186" y="158"/>
                      <a:pt x="186" y="103"/>
                    </a:cubicBezTo>
                    <a:cubicBezTo>
                      <a:pt x="186" y="47"/>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3" name="Google Shape;273;p19"/>
              <p:cNvSpPr/>
              <p:nvPr/>
            </p:nvSpPr>
            <p:spPr>
              <a:xfrm>
                <a:off x="7278950" y="2766975"/>
                <a:ext cx="4875" cy="4900"/>
              </a:xfrm>
              <a:custGeom>
                <a:avLst/>
                <a:gdLst/>
                <a:ahLst/>
                <a:cxnLst/>
                <a:rect l="l" t="t" r="r" b="b"/>
                <a:pathLst>
                  <a:path w="195" h="196" extrusionOk="0">
                    <a:moveTo>
                      <a:pt x="102" y="65"/>
                    </a:moveTo>
                    <a:cubicBezTo>
                      <a:pt x="121" y="65"/>
                      <a:pt x="139" y="84"/>
                      <a:pt x="139" y="103"/>
                    </a:cubicBezTo>
                    <a:cubicBezTo>
                      <a:pt x="139" y="121"/>
                      <a:pt x="121" y="140"/>
                      <a:pt x="102" y="140"/>
                    </a:cubicBezTo>
                    <a:cubicBezTo>
                      <a:pt x="84" y="140"/>
                      <a:pt x="65" y="121"/>
                      <a:pt x="65" y="103"/>
                    </a:cubicBezTo>
                    <a:cubicBezTo>
                      <a:pt x="65" y="84"/>
                      <a:pt x="84" y="65"/>
                      <a:pt x="102" y="65"/>
                    </a:cubicBezTo>
                    <a:close/>
                    <a:moveTo>
                      <a:pt x="102" y="1"/>
                    </a:moveTo>
                    <a:cubicBezTo>
                      <a:pt x="46" y="1"/>
                      <a:pt x="0" y="47"/>
                      <a:pt x="0" y="103"/>
                    </a:cubicBezTo>
                    <a:cubicBezTo>
                      <a:pt x="0" y="158"/>
                      <a:pt x="46" y="195"/>
                      <a:pt x="102" y="195"/>
                    </a:cubicBezTo>
                    <a:cubicBezTo>
                      <a:pt x="158" y="195"/>
                      <a:pt x="195" y="158"/>
                      <a:pt x="195" y="103"/>
                    </a:cubicBezTo>
                    <a:cubicBezTo>
                      <a:pt x="195" y="47"/>
                      <a:pt x="158"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4" name="Google Shape;274;p19"/>
              <p:cNvSpPr/>
              <p:nvPr/>
            </p:nvSpPr>
            <p:spPr>
              <a:xfrm>
                <a:off x="7287975"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75"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5" name="Google Shape;275;p19"/>
              <p:cNvSpPr/>
              <p:nvPr/>
            </p:nvSpPr>
            <p:spPr>
              <a:xfrm>
                <a:off x="7297250" y="2766975"/>
                <a:ext cx="4900" cy="4900"/>
              </a:xfrm>
              <a:custGeom>
                <a:avLst/>
                <a:gdLst/>
                <a:ahLst/>
                <a:cxnLst/>
                <a:rect l="l" t="t" r="r" b="b"/>
                <a:pathLst>
                  <a:path w="196" h="196" extrusionOk="0">
                    <a:moveTo>
                      <a:pt x="103" y="65"/>
                    </a:moveTo>
                    <a:cubicBezTo>
                      <a:pt x="121" y="65"/>
                      <a:pt x="140" y="84"/>
                      <a:pt x="140" y="103"/>
                    </a:cubicBezTo>
                    <a:cubicBezTo>
                      <a:pt x="140" y="121"/>
                      <a:pt x="121" y="140"/>
                      <a:pt x="103" y="140"/>
                    </a:cubicBezTo>
                    <a:cubicBezTo>
                      <a:pt x="84" y="140"/>
                      <a:pt x="66" y="121"/>
                      <a:pt x="66" y="103"/>
                    </a:cubicBezTo>
                    <a:cubicBezTo>
                      <a:pt x="66" y="84"/>
                      <a:pt x="84" y="65"/>
                      <a:pt x="103" y="65"/>
                    </a:cubicBezTo>
                    <a:close/>
                    <a:moveTo>
                      <a:pt x="103" y="1"/>
                    </a:moveTo>
                    <a:cubicBezTo>
                      <a:pt x="47" y="1"/>
                      <a:pt x="1" y="47"/>
                      <a:pt x="1" y="103"/>
                    </a:cubicBezTo>
                    <a:cubicBezTo>
                      <a:pt x="1" y="158"/>
                      <a:pt x="47" y="195"/>
                      <a:pt x="103" y="195"/>
                    </a:cubicBezTo>
                    <a:cubicBezTo>
                      <a:pt x="159" y="195"/>
                      <a:pt x="196" y="158"/>
                      <a:pt x="196" y="103"/>
                    </a:cubicBezTo>
                    <a:cubicBezTo>
                      <a:pt x="196" y="47"/>
                      <a:pt x="159" y="1"/>
                      <a:pt x="1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6" name="Google Shape;276;p19"/>
              <p:cNvSpPr/>
              <p:nvPr/>
            </p:nvSpPr>
            <p:spPr>
              <a:xfrm>
                <a:off x="7249950" y="2672575"/>
                <a:ext cx="53825" cy="53850"/>
              </a:xfrm>
              <a:custGeom>
                <a:avLst/>
                <a:gdLst/>
                <a:ahLst/>
                <a:cxnLst/>
                <a:rect l="l" t="t" r="r" b="b"/>
                <a:pathLst>
                  <a:path w="2153" h="2154" extrusionOk="0">
                    <a:moveTo>
                      <a:pt x="1077" y="1"/>
                    </a:moveTo>
                    <a:cubicBezTo>
                      <a:pt x="483" y="1"/>
                      <a:pt x="0" y="483"/>
                      <a:pt x="0" y="1077"/>
                    </a:cubicBezTo>
                    <a:cubicBezTo>
                      <a:pt x="0" y="1671"/>
                      <a:pt x="483" y="2153"/>
                      <a:pt x="1077" y="2153"/>
                    </a:cubicBezTo>
                    <a:cubicBezTo>
                      <a:pt x="1670" y="2153"/>
                      <a:pt x="2153" y="1671"/>
                      <a:pt x="2153" y="1077"/>
                    </a:cubicBezTo>
                    <a:cubicBezTo>
                      <a:pt x="2153" y="483"/>
                      <a:pt x="1670" y="1"/>
                      <a:pt x="10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7" name="Google Shape;277;p19"/>
              <p:cNvSpPr/>
              <p:nvPr/>
            </p:nvSpPr>
            <p:spPr>
              <a:xfrm>
                <a:off x="7248550" y="2671200"/>
                <a:ext cx="56625" cy="56600"/>
              </a:xfrm>
              <a:custGeom>
                <a:avLst/>
                <a:gdLst/>
                <a:ahLst/>
                <a:cxnLst/>
                <a:rect l="l" t="t" r="r" b="b"/>
                <a:pathLst>
                  <a:path w="2265" h="2264" extrusionOk="0">
                    <a:moveTo>
                      <a:pt x="1133" y="112"/>
                    </a:moveTo>
                    <a:cubicBezTo>
                      <a:pt x="1698" y="112"/>
                      <a:pt x="2153" y="575"/>
                      <a:pt x="2153" y="1132"/>
                    </a:cubicBezTo>
                    <a:cubicBezTo>
                      <a:pt x="2153" y="1689"/>
                      <a:pt x="1698" y="2152"/>
                      <a:pt x="1133" y="2152"/>
                    </a:cubicBezTo>
                    <a:cubicBezTo>
                      <a:pt x="576" y="2152"/>
                      <a:pt x="121" y="1689"/>
                      <a:pt x="121" y="1132"/>
                    </a:cubicBezTo>
                    <a:cubicBezTo>
                      <a:pt x="121" y="575"/>
                      <a:pt x="576" y="112"/>
                      <a:pt x="1133" y="112"/>
                    </a:cubicBezTo>
                    <a:close/>
                    <a:moveTo>
                      <a:pt x="1133" y="0"/>
                    </a:moveTo>
                    <a:cubicBezTo>
                      <a:pt x="511" y="0"/>
                      <a:pt x="1" y="510"/>
                      <a:pt x="1" y="1132"/>
                    </a:cubicBezTo>
                    <a:cubicBezTo>
                      <a:pt x="1" y="1754"/>
                      <a:pt x="511" y="2264"/>
                      <a:pt x="1133" y="2264"/>
                    </a:cubicBezTo>
                    <a:cubicBezTo>
                      <a:pt x="1754" y="2264"/>
                      <a:pt x="2264" y="1754"/>
                      <a:pt x="2264" y="1132"/>
                    </a:cubicBezTo>
                    <a:cubicBezTo>
                      <a:pt x="2264" y="510"/>
                      <a:pt x="1763"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8" name="Google Shape;278;p19"/>
              <p:cNvSpPr/>
              <p:nvPr/>
            </p:nvSpPr>
            <p:spPr>
              <a:xfrm>
                <a:off x="7265025" y="2701100"/>
                <a:ext cx="23900" cy="12100"/>
              </a:xfrm>
              <a:custGeom>
                <a:avLst/>
                <a:gdLst/>
                <a:ahLst/>
                <a:cxnLst/>
                <a:rect l="l" t="t" r="r" b="b"/>
                <a:pathLst>
                  <a:path w="956" h="484" extrusionOk="0">
                    <a:moveTo>
                      <a:pt x="474" y="1"/>
                    </a:moveTo>
                    <a:cubicBezTo>
                      <a:pt x="214" y="1"/>
                      <a:pt x="0" y="214"/>
                      <a:pt x="0" y="483"/>
                    </a:cubicBezTo>
                    <a:lnTo>
                      <a:pt x="956" y="483"/>
                    </a:lnTo>
                    <a:cubicBezTo>
                      <a:pt x="956" y="214"/>
                      <a:pt x="743" y="1"/>
                      <a:pt x="47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9" name="Google Shape;279;p19"/>
              <p:cNvSpPr/>
              <p:nvPr/>
            </p:nvSpPr>
            <p:spPr>
              <a:xfrm>
                <a:off x="7263400" y="2699725"/>
                <a:ext cx="26925" cy="14875"/>
              </a:xfrm>
              <a:custGeom>
                <a:avLst/>
                <a:gdLst/>
                <a:ahLst/>
                <a:cxnLst/>
                <a:rect l="l" t="t" r="r" b="b"/>
                <a:pathLst>
                  <a:path w="1077" h="595" extrusionOk="0">
                    <a:moveTo>
                      <a:pt x="539" y="112"/>
                    </a:moveTo>
                    <a:cubicBezTo>
                      <a:pt x="752" y="112"/>
                      <a:pt x="928" y="269"/>
                      <a:pt x="956" y="473"/>
                    </a:cubicBezTo>
                    <a:lnTo>
                      <a:pt x="121" y="473"/>
                    </a:lnTo>
                    <a:cubicBezTo>
                      <a:pt x="149" y="269"/>
                      <a:pt x="325" y="112"/>
                      <a:pt x="539" y="112"/>
                    </a:cubicBezTo>
                    <a:close/>
                    <a:moveTo>
                      <a:pt x="539" y="0"/>
                    </a:moveTo>
                    <a:cubicBezTo>
                      <a:pt x="242" y="0"/>
                      <a:pt x="0" y="241"/>
                      <a:pt x="0" y="538"/>
                    </a:cubicBezTo>
                    <a:cubicBezTo>
                      <a:pt x="0" y="594"/>
                      <a:pt x="0" y="594"/>
                      <a:pt x="232" y="594"/>
                    </a:cubicBezTo>
                    <a:lnTo>
                      <a:pt x="585" y="594"/>
                    </a:lnTo>
                    <a:cubicBezTo>
                      <a:pt x="1077" y="594"/>
                      <a:pt x="1077" y="594"/>
                      <a:pt x="1077" y="538"/>
                    </a:cubicBezTo>
                    <a:cubicBezTo>
                      <a:pt x="1077" y="241"/>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0" name="Google Shape;280;p19"/>
              <p:cNvSpPr/>
              <p:nvPr/>
            </p:nvSpPr>
            <p:spPr>
              <a:xfrm>
                <a:off x="7270125" y="2685800"/>
                <a:ext cx="13700" cy="13725"/>
              </a:xfrm>
              <a:custGeom>
                <a:avLst/>
                <a:gdLst/>
                <a:ahLst/>
                <a:cxnLst/>
                <a:rect l="l" t="t" r="r" b="b"/>
                <a:pathLst>
                  <a:path w="548" h="549" extrusionOk="0">
                    <a:moveTo>
                      <a:pt x="279" y="1"/>
                    </a:moveTo>
                    <a:cubicBezTo>
                      <a:pt x="121" y="1"/>
                      <a:pt x="1" y="131"/>
                      <a:pt x="1" y="279"/>
                    </a:cubicBezTo>
                    <a:cubicBezTo>
                      <a:pt x="1" y="427"/>
                      <a:pt x="121" y="548"/>
                      <a:pt x="279" y="548"/>
                    </a:cubicBezTo>
                    <a:cubicBezTo>
                      <a:pt x="427" y="548"/>
                      <a:pt x="548" y="427"/>
                      <a:pt x="548" y="279"/>
                    </a:cubicBezTo>
                    <a:cubicBezTo>
                      <a:pt x="548" y="131"/>
                      <a:pt x="427" y="1"/>
                      <a:pt x="2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1" name="Google Shape;281;p19"/>
              <p:cNvSpPr/>
              <p:nvPr/>
            </p:nvSpPr>
            <p:spPr>
              <a:xfrm>
                <a:off x="7268725" y="2684425"/>
                <a:ext cx="16500" cy="16475"/>
              </a:xfrm>
              <a:custGeom>
                <a:avLst/>
                <a:gdLst/>
                <a:ahLst/>
                <a:cxnLst/>
                <a:rect l="l" t="t" r="r" b="b"/>
                <a:pathLst>
                  <a:path w="660" h="659" extrusionOk="0">
                    <a:moveTo>
                      <a:pt x="335" y="121"/>
                    </a:moveTo>
                    <a:cubicBezTo>
                      <a:pt x="446" y="121"/>
                      <a:pt x="539" y="213"/>
                      <a:pt x="548" y="334"/>
                    </a:cubicBezTo>
                    <a:cubicBezTo>
                      <a:pt x="548" y="445"/>
                      <a:pt x="446" y="547"/>
                      <a:pt x="335" y="547"/>
                    </a:cubicBezTo>
                    <a:cubicBezTo>
                      <a:pt x="214" y="547"/>
                      <a:pt x="121" y="445"/>
                      <a:pt x="121" y="334"/>
                    </a:cubicBezTo>
                    <a:cubicBezTo>
                      <a:pt x="121" y="213"/>
                      <a:pt x="214" y="121"/>
                      <a:pt x="335" y="121"/>
                    </a:cubicBezTo>
                    <a:close/>
                    <a:moveTo>
                      <a:pt x="335" y="0"/>
                    </a:moveTo>
                    <a:cubicBezTo>
                      <a:pt x="149" y="0"/>
                      <a:pt x="1" y="148"/>
                      <a:pt x="1" y="334"/>
                    </a:cubicBezTo>
                    <a:cubicBezTo>
                      <a:pt x="1" y="510"/>
                      <a:pt x="149" y="659"/>
                      <a:pt x="335" y="659"/>
                    </a:cubicBezTo>
                    <a:cubicBezTo>
                      <a:pt x="511" y="659"/>
                      <a:pt x="659" y="510"/>
                      <a:pt x="659" y="334"/>
                    </a:cubicBezTo>
                    <a:cubicBezTo>
                      <a:pt x="659" y="148"/>
                      <a:pt x="511" y="0"/>
                      <a:pt x="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2" name="Google Shape;282;p19"/>
              <p:cNvSpPr/>
              <p:nvPr/>
            </p:nvSpPr>
            <p:spPr>
              <a:xfrm>
                <a:off x="7257150" y="2782525"/>
                <a:ext cx="39675" cy="12300"/>
              </a:xfrm>
              <a:custGeom>
                <a:avLst/>
                <a:gdLst/>
                <a:ahLst/>
                <a:cxnLst/>
                <a:rect l="l" t="t" r="r" b="b"/>
                <a:pathLst>
                  <a:path w="1587" h="492" extrusionOk="0">
                    <a:moveTo>
                      <a:pt x="241" y="0"/>
                    </a:moveTo>
                    <a:cubicBezTo>
                      <a:pt x="111" y="0"/>
                      <a:pt x="0" y="111"/>
                      <a:pt x="0" y="251"/>
                    </a:cubicBezTo>
                    <a:cubicBezTo>
                      <a:pt x="0" y="380"/>
                      <a:pt x="111" y="492"/>
                      <a:pt x="241" y="492"/>
                    </a:cubicBezTo>
                    <a:lnTo>
                      <a:pt x="1336" y="492"/>
                    </a:lnTo>
                    <a:cubicBezTo>
                      <a:pt x="1475" y="492"/>
                      <a:pt x="1586" y="380"/>
                      <a:pt x="1586" y="251"/>
                    </a:cubicBezTo>
                    <a:cubicBezTo>
                      <a:pt x="1586" y="111"/>
                      <a:pt x="1475" y="0"/>
                      <a:pt x="13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3" name="Google Shape;283;p19"/>
              <p:cNvSpPr/>
              <p:nvPr/>
            </p:nvSpPr>
            <p:spPr>
              <a:xfrm>
                <a:off x="7255525" y="2781125"/>
                <a:ext cx="42675" cy="15100"/>
              </a:xfrm>
              <a:custGeom>
                <a:avLst/>
                <a:gdLst/>
                <a:ahLst/>
                <a:cxnLst/>
                <a:rect l="l" t="t" r="r" b="b"/>
                <a:pathLst>
                  <a:path w="1707" h="604" extrusionOk="0">
                    <a:moveTo>
                      <a:pt x="1401" y="112"/>
                    </a:moveTo>
                    <a:cubicBezTo>
                      <a:pt x="1503" y="112"/>
                      <a:pt x="1586" y="195"/>
                      <a:pt x="1586" y="307"/>
                    </a:cubicBezTo>
                    <a:cubicBezTo>
                      <a:pt x="1586" y="409"/>
                      <a:pt x="1503" y="492"/>
                      <a:pt x="1401" y="492"/>
                    </a:cubicBezTo>
                    <a:lnTo>
                      <a:pt x="306" y="492"/>
                    </a:lnTo>
                    <a:cubicBezTo>
                      <a:pt x="204" y="492"/>
                      <a:pt x="121" y="409"/>
                      <a:pt x="121" y="307"/>
                    </a:cubicBezTo>
                    <a:cubicBezTo>
                      <a:pt x="121" y="195"/>
                      <a:pt x="204" y="112"/>
                      <a:pt x="306" y="112"/>
                    </a:cubicBezTo>
                    <a:close/>
                    <a:moveTo>
                      <a:pt x="306" y="0"/>
                    </a:moveTo>
                    <a:cubicBezTo>
                      <a:pt x="139" y="0"/>
                      <a:pt x="0" y="130"/>
                      <a:pt x="0" y="307"/>
                    </a:cubicBezTo>
                    <a:cubicBezTo>
                      <a:pt x="0" y="474"/>
                      <a:pt x="139" y="603"/>
                      <a:pt x="306" y="603"/>
                    </a:cubicBezTo>
                    <a:lnTo>
                      <a:pt x="1401" y="603"/>
                    </a:lnTo>
                    <a:cubicBezTo>
                      <a:pt x="1568" y="603"/>
                      <a:pt x="1707" y="474"/>
                      <a:pt x="1707" y="307"/>
                    </a:cubicBezTo>
                    <a:cubicBezTo>
                      <a:pt x="1707"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4" name="Google Shape;284;p19"/>
              <p:cNvSpPr/>
              <p:nvPr/>
            </p:nvSpPr>
            <p:spPr>
              <a:xfrm>
                <a:off x="7359875" y="1832850"/>
                <a:ext cx="241000" cy="240000"/>
              </a:xfrm>
              <a:custGeom>
                <a:avLst/>
                <a:gdLst/>
                <a:ahLst/>
                <a:cxnLst/>
                <a:rect l="l" t="t" r="r" b="b"/>
                <a:pathLst>
                  <a:path w="9640" h="9600" extrusionOk="0">
                    <a:moveTo>
                      <a:pt x="4833" y="2576"/>
                    </a:moveTo>
                    <a:cubicBezTo>
                      <a:pt x="5983" y="2576"/>
                      <a:pt x="6996" y="3477"/>
                      <a:pt x="7042" y="4721"/>
                    </a:cubicBezTo>
                    <a:cubicBezTo>
                      <a:pt x="7069" y="5565"/>
                      <a:pt x="6420" y="6558"/>
                      <a:pt x="5632" y="6855"/>
                    </a:cubicBezTo>
                    <a:cubicBezTo>
                      <a:pt x="5362" y="6957"/>
                      <a:pt x="5090" y="7005"/>
                      <a:pt x="4825" y="7005"/>
                    </a:cubicBezTo>
                    <a:cubicBezTo>
                      <a:pt x="3675" y="7005"/>
                      <a:pt x="2662" y="6104"/>
                      <a:pt x="2617" y="4860"/>
                    </a:cubicBezTo>
                    <a:cubicBezTo>
                      <a:pt x="2580" y="4016"/>
                      <a:pt x="3238" y="3023"/>
                      <a:pt x="4027" y="2727"/>
                    </a:cubicBezTo>
                    <a:cubicBezTo>
                      <a:pt x="4296" y="2624"/>
                      <a:pt x="4568" y="2576"/>
                      <a:pt x="4833" y="2576"/>
                    </a:cubicBezTo>
                    <a:close/>
                    <a:moveTo>
                      <a:pt x="4067" y="0"/>
                    </a:moveTo>
                    <a:cubicBezTo>
                      <a:pt x="4051" y="0"/>
                      <a:pt x="4034" y="3"/>
                      <a:pt x="4017" y="8"/>
                    </a:cubicBezTo>
                    <a:lnTo>
                      <a:pt x="2709" y="426"/>
                    </a:lnTo>
                    <a:cubicBezTo>
                      <a:pt x="2635" y="444"/>
                      <a:pt x="2589" y="537"/>
                      <a:pt x="2617" y="611"/>
                    </a:cubicBezTo>
                    <a:lnTo>
                      <a:pt x="2886" y="1483"/>
                    </a:lnTo>
                    <a:cubicBezTo>
                      <a:pt x="2904" y="1548"/>
                      <a:pt x="2876" y="1613"/>
                      <a:pt x="2821" y="1650"/>
                    </a:cubicBezTo>
                    <a:cubicBezTo>
                      <a:pt x="2533" y="1836"/>
                      <a:pt x="2283" y="2049"/>
                      <a:pt x="2060" y="2291"/>
                    </a:cubicBezTo>
                    <a:cubicBezTo>
                      <a:pt x="2030" y="2326"/>
                      <a:pt x="1989" y="2343"/>
                      <a:pt x="1946" y="2343"/>
                    </a:cubicBezTo>
                    <a:cubicBezTo>
                      <a:pt x="1922" y="2343"/>
                      <a:pt x="1898" y="2338"/>
                      <a:pt x="1874" y="2328"/>
                    </a:cubicBezTo>
                    <a:lnTo>
                      <a:pt x="1077" y="1910"/>
                    </a:lnTo>
                    <a:cubicBezTo>
                      <a:pt x="1052" y="1899"/>
                      <a:pt x="1026" y="1894"/>
                      <a:pt x="1001" y="1894"/>
                    </a:cubicBezTo>
                    <a:cubicBezTo>
                      <a:pt x="943" y="1894"/>
                      <a:pt x="889" y="1923"/>
                      <a:pt x="863" y="1975"/>
                    </a:cubicBezTo>
                    <a:lnTo>
                      <a:pt x="233" y="3190"/>
                    </a:lnTo>
                    <a:cubicBezTo>
                      <a:pt x="195" y="3265"/>
                      <a:pt x="223" y="3357"/>
                      <a:pt x="297" y="3404"/>
                    </a:cubicBezTo>
                    <a:lnTo>
                      <a:pt x="1105" y="3821"/>
                    </a:lnTo>
                    <a:cubicBezTo>
                      <a:pt x="1160" y="3849"/>
                      <a:pt x="1197" y="3923"/>
                      <a:pt x="1179" y="3988"/>
                    </a:cubicBezTo>
                    <a:cubicBezTo>
                      <a:pt x="1105" y="4304"/>
                      <a:pt x="1077" y="4638"/>
                      <a:pt x="1095" y="4971"/>
                    </a:cubicBezTo>
                    <a:cubicBezTo>
                      <a:pt x="1095" y="5046"/>
                      <a:pt x="1058" y="5111"/>
                      <a:pt x="984" y="5129"/>
                    </a:cubicBezTo>
                    <a:lnTo>
                      <a:pt x="121" y="5398"/>
                    </a:lnTo>
                    <a:cubicBezTo>
                      <a:pt x="47" y="5426"/>
                      <a:pt x="1" y="5519"/>
                      <a:pt x="19" y="5593"/>
                    </a:cubicBezTo>
                    <a:lnTo>
                      <a:pt x="437" y="6901"/>
                    </a:lnTo>
                    <a:cubicBezTo>
                      <a:pt x="459" y="6968"/>
                      <a:pt x="517" y="7011"/>
                      <a:pt x="582" y="7011"/>
                    </a:cubicBezTo>
                    <a:cubicBezTo>
                      <a:pt x="598" y="7011"/>
                      <a:pt x="615" y="7009"/>
                      <a:pt x="631" y="7003"/>
                    </a:cubicBezTo>
                    <a:lnTo>
                      <a:pt x="1494" y="6734"/>
                    </a:lnTo>
                    <a:cubicBezTo>
                      <a:pt x="1508" y="6730"/>
                      <a:pt x="1522" y="6728"/>
                      <a:pt x="1536" y="6728"/>
                    </a:cubicBezTo>
                    <a:cubicBezTo>
                      <a:pt x="1588" y="6728"/>
                      <a:pt x="1641" y="6755"/>
                      <a:pt x="1670" y="6799"/>
                    </a:cubicBezTo>
                    <a:cubicBezTo>
                      <a:pt x="1847" y="7087"/>
                      <a:pt x="2069" y="7337"/>
                      <a:pt x="2310" y="7560"/>
                    </a:cubicBezTo>
                    <a:cubicBezTo>
                      <a:pt x="2357" y="7606"/>
                      <a:pt x="2375" y="7680"/>
                      <a:pt x="2338" y="7745"/>
                    </a:cubicBezTo>
                    <a:lnTo>
                      <a:pt x="1921" y="8543"/>
                    </a:lnTo>
                    <a:cubicBezTo>
                      <a:pt x="1884" y="8617"/>
                      <a:pt x="1912" y="8710"/>
                      <a:pt x="1995" y="8756"/>
                    </a:cubicBezTo>
                    <a:lnTo>
                      <a:pt x="3210" y="9387"/>
                    </a:lnTo>
                    <a:cubicBezTo>
                      <a:pt x="3232" y="9398"/>
                      <a:pt x="3256" y="9404"/>
                      <a:pt x="3280" y="9404"/>
                    </a:cubicBezTo>
                    <a:cubicBezTo>
                      <a:pt x="3335" y="9404"/>
                      <a:pt x="3388" y="9374"/>
                      <a:pt x="3414" y="9322"/>
                    </a:cubicBezTo>
                    <a:lnTo>
                      <a:pt x="3832" y="8515"/>
                    </a:lnTo>
                    <a:cubicBezTo>
                      <a:pt x="3861" y="8463"/>
                      <a:pt x="3909" y="8435"/>
                      <a:pt x="3964" y="8435"/>
                    </a:cubicBezTo>
                    <a:cubicBezTo>
                      <a:pt x="3978" y="8435"/>
                      <a:pt x="3993" y="8437"/>
                      <a:pt x="4008" y="8441"/>
                    </a:cubicBezTo>
                    <a:cubicBezTo>
                      <a:pt x="4260" y="8500"/>
                      <a:pt x="4525" y="8530"/>
                      <a:pt x="4791" y="8530"/>
                    </a:cubicBezTo>
                    <a:cubicBezTo>
                      <a:pt x="4858" y="8530"/>
                      <a:pt x="4925" y="8528"/>
                      <a:pt x="4991" y="8524"/>
                    </a:cubicBezTo>
                    <a:cubicBezTo>
                      <a:pt x="5056" y="8524"/>
                      <a:pt x="5121" y="8562"/>
                      <a:pt x="5149" y="8626"/>
                    </a:cubicBezTo>
                    <a:lnTo>
                      <a:pt x="5418" y="9498"/>
                    </a:lnTo>
                    <a:cubicBezTo>
                      <a:pt x="5440" y="9558"/>
                      <a:pt x="5498" y="9599"/>
                      <a:pt x="5563" y="9599"/>
                    </a:cubicBezTo>
                    <a:cubicBezTo>
                      <a:pt x="5580" y="9599"/>
                      <a:pt x="5596" y="9597"/>
                      <a:pt x="5613" y="9591"/>
                    </a:cubicBezTo>
                    <a:lnTo>
                      <a:pt x="6921" y="9183"/>
                    </a:lnTo>
                    <a:cubicBezTo>
                      <a:pt x="7004" y="9155"/>
                      <a:pt x="7042" y="9072"/>
                      <a:pt x="7023" y="8988"/>
                    </a:cubicBezTo>
                    <a:lnTo>
                      <a:pt x="6745" y="8126"/>
                    </a:lnTo>
                    <a:cubicBezTo>
                      <a:pt x="6726" y="8061"/>
                      <a:pt x="6754" y="7986"/>
                      <a:pt x="6810" y="7949"/>
                    </a:cubicBezTo>
                    <a:cubicBezTo>
                      <a:pt x="7097" y="7764"/>
                      <a:pt x="7348" y="7550"/>
                      <a:pt x="7570" y="7309"/>
                    </a:cubicBezTo>
                    <a:cubicBezTo>
                      <a:pt x="7602" y="7278"/>
                      <a:pt x="7646" y="7259"/>
                      <a:pt x="7692" y="7259"/>
                    </a:cubicBezTo>
                    <a:cubicBezTo>
                      <a:pt x="7713" y="7259"/>
                      <a:pt x="7735" y="7263"/>
                      <a:pt x="7756" y="7272"/>
                    </a:cubicBezTo>
                    <a:lnTo>
                      <a:pt x="8563" y="7690"/>
                    </a:lnTo>
                    <a:cubicBezTo>
                      <a:pt x="8585" y="7704"/>
                      <a:pt x="8610" y="7710"/>
                      <a:pt x="8634" y="7710"/>
                    </a:cubicBezTo>
                    <a:cubicBezTo>
                      <a:pt x="8688" y="7710"/>
                      <a:pt x="8741" y="7676"/>
                      <a:pt x="8767" y="7625"/>
                    </a:cubicBezTo>
                    <a:lnTo>
                      <a:pt x="9398" y="6409"/>
                    </a:lnTo>
                    <a:cubicBezTo>
                      <a:pt x="9444" y="6335"/>
                      <a:pt x="9407" y="6242"/>
                      <a:pt x="9333" y="6205"/>
                    </a:cubicBezTo>
                    <a:lnTo>
                      <a:pt x="8535" y="5788"/>
                    </a:lnTo>
                    <a:cubicBezTo>
                      <a:pt x="8470" y="5751"/>
                      <a:pt x="8442" y="5686"/>
                      <a:pt x="8452" y="5612"/>
                    </a:cubicBezTo>
                    <a:cubicBezTo>
                      <a:pt x="8526" y="5296"/>
                      <a:pt x="8554" y="4962"/>
                      <a:pt x="8535" y="4628"/>
                    </a:cubicBezTo>
                    <a:cubicBezTo>
                      <a:pt x="8535" y="4554"/>
                      <a:pt x="8582" y="4498"/>
                      <a:pt x="8646" y="4471"/>
                    </a:cubicBezTo>
                    <a:lnTo>
                      <a:pt x="9509" y="4202"/>
                    </a:lnTo>
                    <a:cubicBezTo>
                      <a:pt x="9593" y="4174"/>
                      <a:pt x="9639" y="4090"/>
                      <a:pt x="9611" y="4007"/>
                    </a:cubicBezTo>
                    <a:lnTo>
                      <a:pt x="9194" y="2699"/>
                    </a:lnTo>
                    <a:cubicBezTo>
                      <a:pt x="9179" y="2632"/>
                      <a:pt x="9116" y="2589"/>
                      <a:pt x="9049" y="2589"/>
                    </a:cubicBezTo>
                    <a:cubicBezTo>
                      <a:pt x="9032" y="2589"/>
                      <a:pt x="9015" y="2591"/>
                      <a:pt x="8999" y="2597"/>
                    </a:cubicBezTo>
                    <a:lnTo>
                      <a:pt x="8136" y="2875"/>
                    </a:lnTo>
                    <a:cubicBezTo>
                      <a:pt x="8123" y="2879"/>
                      <a:pt x="8109" y="2881"/>
                      <a:pt x="8096" y="2881"/>
                    </a:cubicBezTo>
                    <a:cubicBezTo>
                      <a:pt x="8043" y="2881"/>
                      <a:pt x="7990" y="2852"/>
                      <a:pt x="7960" y="2801"/>
                    </a:cubicBezTo>
                    <a:cubicBezTo>
                      <a:pt x="7784" y="2522"/>
                      <a:pt x="7570" y="2263"/>
                      <a:pt x="7329" y="2049"/>
                    </a:cubicBezTo>
                    <a:cubicBezTo>
                      <a:pt x="7274" y="2003"/>
                      <a:pt x="7255" y="1929"/>
                      <a:pt x="7292" y="1864"/>
                    </a:cubicBezTo>
                    <a:lnTo>
                      <a:pt x="7710" y="1057"/>
                    </a:lnTo>
                    <a:cubicBezTo>
                      <a:pt x="7747" y="983"/>
                      <a:pt x="7719" y="890"/>
                      <a:pt x="7645" y="853"/>
                    </a:cubicBezTo>
                    <a:lnTo>
                      <a:pt x="6420" y="222"/>
                    </a:lnTo>
                    <a:cubicBezTo>
                      <a:pt x="6398" y="208"/>
                      <a:pt x="6373" y="201"/>
                      <a:pt x="6349" y="201"/>
                    </a:cubicBezTo>
                    <a:cubicBezTo>
                      <a:pt x="6295" y="201"/>
                      <a:pt x="6242" y="235"/>
                      <a:pt x="6216" y="287"/>
                    </a:cubicBezTo>
                    <a:lnTo>
                      <a:pt x="5799" y="1085"/>
                    </a:lnTo>
                    <a:cubicBezTo>
                      <a:pt x="5774" y="1141"/>
                      <a:pt x="5714" y="1170"/>
                      <a:pt x="5656" y="1170"/>
                    </a:cubicBezTo>
                    <a:cubicBezTo>
                      <a:pt x="5648" y="1170"/>
                      <a:pt x="5640" y="1169"/>
                      <a:pt x="5632" y="1168"/>
                    </a:cubicBezTo>
                    <a:cubicBezTo>
                      <a:pt x="5347" y="1103"/>
                      <a:pt x="5062" y="1074"/>
                      <a:pt x="4765" y="1074"/>
                    </a:cubicBezTo>
                    <a:cubicBezTo>
                      <a:pt x="4723" y="1074"/>
                      <a:pt x="4681" y="1074"/>
                      <a:pt x="4639" y="1075"/>
                    </a:cubicBezTo>
                    <a:cubicBezTo>
                      <a:pt x="4633" y="1076"/>
                      <a:pt x="4628" y="1076"/>
                      <a:pt x="4622" y="1076"/>
                    </a:cubicBezTo>
                    <a:cubicBezTo>
                      <a:pt x="4563" y="1076"/>
                      <a:pt x="4507" y="1033"/>
                      <a:pt x="4491" y="973"/>
                    </a:cubicBezTo>
                    <a:lnTo>
                      <a:pt x="4212" y="111"/>
                    </a:lnTo>
                    <a:cubicBezTo>
                      <a:pt x="4197" y="44"/>
                      <a:pt x="4135" y="0"/>
                      <a:pt x="40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5" name="Google Shape;285;p19"/>
              <p:cNvSpPr/>
              <p:nvPr/>
            </p:nvSpPr>
            <p:spPr>
              <a:xfrm>
                <a:off x="7358250" y="1831425"/>
                <a:ext cx="243775" cy="242850"/>
              </a:xfrm>
              <a:custGeom>
                <a:avLst/>
                <a:gdLst/>
                <a:ahLst/>
                <a:cxnLst/>
                <a:rect l="l" t="t" r="r" b="b"/>
                <a:pathLst>
                  <a:path w="9751" h="9714" extrusionOk="0">
                    <a:moveTo>
                      <a:pt x="4899" y="2691"/>
                    </a:moveTo>
                    <a:cubicBezTo>
                      <a:pt x="5316" y="2691"/>
                      <a:pt x="5724" y="2811"/>
                      <a:pt x="6077" y="3053"/>
                    </a:cubicBezTo>
                    <a:cubicBezTo>
                      <a:pt x="6671" y="3433"/>
                      <a:pt x="7023" y="4073"/>
                      <a:pt x="7042" y="4778"/>
                    </a:cubicBezTo>
                    <a:cubicBezTo>
                      <a:pt x="7079" y="5594"/>
                      <a:pt x="6439" y="6568"/>
                      <a:pt x="5669" y="6856"/>
                    </a:cubicBezTo>
                    <a:cubicBezTo>
                      <a:pt x="5413" y="6953"/>
                      <a:pt x="5148" y="7001"/>
                      <a:pt x="4885" y="7001"/>
                    </a:cubicBezTo>
                    <a:cubicBezTo>
                      <a:pt x="4470" y="7001"/>
                      <a:pt x="4060" y="6881"/>
                      <a:pt x="3702" y="6643"/>
                    </a:cubicBezTo>
                    <a:cubicBezTo>
                      <a:pt x="3118" y="6253"/>
                      <a:pt x="2765" y="5622"/>
                      <a:pt x="2737" y="4908"/>
                    </a:cubicBezTo>
                    <a:cubicBezTo>
                      <a:pt x="2709" y="4092"/>
                      <a:pt x="3350" y="3127"/>
                      <a:pt x="4110" y="2839"/>
                    </a:cubicBezTo>
                    <a:cubicBezTo>
                      <a:pt x="4370" y="2737"/>
                      <a:pt x="4630" y="2691"/>
                      <a:pt x="4899" y="2691"/>
                    </a:cubicBezTo>
                    <a:close/>
                    <a:moveTo>
                      <a:pt x="4899" y="2572"/>
                    </a:moveTo>
                    <a:cubicBezTo>
                      <a:pt x="4622" y="2572"/>
                      <a:pt x="4343" y="2624"/>
                      <a:pt x="4073" y="2728"/>
                    </a:cubicBezTo>
                    <a:cubicBezTo>
                      <a:pt x="3247" y="3034"/>
                      <a:pt x="2589" y="4036"/>
                      <a:pt x="2617" y="4917"/>
                    </a:cubicBezTo>
                    <a:cubicBezTo>
                      <a:pt x="2645" y="5669"/>
                      <a:pt x="3016" y="6327"/>
                      <a:pt x="3637" y="6745"/>
                    </a:cubicBezTo>
                    <a:cubicBezTo>
                      <a:pt x="4017" y="6995"/>
                      <a:pt x="4444" y="7116"/>
                      <a:pt x="4889" y="7116"/>
                    </a:cubicBezTo>
                    <a:cubicBezTo>
                      <a:pt x="5158" y="7116"/>
                      <a:pt x="5437" y="7069"/>
                      <a:pt x="5715" y="6967"/>
                    </a:cubicBezTo>
                    <a:cubicBezTo>
                      <a:pt x="6531" y="6652"/>
                      <a:pt x="7199" y="5650"/>
                      <a:pt x="7162" y="4778"/>
                    </a:cubicBezTo>
                    <a:cubicBezTo>
                      <a:pt x="7134" y="4027"/>
                      <a:pt x="6763" y="3359"/>
                      <a:pt x="6142" y="2951"/>
                    </a:cubicBezTo>
                    <a:cubicBezTo>
                      <a:pt x="5767" y="2701"/>
                      <a:pt x="5336" y="2572"/>
                      <a:pt x="4899" y="2572"/>
                    </a:cubicBezTo>
                    <a:close/>
                    <a:moveTo>
                      <a:pt x="4144" y="114"/>
                    </a:moveTo>
                    <a:cubicBezTo>
                      <a:pt x="4157" y="114"/>
                      <a:pt x="4171" y="117"/>
                      <a:pt x="4184" y="121"/>
                    </a:cubicBezTo>
                    <a:cubicBezTo>
                      <a:pt x="4203" y="140"/>
                      <a:pt x="4222" y="158"/>
                      <a:pt x="4231" y="186"/>
                    </a:cubicBezTo>
                    <a:lnTo>
                      <a:pt x="4500" y="1049"/>
                    </a:lnTo>
                    <a:cubicBezTo>
                      <a:pt x="4526" y="1127"/>
                      <a:pt x="4609" y="1189"/>
                      <a:pt x="4695" y="1189"/>
                    </a:cubicBezTo>
                    <a:cubicBezTo>
                      <a:pt x="4701" y="1189"/>
                      <a:pt x="4707" y="1189"/>
                      <a:pt x="4713" y="1188"/>
                    </a:cubicBezTo>
                    <a:cubicBezTo>
                      <a:pt x="4753" y="1187"/>
                      <a:pt x="4793" y="1186"/>
                      <a:pt x="4833" y="1186"/>
                    </a:cubicBezTo>
                    <a:cubicBezTo>
                      <a:pt x="5118" y="1186"/>
                      <a:pt x="5403" y="1216"/>
                      <a:pt x="5687" y="1281"/>
                    </a:cubicBezTo>
                    <a:cubicBezTo>
                      <a:pt x="5701" y="1283"/>
                      <a:pt x="5715" y="1285"/>
                      <a:pt x="5728" y="1285"/>
                    </a:cubicBezTo>
                    <a:cubicBezTo>
                      <a:pt x="5806" y="1285"/>
                      <a:pt x="5880" y="1241"/>
                      <a:pt x="5919" y="1169"/>
                    </a:cubicBezTo>
                    <a:lnTo>
                      <a:pt x="6337" y="362"/>
                    </a:lnTo>
                    <a:cubicBezTo>
                      <a:pt x="6346" y="344"/>
                      <a:pt x="6364" y="325"/>
                      <a:pt x="6392" y="316"/>
                    </a:cubicBezTo>
                    <a:cubicBezTo>
                      <a:pt x="6400" y="313"/>
                      <a:pt x="6408" y="312"/>
                      <a:pt x="6415" y="312"/>
                    </a:cubicBezTo>
                    <a:cubicBezTo>
                      <a:pt x="6432" y="312"/>
                      <a:pt x="6447" y="319"/>
                      <a:pt x="6467" y="325"/>
                    </a:cubicBezTo>
                    <a:lnTo>
                      <a:pt x="7682" y="956"/>
                    </a:lnTo>
                    <a:cubicBezTo>
                      <a:pt x="7710" y="965"/>
                      <a:pt x="7719" y="984"/>
                      <a:pt x="7728" y="1012"/>
                    </a:cubicBezTo>
                    <a:cubicBezTo>
                      <a:pt x="7737" y="1040"/>
                      <a:pt x="7737" y="1058"/>
                      <a:pt x="7719" y="1086"/>
                    </a:cubicBezTo>
                    <a:lnTo>
                      <a:pt x="7301" y="1893"/>
                    </a:lnTo>
                    <a:cubicBezTo>
                      <a:pt x="7264" y="1976"/>
                      <a:pt x="7283" y="2079"/>
                      <a:pt x="7357" y="2143"/>
                    </a:cubicBezTo>
                    <a:cubicBezTo>
                      <a:pt x="7598" y="2366"/>
                      <a:pt x="7802" y="2617"/>
                      <a:pt x="7979" y="2886"/>
                    </a:cubicBezTo>
                    <a:cubicBezTo>
                      <a:pt x="8022" y="2951"/>
                      <a:pt x="8093" y="2987"/>
                      <a:pt x="8162" y="2987"/>
                    </a:cubicBezTo>
                    <a:cubicBezTo>
                      <a:pt x="8182" y="2987"/>
                      <a:pt x="8201" y="2985"/>
                      <a:pt x="8220" y="2978"/>
                    </a:cubicBezTo>
                    <a:lnTo>
                      <a:pt x="9083" y="2709"/>
                    </a:lnTo>
                    <a:cubicBezTo>
                      <a:pt x="9094" y="2705"/>
                      <a:pt x="9106" y="2703"/>
                      <a:pt x="9116" y="2703"/>
                    </a:cubicBezTo>
                    <a:cubicBezTo>
                      <a:pt x="9132" y="2703"/>
                      <a:pt x="9146" y="2708"/>
                      <a:pt x="9157" y="2719"/>
                    </a:cubicBezTo>
                    <a:cubicBezTo>
                      <a:pt x="9185" y="2728"/>
                      <a:pt x="9203" y="2746"/>
                      <a:pt x="9203" y="2774"/>
                    </a:cubicBezTo>
                    <a:lnTo>
                      <a:pt x="9621" y="4082"/>
                    </a:lnTo>
                    <a:cubicBezTo>
                      <a:pt x="9630" y="4101"/>
                      <a:pt x="9630" y="4129"/>
                      <a:pt x="9611" y="4156"/>
                    </a:cubicBezTo>
                    <a:cubicBezTo>
                      <a:pt x="9602" y="4175"/>
                      <a:pt x="9583" y="4194"/>
                      <a:pt x="9556" y="4203"/>
                    </a:cubicBezTo>
                    <a:lnTo>
                      <a:pt x="8693" y="4472"/>
                    </a:lnTo>
                    <a:cubicBezTo>
                      <a:pt x="8600" y="4500"/>
                      <a:pt x="8544" y="4592"/>
                      <a:pt x="8544" y="4685"/>
                    </a:cubicBezTo>
                    <a:cubicBezTo>
                      <a:pt x="8563" y="5010"/>
                      <a:pt x="8535" y="5335"/>
                      <a:pt x="8461" y="5659"/>
                    </a:cubicBezTo>
                    <a:cubicBezTo>
                      <a:pt x="8442" y="5752"/>
                      <a:pt x="8489" y="5845"/>
                      <a:pt x="8572" y="5891"/>
                    </a:cubicBezTo>
                    <a:lnTo>
                      <a:pt x="9379" y="6309"/>
                    </a:lnTo>
                    <a:cubicBezTo>
                      <a:pt x="9426" y="6337"/>
                      <a:pt x="9444" y="6392"/>
                      <a:pt x="9416" y="6439"/>
                    </a:cubicBezTo>
                    <a:lnTo>
                      <a:pt x="8786" y="7654"/>
                    </a:lnTo>
                    <a:cubicBezTo>
                      <a:pt x="8767" y="7682"/>
                      <a:pt x="8749" y="7700"/>
                      <a:pt x="8730" y="7709"/>
                    </a:cubicBezTo>
                    <a:cubicBezTo>
                      <a:pt x="8702" y="7709"/>
                      <a:pt x="8674" y="7709"/>
                      <a:pt x="8656" y="7700"/>
                    </a:cubicBezTo>
                    <a:lnTo>
                      <a:pt x="7849" y="7283"/>
                    </a:lnTo>
                    <a:cubicBezTo>
                      <a:pt x="7818" y="7266"/>
                      <a:pt x="7785" y="7257"/>
                      <a:pt x="7752" y="7257"/>
                    </a:cubicBezTo>
                    <a:cubicBezTo>
                      <a:pt x="7695" y="7257"/>
                      <a:pt x="7639" y="7282"/>
                      <a:pt x="7598" y="7329"/>
                    </a:cubicBezTo>
                    <a:cubicBezTo>
                      <a:pt x="7376" y="7570"/>
                      <a:pt x="7125" y="7784"/>
                      <a:pt x="6847" y="7951"/>
                    </a:cubicBezTo>
                    <a:cubicBezTo>
                      <a:pt x="6763" y="8006"/>
                      <a:pt x="6726" y="8108"/>
                      <a:pt x="6754" y="8201"/>
                    </a:cubicBezTo>
                    <a:lnTo>
                      <a:pt x="7032" y="9064"/>
                    </a:lnTo>
                    <a:cubicBezTo>
                      <a:pt x="7051" y="9110"/>
                      <a:pt x="7023" y="9166"/>
                      <a:pt x="6967" y="9184"/>
                    </a:cubicBezTo>
                    <a:lnTo>
                      <a:pt x="5659" y="9593"/>
                    </a:lnTo>
                    <a:cubicBezTo>
                      <a:pt x="5650" y="9596"/>
                      <a:pt x="5640" y="9598"/>
                      <a:pt x="5630" y="9598"/>
                    </a:cubicBezTo>
                    <a:cubicBezTo>
                      <a:pt x="5591" y="9598"/>
                      <a:pt x="5554" y="9572"/>
                      <a:pt x="5539" y="9528"/>
                    </a:cubicBezTo>
                    <a:lnTo>
                      <a:pt x="5270" y="8665"/>
                    </a:lnTo>
                    <a:cubicBezTo>
                      <a:pt x="5242" y="8581"/>
                      <a:pt x="5158" y="8526"/>
                      <a:pt x="5066" y="8526"/>
                    </a:cubicBezTo>
                    <a:cubicBezTo>
                      <a:pt x="5066" y="8526"/>
                      <a:pt x="5056" y="8526"/>
                      <a:pt x="5056" y="8517"/>
                    </a:cubicBezTo>
                    <a:cubicBezTo>
                      <a:pt x="4992" y="8520"/>
                      <a:pt x="4926" y="8522"/>
                      <a:pt x="4861" y="8522"/>
                    </a:cubicBezTo>
                    <a:cubicBezTo>
                      <a:pt x="4599" y="8522"/>
                      <a:pt x="4335" y="8492"/>
                      <a:pt x="4082" y="8433"/>
                    </a:cubicBezTo>
                    <a:cubicBezTo>
                      <a:pt x="4069" y="8430"/>
                      <a:pt x="4055" y="8429"/>
                      <a:pt x="4041" y="8429"/>
                    </a:cubicBezTo>
                    <a:cubicBezTo>
                      <a:pt x="3963" y="8429"/>
                      <a:pt x="3890" y="8473"/>
                      <a:pt x="3850" y="8544"/>
                    </a:cubicBezTo>
                    <a:lnTo>
                      <a:pt x="3433" y="9351"/>
                    </a:lnTo>
                    <a:cubicBezTo>
                      <a:pt x="3424" y="9370"/>
                      <a:pt x="3396" y="9389"/>
                      <a:pt x="3377" y="9398"/>
                    </a:cubicBezTo>
                    <a:cubicBezTo>
                      <a:pt x="3350" y="9398"/>
                      <a:pt x="3322" y="9398"/>
                      <a:pt x="3303" y="9389"/>
                    </a:cubicBezTo>
                    <a:lnTo>
                      <a:pt x="2088" y="8758"/>
                    </a:lnTo>
                    <a:cubicBezTo>
                      <a:pt x="2042" y="8730"/>
                      <a:pt x="2023" y="8674"/>
                      <a:pt x="2042" y="8628"/>
                    </a:cubicBezTo>
                    <a:lnTo>
                      <a:pt x="2459" y="7821"/>
                    </a:lnTo>
                    <a:cubicBezTo>
                      <a:pt x="2505" y="7737"/>
                      <a:pt x="2487" y="7635"/>
                      <a:pt x="2413" y="7570"/>
                    </a:cubicBezTo>
                    <a:cubicBezTo>
                      <a:pt x="2171" y="7348"/>
                      <a:pt x="1967" y="7097"/>
                      <a:pt x="1791" y="6819"/>
                    </a:cubicBezTo>
                    <a:cubicBezTo>
                      <a:pt x="1748" y="6754"/>
                      <a:pt x="1676" y="6717"/>
                      <a:pt x="1607" y="6717"/>
                    </a:cubicBezTo>
                    <a:cubicBezTo>
                      <a:pt x="1588" y="6717"/>
                      <a:pt x="1568" y="6720"/>
                      <a:pt x="1550" y="6726"/>
                    </a:cubicBezTo>
                    <a:lnTo>
                      <a:pt x="678" y="7004"/>
                    </a:lnTo>
                    <a:cubicBezTo>
                      <a:pt x="668" y="7008"/>
                      <a:pt x="658" y="7010"/>
                      <a:pt x="648" y="7010"/>
                    </a:cubicBezTo>
                    <a:cubicBezTo>
                      <a:pt x="610" y="7010"/>
                      <a:pt x="572" y="6984"/>
                      <a:pt x="557" y="6939"/>
                    </a:cubicBezTo>
                    <a:lnTo>
                      <a:pt x="149" y="5631"/>
                    </a:lnTo>
                    <a:cubicBezTo>
                      <a:pt x="131" y="5585"/>
                      <a:pt x="158" y="5529"/>
                      <a:pt x="214" y="5511"/>
                    </a:cubicBezTo>
                    <a:lnTo>
                      <a:pt x="1077" y="5242"/>
                    </a:lnTo>
                    <a:cubicBezTo>
                      <a:pt x="1160" y="5214"/>
                      <a:pt x="1225" y="5121"/>
                      <a:pt x="1216" y="5028"/>
                    </a:cubicBezTo>
                    <a:cubicBezTo>
                      <a:pt x="1207" y="4704"/>
                      <a:pt x="1234" y="4370"/>
                      <a:pt x="1309" y="4054"/>
                    </a:cubicBezTo>
                    <a:cubicBezTo>
                      <a:pt x="1327" y="3962"/>
                      <a:pt x="1281" y="3860"/>
                      <a:pt x="1197" y="3823"/>
                    </a:cubicBezTo>
                    <a:lnTo>
                      <a:pt x="390" y="3405"/>
                    </a:lnTo>
                    <a:cubicBezTo>
                      <a:pt x="372" y="3387"/>
                      <a:pt x="353" y="3368"/>
                      <a:pt x="344" y="3349"/>
                    </a:cubicBezTo>
                    <a:cubicBezTo>
                      <a:pt x="335" y="3322"/>
                      <a:pt x="344" y="3294"/>
                      <a:pt x="353" y="3275"/>
                    </a:cubicBezTo>
                    <a:lnTo>
                      <a:pt x="984" y="2060"/>
                    </a:lnTo>
                    <a:cubicBezTo>
                      <a:pt x="1005" y="2026"/>
                      <a:pt x="1041" y="2006"/>
                      <a:pt x="1077" y="2006"/>
                    </a:cubicBezTo>
                    <a:cubicBezTo>
                      <a:pt x="1089" y="2006"/>
                      <a:pt x="1102" y="2009"/>
                      <a:pt x="1114" y="2014"/>
                    </a:cubicBezTo>
                    <a:lnTo>
                      <a:pt x="1921" y="2431"/>
                    </a:lnTo>
                    <a:cubicBezTo>
                      <a:pt x="1952" y="2448"/>
                      <a:pt x="1985" y="2456"/>
                      <a:pt x="2018" y="2456"/>
                    </a:cubicBezTo>
                    <a:cubicBezTo>
                      <a:pt x="2074" y="2456"/>
                      <a:pt x="2130" y="2432"/>
                      <a:pt x="2171" y="2385"/>
                    </a:cubicBezTo>
                    <a:cubicBezTo>
                      <a:pt x="2394" y="2143"/>
                      <a:pt x="2645" y="1930"/>
                      <a:pt x="2923" y="1763"/>
                    </a:cubicBezTo>
                    <a:cubicBezTo>
                      <a:pt x="2997" y="1707"/>
                      <a:pt x="3034" y="1605"/>
                      <a:pt x="3006" y="1513"/>
                    </a:cubicBezTo>
                    <a:lnTo>
                      <a:pt x="2737" y="650"/>
                    </a:lnTo>
                    <a:cubicBezTo>
                      <a:pt x="2728" y="631"/>
                      <a:pt x="2728" y="604"/>
                      <a:pt x="2747" y="585"/>
                    </a:cubicBezTo>
                    <a:cubicBezTo>
                      <a:pt x="2756" y="557"/>
                      <a:pt x="2774" y="539"/>
                      <a:pt x="2802" y="529"/>
                    </a:cubicBezTo>
                    <a:lnTo>
                      <a:pt x="4110" y="121"/>
                    </a:lnTo>
                    <a:cubicBezTo>
                      <a:pt x="4120" y="117"/>
                      <a:pt x="4131" y="114"/>
                      <a:pt x="4144" y="114"/>
                    </a:cubicBezTo>
                    <a:close/>
                    <a:moveTo>
                      <a:pt x="4132" y="0"/>
                    </a:moveTo>
                    <a:cubicBezTo>
                      <a:pt x="4113" y="0"/>
                      <a:pt x="4093" y="3"/>
                      <a:pt x="4073" y="10"/>
                    </a:cubicBezTo>
                    <a:lnTo>
                      <a:pt x="2765" y="427"/>
                    </a:lnTo>
                    <a:cubicBezTo>
                      <a:pt x="2709" y="446"/>
                      <a:pt x="2663" y="483"/>
                      <a:pt x="2645" y="529"/>
                    </a:cubicBezTo>
                    <a:cubicBezTo>
                      <a:pt x="2617" y="585"/>
                      <a:pt x="2607" y="641"/>
                      <a:pt x="2626" y="696"/>
                    </a:cubicBezTo>
                    <a:lnTo>
                      <a:pt x="2895" y="1559"/>
                    </a:lnTo>
                    <a:cubicBezTo>
                      <a:pt x="2914" y="1596"/>
                      <a:pt x="2895" y="1643"/>
                      <a:pt x="2858" y="1661"/>
                    </a:cubicBezTo>
                    <a:cubicBezTo>
                      <a:pt x="2570" y="1847"/>
                      <a:pt x="2311" y="2060"/>
                      <a:pt x="2088" y="2310"/>
                    </a:cubicBezTo>
                    <a:cubicBezTo>
                      <a:pt x="2069" y="2335"/>
                      <a:pt x="2043" y="2348"/>
                      <a:pt x="2016" y="2348"/>
                    </a:cubicBezTo>
                    <a:cubicBezTo>
                      <a:pt x="2002" y="2348"/>
                      <a:pt x="1989" y="2344"/>
                      <a:pt x="1977" y="2338"/>
                    </a:cubicBezTo>
                    <a:lnTo>
                      <a:pt x="1170" y="1921"/>
                    </a:lnTo>
                    <a:cubicBezTo>
                      <a:pt x="1137" y="1903"/>
                      <a:pt x="1102" y="1895"/>
                      <a:pt x="1068" y="1895"/>
                    </a:cubicBezTo>
                    <a:cubicBezTo>
                      <a:pt x="993" y="1895"/>
                      <a:pt x="920" y="1934"/>
                      <a:pt x="882" y="2004"/>
                    </a:cubicBezTo>
                    <a:lnTo>
                      <a:pt x="251" y="3229"/>
                    </a:lnTo>
                    <a:cubicBezTo>
                      <a:pt x="223" y="3275"/>
                      <a:pt x="223" y="3331"/>
                      <a:pt x="233" y="3387"/>
                    </a:cubicBezTo>
                    <a:cubicBezTo>
                      <a:pt x="251" y="3442"/>
                      <a:pt x="288" y="3479"/>
                      <a:pt x="344" y="3507"/>
                    </a:cubicBezTo>
                    <a:lnTo>
                      <a:pt x="1142" y="3925"/>
                    </a:lnTo>
                    <a:cubicBezTo>
                      <a:pt x="1179" y="3943"/>
                      <a:pt x="1197" y="3990"/>
                      <a:pt x="1188" y="4036"/>
                    </a:cubicBezTo>
                    <a:cubicBezTo>
                      <a:pt x="1114" y="4361"/>
                      <a:pt x="1086" y="4695"/>
                      <a:pt x="1105" y="5038"/>
                    </a:cubicBezTo>
                    <a:cubicBezTo>
                      <a:pt x="1105" y="5084"/>
                      <a:pt x="1086" y="5121"/>
                      <a:pt x="1040" y="5131"/>
                    </a:cubicBezTo>
                    <a:lnTo>
                      <a:pt x="177" y="5409"/>
                    </a:lnTo>
                    <a:cubicBezTo>
                      <a:pt x="66" y="5437"/>
                      <a:pt x="1" y="5557"/>
                      <a:pt x="38" y="5669"/>
                    </a:cubicBezTo>
                    <a:lnTo>
                      <a:pt x="455" y="6977"/>
                    </a:lnTo>
                    <a:cubicBezTo>
                      <a:pt x="478" y="7067"/>
                      <a:pt x="561" y="7126"/>
                      <a:pt x="651" y="7126"/>
                    </a:cubicBezTo>
                    <a:cubicBezTo>
                      <a:pt x="672" y="7126"/>
                      <a:pt x="694" y="7123"/>
                      <a:pt x="715" y="7116"/>
                    </a:cubicBezTo>
                    <a:lnTo>
                      <a:pt x="1578" y="6847"/>
                    </a:lnTo>
                    <a:cubicBezTo>
                      <a:pt x="1590" y="6842"/>
                      <a:pt x="1603" y="6839"/>
                      <a:pt x="1614" y="6839"/>
                    </a:cubicBezTo>
                    <a:cubicBezTo>
                      <a:pt x="1647" y="6839"/>
                      <a:pt x="1675" y="6857"/>
                      <a:pt x="1689" y="6884"/>
                    </a:cubicBezTo>
                    <a:cubicBezTo>
                      <a:pt x="1875" y="7171"/>
                      <a:pt x="2088" y="7431"/>
                      <a:pt x="2338" y="7654"/>
                    </a:cubicBezTo>
                    <a:cubicBezTo>
                      <a:pt x="2375" y="7691"/>
                      <a:pt x="2375" y="7728"/>
                      <a:pt x="2357" y="7774"/>
                    </a:cubicBezTo>
                    <a:lnTo>
                      <a:pt x="1939" y="8572"/>
                    </a:lnTo>
                    <a:cubicBezTo>
                      <a:pt x="1893" y="8674"/>
                      <a:pt x="1930" y="8804"/>
                      <a:pt x="2032" y="8860"/>
                    </a:cubicBezTo>
                    <a:lnTo>
                      <a:pt x="3247" y="9491"/>
                    </a:lnTo>
                    <a:cubicBezTo>
                      <a:pt x="3283" y="9509"/>
                      <a:pt x="3319" y="9519"/>
                      <a:pt x="3355" y="9519"/>
                    </a:cubicBezTo>
                    <a:cubicBezTo>
                      <a:pt x="3375" y="9519"/>
                      <a:pt x="3395" y="9516"/>
                      <a:pt x="3414" y="9509"/>
                    </a:cubicBezTo>
                    <a:cubicBezTo>
                      <a:pt x="3461" y="9491"/>
                      <a:pt x="3507" y="9453"/>
                      <a:pt x="3535" y="9407"/>
                    </a:cubicBezTo>
                    <a:lnTo>
                      <a:pt x="3953" y="8600"/>
                    </a:lnTo>
                    <a:cubicBezTo>
                      <a:pt x="3968" y="8569"/>
                      <a:pt x="4002" y="8551"/>
                      <a:pt x="4040" y="8551"/>
                    </a:cubicBezTo>
                    <a:cubicBezTo>
                      <a:pt x="4048" y="8551"/>
                      <a:pt x="4056" y="8552"/>
                      <a:pt x="4064" y="8554"/>
                    </a:cubicBezTo>
                    <a:cubicBezTo>
                      <a:pt x="4324" y="8613"/>
                      <a:pt x="4589" y="8643"/>
                      <a:pt x="4861" y="8643"/>
                    </a:cubicBezTo>
                    <a:cubicBezTo>
                      <a:pt x="4929" y="8643"/>
                      <a:pt x="4997" y="8641"/>
                      <a:pt x="5066" y="8637"/>
                    </a:cubicBezTo>
                    <a:cubicBezTo>
                      <a:pt x="5112" y="8637"/>
                      <a:pt x="5149" y="8665"/>
                      <a:pt x="5158" y="8702"/>
                    </a:cubicBezTo>
                    <a:lnTo>
                      <a:pt x="5428" y="9565"/>
                    </a:lnTo>
                    <a:cubicBezTo>
                      <a:pt x="5455" y="9658"/>
                      <a:pt x="5539" y="9713"/>
                      <a:pt x="5632" y="9713"/>
                    </a:cubicBezTo>
                    <a:cubicBezTo>
                      <a:pt x="5650" y="9713"/>
                      <a:pt x="5678" y="9713"/>
                      <a:pt x="5697" y="9704"/>
                    </a:cubicBezTo>
                    <a:lnTo>
                      <a:pt x="7005" y="9296"/>
                    </a:lnTo>
                    <a:cubicBezTo>
                      <a:pt x="7116" y="9259"/>
                      <a:pt x="7172" y="9138"/>
                      <a:pt x="7144" y="9027"/>
                    </a:cubicBezTo>
                    <a:lnTo>
                      <a:pt x="6865" y="8164"/>
                    </a:lnTo>
                    <a:cubicBezTo>
                      <a:pt x="6856" y="8127"/>
                      <a:pt x="6875" y="8081"/>
                      <a:pt x="6912" y="8053"/>
                    </a:cubicBezTo>
                    <a:cubicBezTo>
                      <a:pt x="7190" y="7876"/>
                      <a:pt x="7450" y="7654"/>
                      <a:pt x="7682" y="7413"/>
                    </a:cubicBezTo>
                    <a:cubicBezTo>
                      <a:pt x="7700" y="7388"/>
                      <a:pt x="7727" y="7375"/>
                      <a:pt x="7754" y="7375"/>
                    </a:cubicBezTo>
                    <a:cubicBezTo>
                      <a:pt x="7767" y="7375"/>
                      <a:pt x="7781" y="7379"/>
                      <a:pt x="7793" y="7385"/>
                    </a:cubicBezTo>
                    <a:lnTo>
                      <a:pt x="8600" y="7802"/>
                    </a:lnTo>
                    <a:cubicBezTo>
                      <a:pt x="8630" y="7820"/>
                      <a:pt x="8664" y="7830"/>
                      <a:pt x="8699" y="7830"/>
                    </a:cubicBezTo>
                    <a:cubicBezTo>
                      <a:pt x="8718" y="7830"/>
                      <a:pt x="8738" y="7827"/>
                      <a:pt x="8758" y="7821"/>
                    </a:cubicBezTo>
                    <a:cubicBezTo>
                      <a:pt x="8814" y="7802"/>
                      <a:pt x="8860" y="7765"/>
                      <a:pt x="8888" y="7709"/>
                    </a:cubicBezTo>
                    <a:lnTo>
                      <a:pt x="9519" y="6494"/>
                    </a:lnTo>
                    <a:cubicBezTo>
                      <a:pt x="9574" y="6392"/>
                      <a:pt x="9528" y="6262"/>
                      <a:pt x="9426" y="6207"/>
                    </a:cubicBezTo>
                    <a:lnTo>
                      <a:pt x="8619" y="5789"/>
                    </a:lnTo>
                    <a:cubicBezTo>
                      <a:pt x="8582" y="5771"/>
                      <a:pt x="8563" y="5734"/>
                      <a:pt x="8572" y="5687"/>
                    </a:cubicBezTo>
                    <a:cubicBezTo>
                      <a:pt x="8647" y="5353"/>
                      <a:pt x="8674" y="5019"/>
                      <a:pt x="8665" y="4685"/>
                    </a:cubicBezTo>
                    <a:cubicBezTo>
                      <a:pt x="8665" y="4639"/>
                      <a:pt x="8684" y="4602"/>
                      <a:pt x="8730" y="4583"/>
                    </a:cubicBezTo>
                    <a:lnTo>
                      <a:pt x="9593" y="4314"/>
                    </a:lnTo>
                    <a:cubicBezTo>
                      <a:pt x="9648" y="4296"/>
                      <a:pt x="9686" y="4259"/>
                      <a:pt x="9713" y="4212"/>
                    </a:cubicBezTo>
                    <a:cubicBezTo>
                      <a:pt x="9741" y="4156"/>
                      <a:pt x="9750" y="4101"/>
                      <a:pt x="9732" y="4045"/>
                    </a:cubicBezTo>
                    <a:lnTo>
                      <a:pt x="9314" y="2737"/>
                    </a:lnTo>
                    <a:cubicBezTo>
                      <a:pt x="9296" y="2682"/>
                      <a:pt x="9259" y="2644"/>
                      <a:pt x="9212" y="2617"/>
                    </a:cubicBezTo>
                    <a:cubicBezTo>
                      <a:pt x="9182" y="2599"/>
                      <a:pt x="9145" y="2588"/>
                      <a:pt x="9109" y="2588"/>
                    </a:cubicBezTo>
                    <a:cubicBezTo>
                      <a:pt x="9090" y="2588"/>
                      <a:pt x="9071" y="2591"/>
                      <a:pt x="9055" y="2598"/>
                    </a:cubicBezTo>
                    <a:lnTo>
                      <a:pt x="8183" y="2876"/>
                    </a:lnTo>
                    <a:cubicBezTo>
                      <a:pt x="8176" y="2878"/>
                      <a:pt x="8170" y="2879"/>
                      <a:pt x="8163" y="2879"/>
                    </a:cubicBezTo>
                    <a:cubicBezTo>
                      <a:pt x="8130" y="2879"/>
                      <a:pt x="8096" y="2861"/>
                      <a:pt x="8081" y="2830"/>
                    </a:cubicBezTo>
                    <a:cubicBezTo>
                      <a:pt x="7895" y="2552"/>
                      <a:pt x="7682" y="2292"/>
                      <a:pt x="7431" y="2060"/>
                    </a:cubicBezTo>
                    <a:cubicBezTo>
                      <a:pt x="7394" y="2032"/>
                      <a:pt x="7385" y="1986"/>
                      <a:pt x="7413" y="1949"/>
                    </a:cubicBezTo>
                    <a:lnTo>
                      <a:pt x="7830" y="1142"/>
                    </a:lnTo>
                    <a:cubicBezTo>
                      <a:pt x="7849" y="1095"/>
                      <a:pt x="7858" y="1040"/>
                      <a:pt x="7839" y="984"/>
                    </a:cubicBezTo>
                    <a:cubicBezTo>
                      <a:pt x="7821" y="928"/>
                      <a:pt x="7784" y="882"/>
                      <a:pt x="7737" y="854"/>
                    </a:cubicBezTo>
                    <a:lnTo>
                      <a:pt x="6522" y="223"/>
                    </a:lnTo>
                    <a:cubicBezTo>
                      <a:pt x="6492" y="208"/>
                      <a:pt x="6461" y="201"/>
                      <a:pt x="6430" y="201"/>
                    </a:cubicBezTo>
                    <a:cubicBezTo>
                      <a:pt x="6405" y="201"/>
                      <a:pt x="6380" y="206"/>
                      <a:pt x="6355" y="214"/>
                    </a:cubicBezTo>
                    <a:cubicBezTo>
                      <a:pt x="6300" y="232"/>
                      <a:pt x="6262" y="270"/>
                      <a:pt x="6235" y="316"/>
                    </a:cubicBezTo>
                    <a:lnTo>
                      <a:pt x="5817" y="1123"/>
                    </a:lnTo>
                    <a:cubicBezTo>
                      <a:pt x="5802" y="1154"/>
                      <a:pt x="5767" y="1172"/>
                      <a:pt x="5730" y="1172"/>
                    </a:cubicBezTo>
                    <a:cubicBezTo>
                      <a:pt x="5722" y="1172"/>
                      <a:pt x="5714" y="1171"/>
                      <a:pt x="5706" y="1169"/>
                    </a:cubicBezTo>
                    <a:cubicBezTo>
                      <a:pt x="5421" y="1104"/>
                      <a:pt x="5129" y="1075"/>
                      <a:pt x="4830" y="1075"/>
                    </a:cubicBezTo>
                    <a:cubicBezTo>
                      <a:pt x="4788" y="1075"/>
                      <a:pt x="4746" y="1076"/>
                      <a:pt x="4704" y="1077"/>
                    </a:cubicBezTo>
                    <a:cubicBezTo>
                      <a:pt x="4699" y="1078"/>
                      <a:pt x="4694" y="1078"/>
                      <a:pt x="4689" y="1078"/>
                    </a:cubicBezTo>
                    <a:cubicBezTo>
                      <a:pt x="4655" y="1078"/>
                      <a:pt x="4619" y="1052"/>
                      <a:pt x="4611" y="1012"/>
                    </a:cubicBezTo>
                    <a:lnTo>
                      <a:pt x="4342" y="149"/>
                    </a:lnTo>
                    <a:cubicBezTo>
                      <a:pt x="4324" y="93"/>
                      <a:pt x="4286" y="56"/>
                      <a:pt x="4231" y="28"/>
                    </a:cubicBezTo>
                    <a:cubicBezTo>
                      <a:pt x="4201" y="10"/>
                      <a:pt x="4167" y="0"/>
                      <a:pt x="41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6" name="Google Shape;286;p19"/>
              <p:cNvSpPr/>
              <p:nvPr/>
            </p:nvSpPr>
            <p:spPr>
              <a:xfrm>
                <a:off x="7084600" y="1809400"/>
                <a:ext cx="406325" cy="280875"/>
              </a:xfrm>
              <a:custGeom>
                <a:avLst/>
                <a:gdLst/>
                <a:ahLst/>
                <a:cxnLst/>
                <a:rect l="l" t="t" r="r" b="b"/>
                <a:pathLst>
                  <a:path w="16253" h="11235" extrusionOk="0">
                    <a:moveTo>
                      <a:pt x="427" y="0"/>
                    </a:moveTo>
                    <a:cubicBezTo>
                      <a:pt x="195" y="0"/>
                      <a:pt x="0" y="195"/>
                      <a:pt x="0" y="427"/>
                    </a:cubicBezTo>
                    <a:lnTo>
                      <a:pt x="0" y="11086"/>
                    </a:lnTo>
                    <a:cubicBezTo>
                      <a:pt x="0" y="11169"/>
                      <a:pt x="65" y="11234"/>
                      <a:pt x="149" y="11234"/>
                    </a:cubicBezTo>
                    <a:lnTo>
                      <a:pt x="16104" y="11234"/>
                    </a:lnTo>
                    <a:cubicBezTo>
                      <a:pt x="16188" y="11234"/>
                      <a:pt x="16253" y="11169"/>
                      <a:pt x="16253" y="11086"/>
                    </a:cubicBezTo>
                    <a:lnTo>
                      <a:pt x="16253" y="427"/>
                    </a:lnTo>
                    <a:cubicBezTo>
                      <a:pt x="16253" y="195"/>
                      <a:pt x="16058" y="0"/>
                      <a:pt x="158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7" name="Google Shape;287;p19"/>
              <p:cNvSpPr/>
              <p:nvPr/>
            </p:nvSpPr>
            <p:spPr>
              <a:xfrm>
                <a:off x="7083200" y="1808000"/>
                <a:ext cx="409125" cy="283900"/>
              </a:xfrm>
              <a:custGeom>
                <a:avLst/>
                <a:gdLst/>
                <a:ahLst/>
                <a:cxnLst/>
                <a:rect l="l" t="t" r="r" b="b"/>
                <a:pathLst>
                  <a:path w="16365" h="11356" extrusionOk="0">
                    <a:moveTo>
                      <a:pt x="15882" y="121"/>
                    </a:moveTo>
                    <a:cubicBezTo>
                      <a:pt x="16086" y="121"/>
                      <a:pt x="16244" y="279"/>
                      <a:pt x="16244" y="483"/>
                    </a:cubicBezTo>
                    <a:lnTo>
                      <a:pt x="16244" y="11142"/>
                    </a:lnTo>
                    <a:cubicBezTo>
                      <a:pt x="16244" y="11198"/>
                      <a:pt x="16207" y="11235"/>
                      <a:pt x="16160" y="11235"/>
                    </a:cubicBezTo>
                    <a:lnTo>
                      <a:pt x="205" y="11235"/>
                    </a:lnTo>
                    <a:cubicBezTo>
                      <a:pt x="158" y="11235"/>
                      <a:pt x="112" y="11198"/>
                      <a:pt x="112" y="11142"/>
                    </a:cubicBezTo>
                    <a:lnTo>
                      <a:pt x="112" y="483"/>
                    </a:lnTo>
                    <a:cubicBezTo>
                      <a:pt x="112" y="279"/>
                      <a:pt x="279" y="121"/>
                      <a:pt x="483" y="121"/>
                    </a:cubicBezTo>
                    <a:close/>
                    <a:moveTo>
                      <a:pt x="483" y="1"/>
                    </a:moveTo>
                    <a:cubicBezTo>
                      <a:pt x="214" y="1"/>
                      <a:pt x="0" y="214"/>
                      <a:pt x="0" y="483"/>
                    </a:cubicBezTo>
                    <a:lnTo>
                      <a:pt x="0" y="11142"/>
                    </a:lnTo>
                    <a:cubicBezTo>
                      <a:pt x="0" y="11262"/>
                      <a:pt x="93" y="11355"/>
                      <a:pt x="205" y="11355"/>
                    </a:cubicBezTo>
                    <a:lnTo>
                      <a:pt x="16160" y="11355"/>
                    </a:lnTo>
                    <a:cubicBezTo>
                      <a:pt x="16272" y="11355"/>
                      <a:pt x="16365" y="11262"/>
                      <a:pt x="16365" y="11142"/>
                    </a:cubicBezTo>
                    <a:lnTo>
                      <a:pt x="16365" y="483"/>
                    </a:lnTo>
                    <a:cubicBezTo>
                      <a:pt x="16365" y="214"/>
                      <a:pt x="16151" y="1"/>
                      <a:pt x="158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8" name="Google Shape;288;p19"/>
              <p:cNvSpPr/>
              <p:nvPr/>
            </p:nvSpPr>
            <p:spPr>
              <a:xfrm>
                <a:off x="7114275" y="1836525"/>
                <a:ext cx="346975" cy="226850"/>
              </a:xfrm>
              <a:custGeom>
                <a:avLst/>
                <a:gdLst/>
                <a:ahLst/>
                <a:cxnLst/>
                <a:rect l="l" t="t" r="r" b="b"/>
                <a:pathLst>
                  <a:path w="13879" h="9074" extrusionOk="0">
                    <a:moveTo>
                      <a:pt x="1" y="1"/>
                    </a:moveTo>
                    <a:lnTo>
                      <a:pt x="1" y="9073"/>
                    </a:lnTo>
                    <a:lnTo>
                      <a:pt x="13879" y="9073"/>
                    </a:lnTo>
                    <a:lnTo>
                      <a:pt x="13879" y="7394"/>
                    </a:lnTo>
                    <a:lnTo>
                      <a:pt x="13879" y="2097"/>
                    </a:lnTo>
                    <a:lnTo>
                      <a:pt x="1387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9" name="Google Shape;289;p19"/>
              <p:cNvSpPr/>
              <p:nvPr/>
            </p:nvSpPr>
            <p:spPr>
              <a:xfrm>
                <a:off x="7112875" y="1834900"/>
                <a:ext cx="349775" cy="229850"/>
              </a:xfrm>
              <a:custGeom>
                <a:avLst/>
                <a:gdLst/>
                <a:ahLst/>
                <a:cxnLst/>
                <a:rect l="l" t="t" r="r" b="b"/>
                <a:pathLst>
                  <a:path w="13991" h="9194" extrusionOk="0">
                    <a:moveTo>
                      <a:pt x="57" y="1"/>
                    </a:moveTo>
                    <a:cubicBezTo>
                      <a:pt x="29" y="1"/>
                      <a:pt x="1" y="29"/>
                      <a:pt x="1" y="66"/>
                    </a:cubicBezTo>
                    <a:lnTo>
                      <a:pt x="1" y="9138"/>
                    </a:lnTo>
                    <a:cubicBezTo>
                      <a:pt x="1" y="9175"/>
                      <a:pt x="29" y="9194"/>
                      <a:pt x="57" y="9194"/>
                    </a:cubicBezTo>
                    <a:lnTo>
                      <a:pt x="13935" y="9194"/>
                    </a:lnTo>
                    <a:cubicBezTo>
                      <a:pt x="13962" y="9194"/>
                      <a:pt x="13990" y="9175"/>
                      <a:pt x="13990" y="9138"/>
                    </a:cubicBezTo>
                    <a:lnTo>
                      <a:pt x="13990" y="7459"/>
                    </a:lnTo>
                    <a:cubicBezTo>
                      <a:pt x="13990" y="7431"/>
                      <a:pt x="13962" y="7403"/>
                      <a:pt x="13935" y="7403"/>
                    </a:cubicBezTo>
                    <a:cubicBezTo>
                      <a:pt x="13897" y="7403"/>
                      <a:pt x="13870" y="7431"/>
                      <a:pt x="13870" y="7459"/>
                    </a:cubicBezTo>
                    <a:lnTo>
                      <a:pt x="13870" y="9083"/>
                    </a:lnTo>
                    <a:lnTo>
                      <a:pt x="112" y="9083"/>
                    </a:lnTo>
                    <a:lnTo>
                      <a:pt x="112" y="121"/>
                    </a:lnTo>
                    <a:lnTo>
                      <a:pt x="13870" y="121"/>
                    </a:lnTo>
                    <a:lnTo>
                      <a:pt x="13870" y="2162"/>
                    </a:lnTo>
                    <a:cubicBezTo>
                      <a:pt x="13870" y="2190"/>
                      <a:pt x="13897" y="2218"/>
                      <a:pt x="13935" y="2218"/>
                    </a:cubicBezTo>
                    <a:cubicBezTo>
                      <a:pt x="13962" y="2218"/>
                      <a:pt x="13990" y="2190"/>
                      <a:pt x="13990" y="2162"/>
                    </a:cubicBezTo>
                    <a:lnTo>
                      <a:pt x="13990" y="66"/>
                    </a:lnTo>
                    <a:cubicBezTo>
                      <a:pt x="13990" y="29"/>
                      <a:pt x="13962" y="1"/>
                      <a:pt x="139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0" name="Google Shape;290;p19"/>
              <p:cNvSpPr/>
              <p:nvPr/>
            </p:nvSpPr>
            <p:spPr>
              <a:xfrm>
                <a:off x="7459600" y="1907275"/>
                <a:ext cx="3050" cy="76075"/>
              </a:xfrm>
              <a:custGeom>
                <a:avLst/>
                <a:gdLst/>
                <a:ahLst/>
                <a:cxnLst/>
                <a:rect l="l" t="t" r="r" b="b"/>
                <a:pathLst>
                  <a:path w="122" h="3043" extrusionOk="0">
                    <a:moveTo>
                      <a:pt x="66" y="0"/>
                    </a:moveTo>
                    <a:cubicBezTo>
                      <a:pt x="28" y="0"/>
                      <a:pt x="1" y="19"/>
                      <a:pt x="1" y="56"/>
                    </a:cubicBezTo>
                    <a:lnTo>
                      <a:pt x="1" y="2987"/>
                    </a:lnTo>
                    <a:cubicBezTo>
                      <a:pt x="1" y="3015"/>
                      <a:pt x="28" y="3043"/>
                      <a:pt x="66" y="3043"/>
                    </a:cubicBezTo>
                    <a:cubicBezTo>
                      <a:pt x="93" y="3043"/>
                      <a:pt x="121" y="3015"/>
                      <a:pt x="121" y="2987"/>
                    </a:cubicBezTo>
                    <a:lnTo>
                      <a:pt x="121" y="56"/>
                    </a:lnTo>
                    <a:cubicBezTo>
                      <a:pt x="121" y="19"/>
                      <a:pt x="93"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1" name="Google Shape;291;p19"/>
              <p:cNvSpPr/>
              <p:nvPr/>
            </p:nvSpPr>
            <p:spPr>
              <a:xfrm>
                <a:off x="7283100" y="1818675"/>
                <a:ext cx="9325" cy="9075"/>
              </a:xfrm>
              <a:custGeom>
                <a:avLst/>
                <a:gdLst/>
                <a:ahLst/>
                <a:cxnLst/>
                <a:rect l="l" t="t" r="r" b="b"/>
                <a:pathLst>
                  <a:path w="373" h="363" extrusionOk="0">
                    <a:moveTo>
                      <a:pt x="187" y="121"/>
                    </a:moveTo>
                    <a:cubicBezTo>
                      <a:pt x="224" y="121"/>
                      <a:pt x="251" y="149"/>
                      <a:pt x="251" y="186"/>
                    </a:cubicBezTo>
                    <a:cubicBezTo>
                      <a:pt x="251" y="223"/>
                      <a:pt x="224" y="251"/>
                      <a:pt x="187" y="251"/>
                    </a:cubicBezTo>
                    <a:cubicBezTo>
                      <a:pt x="149" y="251"/>
                      <a:pt x="122" y="223"/>
                      <a:pt x="122" y="186"/>
                    </a:cubicBezTo>
                    <a:cubicBezTo>
                      <a:pt x="122" y="149"/>
                      <a:pt x="149" y="121"/>
                      <a:pt x="187" y="121"/>
                    </a:cubicBezTo>
                    <a:close/>
                    <a:moveTo>
                      <a:pt x="187" y="0"/>
                    </a:moveTo>
                    <a:cubicBezTo>
                      <a:pt x="84" y="0"/>
                      <a:pt x="1" y="84"/>
                      <a:pt x="1" y="186"/>
                    </a:cubicBezTo>
                    <a:cubicBezTo>
                      <a:pt x="1" y="279"/>
                      <a:pt x="84" y="362"/>
                      <a:pt x="187" y="362"/>
                    </a:cubicBezTo>
                    <a:cubicBezTo>
                      <a:pt x="289" y="362"/>
                      <a:pt x="372" y="288"/>
                      <a:pt x="372" y="186"/>
                    </a:cubicBezTo>
                    <a:cubicBezTo>
                      <a:pt x="372" y="84"/>
                      <a:pt x="289" y="0"/>
                      <a:pt x="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2" name="Google Shape;292;p19"/>
              <p:cNvSpPr/>
              <p:nvPr/>
            </p:nvSpPr>
            <p:spPr>
              <a:xfrm>
                <a:off x="7018025" y="2088150"/>
                <a:ext cx="539250" cy="36450"/>
              </a:xfrm>
              <a:custGeom>
                <a:avLst/>
                <a:gdLst/>
                <a:ahLst/>
                <a:cxnLst/>
                <a:rect l="l" t="t" r="r" b="b"/>
                <a:pathLst>
                  <a:path w="21570" h="1458" extrusionOk="0">
                    <a:moveTo>
                      <a:pt x="1" y="1"/>
                    </a:moveTo>
                    <a:lnTo>
                      <a:pt x="1" y="891"/>
                    </a:lnTo>
                    <a:cubicBezTo>
                      <a:pt x="1" y="1207"/>
                      <a:pt x="260" y="1457"/>
                      <a:pt x="576" y="1457"/>
                    </a:cubicBezTo>
                    <a:lnTo>
                      <a:pt x="21003" y="1457"/>
                    </a:lnTo>
                    <a:cubicBezTo>
                      <a:pt x="21319" y="1457"/>
                      <a:pt x="21569" y="1207"/>
                      <a:pt x="21569" y="891"/>
                    </a:cubicBezTo>
                    <a:lnTo>
                      <a:pt x="2156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3" name="Google Shape;293;p19"/>
              <p:cNvSpPr/>
              <p:nvPr/>
            </p:nvSpPr>
            <p:spPr>
              <a:xfrm>
                <a:off x="7016650" y="2086775"/>
                <a:ext cx="542225" cy="39200"/>
              </a:xfrm>
              <a:custGeom>
                <a:avLst/>
                <a:gdLst/>
                <a:ahLst/>
                <a:cxnLst/>
                <a:rect l="l" t="t" r="r" b="b"/>
                <a:pathLst>
                  <a:path w="21689" h="1568" extrusionOk="0">
                    <a:moveTo>
                      <a:pt x="21568" y="111"/>
                    </a:moveTo>
                    <a:lnTo>
                      <a:pt x="21568" y="946"/>
                    </a:lnTo>
                    <a:cubicBezTo>
                      <a:pt x="21568" y="1225"/>
                      <a:pt x="21336" y="1457"/>
                      <a:pt x="21058" y="1457"/>
                    </a:cubicBezTo>
                    <a:lnTo>
                      <a:pt x="631" y="1457"/>
                    </a:lnTo>
                    <a:cubicBezTo>
                      <a:pt x="343" y="1457"/>
                      <a:pt x="121" y="1225"/>
                      <a:pt x="121" y="946"/>
                    </a:cubicBezTo>
                    <a:lnTo>
                      <a:pt x="121" y="111"/>
                    </a:lnTo>
                    <a:close/>
                    <a:moveTo>
                      <a:pt x="56" y="0"/>
                    </a:moveTo>
                    <a:cubicBezTo>
                      <a:pt x="28" y="0"/>
                      <a:pt x="0" y="28"/>
                      <a:pt x="0" y="56"/>
                    </a:cubicBezTo>
                    <a:lnTo>
                      <a:pt x="0" y="946"/>
                    </a:lnTo>
                    <a:cubicBezTo>
                      <a:pt x="0" y="1290"/>
                      <a:pt x="278" y="1568"/>
                      <a:pt x="631" y="1568"/>
                    </a:cubicBezTo>
                    <a:lnTo>
                      <a:pt x="21058" y="1568"/>
                    </a:lnTo>
                    <a:cubicBezTo>
                      <a:pt x="21401" y="1568"/>
                      <a:pt x="21689" y="1290"/>
                      <a:pt x="21689" y="946"/>
                    </a:cubicBezTo>
                    <a:lnTo>
                      <a:pt x="21689" y="56"/>
                    </a:lnTo>
                    <a:cubicBezTo>
                      <a:pt x="21689" y="28"/>
                      <a:pt x="21661" y="0"/>
                      <a:pt x="216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4" name="Google Shape;294;p19"/>
              <p:cNvSpPr/>
              <p:nvPr/>
            </p:nvSpPr>
            <p:spPr>
              <a:xfrm>
                <a:off x="7021750" y="2114600"/>
                <a:ext cx="531800" cy="2800"/>
              </a:xfrm>
              <a:custGeom>
                <a:avLst/>
                <a:gdLst/>
                <a:ahLst/>
                <a:cxnLst/>
                <a:rect l="l" t="t" r="r" b="b"/>
                <a:pathLst>
                  <a:path w="21272" h="112" extrusionOk="0">
                    <a:moveTo>
                      <a:pt x="65" y="0"/>
                    </a:moveTo>
                    <a:cubicBezTo>
                      <a:pt x="28" y="0"/>
                      <a:pt x="0" y="28"/>
                      <a:pt x="0" y="56"/>
                    </a:cubicBezTo>
                    <a:cubicBezTo>
                      <a:pt x="0" y="93"/>
                      <a:pt x="28" y="112"/>
                      <a:pt x="65" y="112"/>
                    </a:cubicBezTo>
                    <a:lnTo>
                      <a:pt x="21216" y="112"/>
                    </a:lnTo>
                    <a:cubicBezTo>
                      <a:pt x="21253" y="112"/>
                      <a:pt x="21272" y="93"/>
                      <a:pt x="21272" y="56"/>
                    </a:cubicBezTo>
                    <a:cubicBezTo>
                      <a:pt x="21272" y="28"/>
                      <a:pt x="21253" y="0"/>
                      <a:pt x="21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5" name="Google Shape;295;p19"/>
              <p:cNvSpPr/>
              <p:nvPr/>
            </p:nvSpPr>
            <p:spPr>
              <a:xfrm>
                <a:off x="7236275" y="2090475"/>
                <a:ext cx="102975" cy="11400"/>
              </a:xfrm>
              <a:custGeom>
                <a:avLst/>
                <a:gdLst/>
                <a:ahLst/>
                <a:cxnLst/>
                <a:rect l="l" t="t" r="r" b="b"/>
                <a:pathLst>
                  <a:path w="4119" h="456" extrusionOk="0">
                    <a:moveTo>
                      <a:pt x="0" y="1"/>
                    </a:moveTo>
                    <a:lnTo>
                      <a:pt x="0" y="455"/>
                    </a:lnTo>
                    <a:lnTo>
                      <a:pt x="4119" y="455"/>
                    </a:lnTo>
                    <a:lnTo>
                      <a:pt x="411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6" name="Google Shape;296;p19"/>
              <p:cNvSpPr/>
              <p:nvPr/>
            </p:nvSpPr>
            <p:spPr>
              <a:xfrm>
                <a:off x="7234875" y="2089075"/>
                <a:ext cx="105775" cy="14175"/>
              </a:xfrm>
              <a:custGeom>
                <a:avLst/>
                <a:gdLst/>
                <a:ahLst/>
                <a:cxnLst/>
                <a:rect l="l" t="t" r="r" b="b"/>
                <a:pathLst>
                  <a:path w="4231" h="567" extrusionOk="0">
                    <a:moveTo>
                      <a:pt x="4119" y="112"/>
                    </a:moveTo>
                    <a:lnTo>
                      <a:pt x="4119" y="455"/>
                    </a:lnTo>
                    <a:lnTo>
                      <a:pt x="112" y="455"/>
                    </a:lnTo>
                    <a:lnTo>
                      <a:pt x="112" y="112"/>
                    </a:lnTo>
                    <a:close/>
                    <a:moveTo>
                      <a:pt x="56" y="1"/>
                    </a:moveTo>
                    <a:cubicBezTo>
                      <a:pt x="28" y="1"/>
                      <a:pt x="0" y="19"/>
                      <a:pt x="0" y="57"/>
                    </a:cubicBezTo>
                    <a:lnTo>
                      <a:pt x="0" y="511"/>
                    </a:lnTo>
                    <a:cubicBezTo>
                      <a:pt x="0" y="539"/>
                      <a:pt x="28" y="567"/>
                      <a:pt x="56" y="567"/>
                    </a:cubicBezTo>
                    <a:lnTo>
                      <a:pt x="4175" y="567"/>
                    </a:lnTo>
                    <a:cubicBezTo>
                      <a:pt x="4203" y="567"/>
                      <a:pt x="4231" y="539"/>
                      <a:pt x="4231" y="511"/>
                    </a:cubicBezTo>
                    <a:lnTo>
                      <a:pt x="4231" y="57"/>
                    </a:lnTo>
                    <a:cubicBezTo>
                      <a:pt x="4231" y="19"/>
                      <a:pt x="4203" y="1"/>
                      <a:pt x="41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7" name="Google Shape;297;p19"/>
              <p:cNvSpPr/>
              <p:nvPr/>
            </p:nvSpPr>
            <p:spPr>
              <a:xfrm>
                <a:off x="7183625" y="1879425"/>
                <a:ext cx="185775" cy="159125"/>
              </a:xfrm>
              <a:custGeom>
                <a:avLst/>
                <a:gdLst/>
                <a:ahLst/>
                <a:cxnLst/>
                <a:rect l="l" t="t" r="r" b="b"/>
                <a:pathLst>
                  <a:path w="7431" h="6365" extrusionOk="0">
                    <a:moveTo>
                      <a:pt x="297" y="1"/>
                    </a:moveTo>
                    <a:cubicBezTo>
                      <a:pt x="130" y="1"/>
                      <a:pt x="0" y="140"/>
                      <a:pt x="0" y="298"/>
                    </a:cubicBezTo>
                    <a:lnTo>
                      <a:pt x="0" y="6068"/>
                    </a:lnTo>
                    <a:cubicBezTo>
                      <a:pt x="0" y="6235"/>
                      <a:pt x="130" y="6365"/>
                      <a:pt x="297" y="6365"/>
                    </a:cubicBezTo>
                    <a:lnTo>
                      <a:pt x="7134" y="6365"/>
                    </a:lnTo>
                    <a:cubicBezTo>
                      <a:pt x="7301" y="6365"/>
                      <a:pt x="7431" y="6235"/>
                      <a:pt x="7431" y="6068"/>
                    </a:cubicBezTo>
                    <a:lnTo>
                      <a:pt x="7431" y="298"/>
                    </a:lnTo>
                    <a:cubicBezTo>
                      <a:pt x="7431" y="140"/>
                      <a:pt x="7301" y="1"/>
                      <a:pt x="71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8" name="Google Shape;298;p19"/>
              <p:cNvSpPr/>
              <p:nvPr/>
            </p:nvSpPr>
            <p:spPr>
              <a:xfrm>
                <a:off x="7195900" y="1866900"/>
                <a:ext cx="185800" cy="159125"/>
              </a:xfrm>
              <a:custGeom>
                <a:avLst/>
                <a:gdLst/>
                <a:ahLst/>
                <a:cxnLst/>
                <a:rect l="l" t="t" r="r" b="b"/>
                <a:pathLst>
                  <a:path w="7432" h="6365" extrusionOk="0">
                    <a:moveTo>
                      <a:pt x="353" y="1"/>
                    </a:moveTo>
                    <a:cubicBezTo>
                      <a:pt x="159" y="1"/>
                      <a:pt x="1" y="159"/>
                      <a:pt x="1" y="353"/>
                    </a:cubicBezTo>
                    <a:lnTo>
                      <a:pt x="1" y="6012"/>
                    </a:lnTo>
                    <a:cubicBezTo>
                      <a:pt x="1" y="6207"/>
                      <a:pt x="159" y="6365"/>
                      <a:pt x="353" y="6365"/>
                    </a:cubicBezTo>
                    <a:lnTo>
                      <a:pt x="7088" y="6365"/>
                    </a:lnTo>
                    <a:cubicBezTo>
                      <a:pt x="7274" y="6365"/>
                      <a:pt x="7432" y="6207"/>
                      <a:pt x="7432" y="6012"/>
                    </a:cubicBezTo>
                    <a:lnTo>
                      <a:pt x="7432" y="353"/>
                    </a:lnTo>
                    <a:cubicBezTo>
                      <a:pt x="7432" y="159"/>
                      <a:pt x="7274" y="1"/>
                      <a:pt x="70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9" name="Google Shape;299;p19"/>
              <p:cNvSpPr/>
              <p:nvPr/>
            </p:nvSpPr>
            <p:spPr>
              <a:xfrm>
                <a:off x="7194525" y="1865525"/>
                <a:ext cx="188800" cy="161900"/>
              </a:xfrm>
              <a:custGeom>
                <a:avLst/>
                <a:gdLst/>
                <a:ahLst/>
                <a:cxnLst/>
                <a:rect l="l" t="t" r="r" b="b"/>
                <a:pathLst>
                  <a:path w="7552" h="6476" extrusionOk="0">
                    <a:moveTo>
                      <a:pt x="7143" y="112"/>
                    </a:moveTo>
                    <a:cubicBezTo>
                      <a:pt x="7301" y="112"/>
                      <a:pt x="7431" y="241"/>
                      <a:pt x="7431" y="408"/>
                    </a:cubicBezTo>
                    <a:lnTo>
                      <a:pt x="7431" y="6067"/>
                    </a:lnTo>
                    <a:cubicBezTo>
                      <a:pt x="7431" y="6225"/>
                      <a:pt x="7301" y="6355"/>
                      <a:pt x="7143" y="6355"/>
                    </a:cubicBezTo>
                    <a:lnTo>
                      <a:pt x="408" y="6355"/>
                    </a:lnTo>
                    <a:cubicBezTo>
                      <a:pt x="241" y="6355"/>
                      <a:pt x="112" y="6225"/>
                      <a:pt x="112" y="6067"/>
                    </a:cubicBezTo>
                    <a:lnTo>
                      <a:pt x="112" y="408"/>
                    </a:lnTo>
                    <a:cubicBezTo>
                      <a:pt x="112" y="241"/>
                      <a:pt x="241" y="112"/>
                      <a:pt x="408" y="112"/>
                    </a:cubicBezTo>
                    <a:close/>
                    <a:moveTo>
                      <a:pt x="408" y="0"/>
                    </a:moveTo>
                    <a:cubicBezTo>
                      <a:pt x="177" y="0"/>
                      <a:pt x="0" y="176"/>
                      <a:pt x="0" y="408"/>
                    </a:cubicBezTo>
                    <a:lnTo>
                      <a:pt x="0" y="6067"/>
                    </a:lnTo>
                    <a:cubicBezTo>
                      <a:pt x="0" y="6290"/>
                      <a:pt x="177" y="6475"/>
                      <a:pt x="408" y="6475"/>
                    </a:cubicBezTo>
                    <a:lnTo>
                      <a:pt x="7143" y="6475"/>
                    </a:lnTo>
                    <a:cubicBezTo>
                      <a:pt x="7366" y="6475"/>
                      <a:pt x="7552" y="6290"/>
                      <a:pt x="7542" y="6067"/>
                    </a:cubicBezTo>
                    <a:lnTo>
                      <a:pt x="7542" y="408"/>
                    </a:lnTo>
                    <a:cubicBezTo>
                      <a:pt x="7542" y="186"/>
                      <a:pt x="7366" y="0"/>
                      <a:pt x="7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0" name="Google Shape;300;p19"/>
              <p:cNvSpPr/>
              <p:nvPr/>
            </p:nvSpPr>
            <p:spPr>
              <a:xfrm>
                <a:off x="7224425" y="1950625"/>
                <a:ext cx="128275" cy="17200"/>
              </a:xfrm>
              <a:custGeom>
                <a:avLst/>
                <a:gdLst/>
                <a:ahLst/>
                <a:cxnLst/>
                <a:rect l="l" t="t" r="r" b="b"/>
                <a:pathLst>
                  <a:path w="5131" h="688" extrusionOk="0">
                    <a:moveTo>
                      <a:pt x="326" y="1"/>
                    </a:moveTo>
                    <a:cubicBezTo>
                      <a:pt x="149" y="1"/>
                      <a:pt x="1" y="149"/>
                      <a:pt x="1" y="325"/>
                    </a:cubicBezTo>
                    <a:lnTo>
                      <a:pt x="1" y="363"/>
                    </a:lnTo>
                    <a:cubicBezTo>
                      <a:pt x="1" y="548"/>
                      <a:pt x="149" y="687"/>
                      <a:pt x="326" y="687"/>
                    </a:cubicBezTo>
                    <a:lnTo>
                      <a:pt x="4806" y="687"/>
                    </a:lnTo>
                    <a:cubicBezTo>
                      <a:pt x="4992" y="687"/>
                      <a:pt x="5131" y="548"/>
                      <a:pt x="5131" y="363"/>
                    </a:cubicBezTo>
                    <a:lnTo>
                      <a:pt x="5131" y="325"/>
                    </a:lnTo>
                    <a:cubicBezTo>
                      <a:pt x="5131" y="149"/>
                      <a:pt x="4992" y="1"/>
                      <a:pt x="48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1" name="Google Shape;301;p19"/>
              <p:cNvSpPr/>
              <p:nvPr/>
            </p:nvSpPr>
            <p:spPr>
              <a:xfrm>
                <a:off x="7223050" y="1949250"/>
                <a:ext cx="131275" cy="19950"/>
              </a:xfrm>
              <a:custGeom>
                <a:avLst/>
                <a:gdLst/>
                <a:ahLst/>
                <a:cxnLst/>
                <a:rect l="l" t="t" r="r" b="b"/>
                <a:pathLst>
                  <a:path w="5251" h="798" extrusionOk="0">
                    <a:moveTo>
                      <a:pt x="4861" y="111"/>
                    </a:moveTo>
                    <a:cubicBezTo>
                      <a:pt x="5010" y="111"/>
                      <a:pt x="5130" y="232"/>
                      <a:pt x="5130" y="380"/>
                    </a:cubicBezTo>
                    <a:lnTo>
                      <a:pt x="5130" y="418"/>
                    </a:lnTo>
                    <a:cubicBezTo>
                      <a:pt x="5130" y="566"/>
                      <a:pt x="5010" y="687"/>
                      <a:pt x="4861" y="687"/>
                    </a:cubicBezTo>
                    <a:lnTo>
                      <a:pt x="381" y="687"/>
                    </a:lnTo>
                    <a:cubicBezTo>
                      <a:pt x="232" y="687"/>
                      <a:pt x="112" y="566"/>
                      <a:pt x="112" y="418"/>
                    </a:cubicBezTo>
                    <a:lnTo>
                      <a:pt x="112" y="380"/>
                    </a:lnTo>
                    <a:cubicBezTo>
                      <a:pt x="112" y="232"/>
                      <a:pt x="232" y="111"/>
                      <a:pt x="381" y="111"/>
                    </a:cubicBezTo>
                    <a:close/>
                    <a:moveTo>
                      <a:pt x="381" y="0"/>
                    </a:moveTo>
                    <a:cubicBezTo>
                      <a:pt x="167" y="0"/>
                      <a:pt x="0" y="167"/>
                      <a:pt x="0" y="380"/>
                    </a:cubicBezTo>
                    <a:lnTo>
                      <a:pt x="0" y="418"/>
                    </a:lnTo>
                    <a:cubicBezTo>
                      <a:pt x="0" y="631"/>
                      <a:pt x="167" y="798"/>
                      <a:pt x="381" y="798"/>
                    </a:cubicBezTo>
                    <a:lnTo>
                      <a:pt x="4861" y="798"/>
                    </a:lnTo>
                    <a:cubicBezTo>
                      <a:pt x="5075" y="798"/>
                      <a:pt x="5251" y="631"/>
                      <a:pt x="5251" y="418"/>
                    </a:cubicBezTo>
                    <a:lnTo>
                      <a:pt x="5251" y="380"/>
                    </a:lnTo>
                    <a:cubicBezTo>
                      <a:pt x="5251" y="167"/>
                      <a:pt x="5075" y="0"/>
                      <a:pt x="48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2" name="Google Shape;302;p19"/>
              <p:cNvSpPr/>
              <p:nvPr/>
            </p:nvSpPr>
            <p:spPr>
              <a:xfrm>
                <a:off x="7238350" y="1955275"/>
                <a:ext cx="99750" cy="7200"/>
              </a:xfrm>
              <a:custGeom>
                <a:avLst/>
                <a:gdLst/>
                <a:ahLst/>
                <a:cxnLst/>
                <a:rect l="l" t="t" r="r" b="b"/>
                <a:pathLst>
                  <a:path w="3990" h="288" extrusionOk="0">
                    <a:moveTo>
                      <a:pt x="3850" y="56"/>
                    </a:moveTo>
                    <a:cubicBezTo>
                      <a:pt x="3897" y="56"/>
                      <a:pt x="3934" y="93"/>
                      <a:pt x="3934" y="139"/>
                    </a:cubicBezTo>
                    <a:lnTo>
                      <a:pt x="3934" y="149"/>
                    </a:lnTo>
                    <a:cubicBezTo>
                      <a:pt x="3934" y="195"/>
                      <a:pt x="3897" y="232"/>
                      <a:pt x="3850" y="232"/>
                    </a:cubicBezTo>
                    <a:lnTo>
                      <a:pt x="140" y="232"/>
                    </a:lnTo>
                    <a:cubicBezTo>
                      <a:pt x="93" y="232"/>
                      <a:pt x="56" y="195"/>
                      <a:pt x="56" y="149"/>
                    </a:cubicBezTo>
                    <a:lnTo>
                      <a:pt x="56" y="139"/>
                    </a:lnTo>
                    <a:cubicBezTo>
                      <a:pt x="56" y="93"/>
                      <a:pt x="93" y="56"/>
                      <a:pt x="140" y="56"/>
                    </a:cubicBezTo>
                    <a:close/>
                    <a:moveTo>
                      <a:pt x="140" y="0"/>
                    </a:moveTo>
                    <a:cubicBezTo>
                      <a:pt x="66" y="0"/>
                      <a:pt x="1" y="65"/>
                      <a:pt x="1" y="139"/>
                    </a:cubicBezTo>
                    <a:lnTo>
                      <a:pt x="1" y="149"/>
                    </a:lnTo>
                    <a:cubicBezTo>
                      <a:pt x="1" y="223"/>
                      <a:pt x="66" y="288"/>
                      <a:pt x="140" y="288"/>
                    </a:cubicBezTo>
                    <a:lnTo>
                      <a:pt x="3850" y="288"/>
                    </a:lnTo>
                    <a:cubicBezTo>
                      <a:pt x="3925" y="288"/>
                      <a:pt x="3990" y="232"/>
                      <a:pt x="3990" y="149"/>
                    </a:cubicBezTo>
                    <a:lnTo>
                      <a:pt x="3990" y="139"/>
                    </a:lnTo>
                    <a:cubicBezTo>
                      <a:pt x="3990" y="65"/>
                      <a:pt x="3925" y="0"/>
                      <a:pt x="38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3" name="Google Shape;303;p19"/>
              <p:cNvSpPr/>
              <p:nvPr/>
            </p:nvSpPr>
            <p:spPr>
              <a:xfrm>
                <a:off x="7246700" y="1977525"/>
                <a:ext cx="83975" cy="10000"/>
              </a:xfrm>
              <a:custGeom>
                <a:avLst/>
                <a:gdLst/>
                <a:ahLst/>
                <a:cxnLst/>
                <a:rect l="l" t="t" r="r" b="b"/>
                <a:pathLst>
                  <a:path w="3359" h="400" extrusionOk="0">
                    <a:moveTo>
                      <a:pt x="195" y="1"/>
                    </a:moveTo>
                    <a:cubicBezTo>
                      <a:pt x="93" y="1"/>
                      <a:pt x="1" y="84"/>
                      <a:pt x="1" y="196"/>
                    </a:cubicBezTo>
                    <a:cubicBezTo>
                      <a:pt x="1" y="307"/>
                      <a:pt x="93" y="400"/>
                      <a:pt x="195" y="400"/>
                    </a:cubicBezTo>
                    <a:lnTo>
                      <a:pt x="3155" y="400"/>
                    </a:lnTo>
                    <a:cubicBezTo>
                      <a:pt x="3266" y="400"/>
                      <a:pt x="3359" y="307"/>
                      <a:pt x="3359" y="196"/>
                    </a:cubicBezTo>
                    <a:cubicBezTo>
                      <a:pt x="3359" y="84"/>
                      <a:pt x="3266" y="1"/>
                      <a:pt x="3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4" name="Google Shape;304;p19"/>
              <p:cNvSpPr/>
              <p:nvPr/>
            </p:nvSpPr>
            <p:spPr>
              <a:xfrm>
                <a:off x="7245300" y="1976150"/>
                <a:ext cx="86775" cy="12775"/>
              </a:xfrm>
              <a:custGeom>
                <a:avLst/>
                <a:gdLst/>
                <a:ahLst/>
                <a:cxnLst/>
                <a:rect l="l" t="t" r="r" b="b"/>
                <a:pathLst>
                  <a:path w="3471" h="511" extrusionOk="0">
                    <a:moveTo>
                      <a:pt x="3211" y="112"/>
                    </a:moveTo>
                    <a:cubicBezTo>
                      <a:pt x="3285" y="112"/>
                      <a:pt x="3350" y="176"/>
                      <a:pt x="3350" y="251"/>
                    </a:cubicBezTo>
                    <a:cubicBezTo>
                      <a:pt x="3350" y="334"/>
                      <a:pt x="3285" y="390"/>
                      <a:pt x="3211" y="390"/>
                    </a:cubicBezTo>
                    <a:lnTo>
                      <a:pt x="251" y="390"/>
                    </a:lnTo>
                    <a:cubicBezTo>
                      <a:pt x="177" y="390"/>
                      <a:pt x="112" y="334"/>
                      <a:pt x="112" y="251"/>
                    </a:cubicBezTo>
                    <a:cubicBezTo>
                      <a:pt x="112" y="176"/>
                      <a:pt x="177" y="112"/>
                      <a:pt x="251" y="112"/>
                    </a:cubicBezTo>
                    <a:close/>
                    <a:moveTo>
                      <a:pt x="251" y="0"/>
                    </a:moveTo>
                    <a:cubicBezTo>
                      <a:pt x="112" y="0"/>
                      <a:pt x="1" y="112"/>
                      <a:pt x="1" y="251"/>
                    </a:cubicBezTo>
                    <a:cubicBezTo>
                      <a:pt x="1" y="399"/>
                      <a:pt x="112" y="510"/>
                      <a:pt x="251" y="510"/>
                    </a:cubicBezTo>
                    <a:lnTo>
                      <a:pt x="3211" y="510"/>
                    </a:lnTo>
                    <a:cubicBezTo>
                      <a:pt x="3350" y="510"/>
                      <a:pt x="3470" y="399"/>
                      <a:pt x="3470" y="251"/>
                    </a:cubicBezTo>
                    <a:cubicBezTo>
                      <a:pt x="3470" y="112"/>
                      <a:pt x="3350" y="0"/>
                      <a:pt x="3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5" name="Google Shape;305;p19"/>
              <p:cNvSpPr/>
              <p:nvPr/>
            </p:nvSpPr>
            <p:spPr>
              <a:xfrm>
                <a:off x="7263625"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6" name="Google Shape;306;p19"/>
              <p:cNvSpPr/>
              <p:nvPr/>
            </p:nvSpPr>
            <p:spPr>
              <a:xfrm>
                <a:off x="7272900" y="1980075"/>
                <a:ext cx="4675" cy="4900"/>
              </a:xfrm>
              <a:custGeom>
                <a:avLst/>
                <a:gdLst/>
                <a:ahLst/>
                <a:cxnLst/>
                <a:rect l="l" t="t" r="r" b="b"/>
                <a:pathLst>
                  <a:path w="187" h="196" extrusionOk="0">
                    <a:moveTo>
                      <a:pt x="94" y="57"/>
                    </a:moveTo>
                    <a:cubicBezTo>
                      <a:pt x="112" y="57"/>
                      <a:pt x="131" y="75"/>
                      <a:pt x="131" y="94"/>
                    </a:cubicBezTo>
                    <a:cubicBezTo>
                      <a:pt x="131" y="112"/>
                      <a:pt x="112" y="131"/>
                      <a:pt x="94" y="131"/>
                    </a:cubicBezTo>
                    <a:cubicBezTo>
                      <a:pt x="75" y="131"/>
                      <a:pt x="56" y="112"/>
                      <a:pt x="56" y="94"/>
                    </a:cubicBezTo>
                    <a:cubicBezTo>
                      <a:pt x="56" y="75"/>
                      <a:pt x="75" y="57"/>
                      <a:pt x="94" y="57"/>
                    </a:cubicBezTo>
                    <a:close/>
                    <a:moveTo>
                      <a:pt x="94" y="1"/>
                    </a:moveTo>
                    <a:cubicBezTo>
                      <a:pt x="38" y="1"/>
                      <a:pt x="1" y="38"/>
                      <a:pt x="1" y="94"/>
                    </a:cubicBezTo>
                    <a:cubicBezTo>
                      <a:pt x="1" y="149"/>
                      <a:pt x="38" y="196"/>
                      <a:pt x="94" y="196"/>
                    </a:cubicBezTo>
                    <a:cubicBezTo>
                      <a:pt x="149" y="196"/>
                      <a:pt x="186" y="149"/>
                      <a:pt x="186" y="94"/>
                    </a:cubicBezTo>
                    <a:cubicBezTo>
                      <a:pt x="18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7" name="Google Shape;307;p19"/>
              <p:cNvSpPr/>
              <p:nvPr/>
            </p:nvSpPr>
            <p:spPr>
              <a:xfrm>
                <a:off x="7281500"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6" y="1"/>
                      <a:pt x="0" y="38"/>
                      <a:pt x="0" y="94"/>
                    </a:cubicBezTo>
                    <a:cubicBezTo>
                      <a:pt x="0" y="149"/>
                      <a:pt x="46" y="196"/>
                      <a:pt x="93" y="196"/>
                    </a:cubicBezTo>
                    <a:cubicBezTo>
                      <a:pt x="148" y="196"/>
                      <a:pt x="195" y="149"/>
                      <a:pt x="195" y="94"/>
                    </a:cubicBezTo>
                    <a:cubicBezTo>
                      <a:pt x="195" y="38"/>
                      <a:pt x="148"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8" name="Google Shape;308;p19"/>
              <p:cNvSpPr/>
              <p:nvPr/>
            </p:nvSpPr>
            <p:spPr>
              <a:xfrm>
                <a:off x="7290775" y="1980075"/>
                <a:ext cx="4875" cy="4900"/>
              </a:xfrm>
              <a:custGeom>
                <a:avLst/>
                <a:gdLst/>
                <a:ahLst/>
                <a:cxnLst/>
                <a:rect l="l" t="t" r="r" b="b"/>
                <a:pathLst>
                  <a:path w="195" h="196" extrusionOk="0">
                    <a:moveTo>
                      <a:pt x="93" y="57"/>
                    </a:moveTo>
                    <a:cubicBezTo>
                      <a:pt x="121" y="57"/>
                      <a:pt x="139" y="75"/>
                      <a:pt x="139" y="94"/>
                    </a:cubicBezTo>
                    <a:cubicBezTo>
                      <a:pt x="139" y="112"/>
                      <a:pt x="121" y="131"/>
                      <a:pt x="93" y="131"/>
                    </a:cubicBezTo>
                    <a:cubicBezTo>
                      <a:pt x="74" y="131"/>
                      <a:pt x="56" y="112"/>
                      <a:pt x="56" y="94"/>
                    </a:cubicBezTo>
                    <a:cubicBezTo>
                      <a:pt x="56" y="75"/>
                      <a:pt x="74" y="57"/>
                      <a:pt x="93" y="57"/>
                    </a:cubicBezTo>
                    <a:close/>
                    <a:moveTo>
                      <a:pt x="93" y="1"/>
                    </a:moveTo>
                    <a:cubicBezTo>
                      <a:pt x="47" y="1"/>
                      <a:pt x="0" y="38"/>
                      <a:pt x="0" y="94"/>
                    </a:cubicBezTo>
                    <a:cubicBezTo>
                      <a:pt x="0" y="149"/>
                      <a:pt x="47" y="196"/>
                      <a:pt x="93" y="196"/>
                    </a:cubicBezTo>
                    <a:cubicBezTo>
                      <a:pt x="149" y="196"/>
                      <a:pt x="195" y="149"/>
                      <a:pt x="195" y="94"/>
                    </a:cubicBezTo>
                    <a:cubicBezTo>
                      <a:pt x="195" y="38"/>
                      <a:pt x="149" y="1"/>
                      <a:pt x="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9" name="Google Shape;309;p19"/>
              <p:cNvSpPr/>
              <p:nvPr/>
            </p:nvSpPr>
            <p:spPr>
              <a:xfrm>
                <a:off x="7299800" y="1980075"/>
                <a:ext cx="4900" cy="4900"/>
              </a:xfrm>
              <a:custGeom>
                <a:avLst/>
                <a:gdLst/>
                <a:ahLst/>
                <a:cxnLst/>
                <a:rect l="l" t="t" r="r" b="b"/>
                <a:pathLst>
                  <a:path w="196" h="196" extrusionOk="0">
                    <a:moveTo>
                      <a:pt x="94" y="57"/>
                    </a:moveTo>
                    <a:cubicBezTo>
                      <a:pt x="122" y="57"/>
                      <a:pt x="131" y="75"/>
                      <a:pt x="131" y="94"/>
                    </a:cubicBezTo>
                    <a:cubicBezTo>
                      <a:pt x="131" y="112"/>
                      <a:pt x="12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0" name="Google Shape;310;p19"/>
              <p:cNvSpPr/>
              <p:nvPr/>
            </p:nvSpPr>
            <p:spPr>
              <a:xfrm>
                <a:off x="7309075" y="1980075"/>
                <a:ext cx="4900" cy="4900"/>
              </a:xfrm>
              <a:custGeom>
                <a:avLst/>
                <a:gdLst/>
                <a:ahLst/>
                <a:cxnLst/>
                <a:rect l="l" t="t" r="r" b="b"/>
                <a:pathLst>
                  <a:path w="196" h="196" extrusionOk="0">
                    <a:moveTo>
                      <a:pt x="94" y="57"/>
                    </a:moveTo>
                    <a:cubicBezTo>
                      <a:pt x="122" y="57"/>
                      <a:pt x="131" y="75"/>
                      <a:pt x="131" y="94"/>
                    </a:cubicBezTo>
                    <a:cubicBezTo>
                      <a:pt x="131" y="112"/>
                      <a:pt x="112" y="131"/>
                      <a:pt x="94" y="131"/>
                    </a:cubicBezTo>
                    <a:cubicBezTo>
                      <a:pt x="75" y="131"/>
                      <a:pt x="57" y="112"/>
                      <a:pt x="57" y="94"/>
                    </a:cubicBezTo>
                    <a:cubicBezTo>
                      <a:pt x="57" y="75"/>
                      <a:pt x="75" y="57"/>
                      <a:pt x="94" y="57"/>
                    </a:cubicBezTo>
                    <a:close/>
                    <a:moveTo>
                      <a:pt x="94" y="1"/>
                    </a:moveTo>
                    <a:cubicBezTo>
                      <a:pt x="47" y="1"/>
                      <a:pt x="1" y="38"/>
                      <a:pt x="1" y="94"/>
                    </a:cubicBezTo>
                    <a:cubicBezTo>
                      <a:pt x="1" y="149"/>
                      <a:pt x="47" y="196"/>
                      <a:pt x="94" y="196"/>
                    </a:cubicBezTo>
                    <a:cubicBezTo>
                      <a:pt x="149" y="196"/>
                      <a:pt x="196" y="149"/>
                      <a:pt x="196" y="94"/>
                    </a:cubicBezTo>
                    <a:cubicBezTo>
                      <a:pt x="196" y="38"/>
                      <a:pt x="149" y="1"/>
                      <a:pt x="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1" name="Google Shape;311;p19"/>
              <p:cNvSpPr/>
              <p:nvPr/>
            </p:nvSpPr>
            <p:spPr>
              <a:xfrm>
                <a:off x="7261775" y="1885700"/>
                <a:ext cx="53825" cy="53600"/>
              </a:xfrm>
              <a:custGeom>
                <a:avLst/>
                <a:gdLst/>
                <a:ahLst/>
                <a:cxnLst/>
                <a:rect l="l" t="t" r="r" b="b"/>
                <a:pathLst>
                  <a:path w="2153" h="2144" extrusionOk="0">
                    <a:moveTo>
                      <a:pt x="1077" y="0"/>
                    </a:moveTo>
                    <a:cubicBezTo>
                      <a:pt x="483" y="0"/>
                      <a:pt x="1" y="473"/>
                      <a:pt x="1" y="1067"/>
                    </a:cubicBezTo>
                    <a:cubicBezTo>
                      <a:pt x="1" y="1661"/>
                      <a:pt x="483" y="2143"/>
                      <a:pt x="1077" y="2143"/>
                    </a:cubicBezTo>
                    <a:cubicBezTo>
                      <a:pt x="1670" y="2143"/>
                      <a:pt x="2153" y="1661"/>
                      <a:pt x="2153" y="1067"/>
                    </a:cubicBezTo>
                    <a:cubicBezTo>
                      <a:pt x="2153" y="473"/>
                      <a:pt x="1670" y="0"/>
                      <a:pt x="10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2" name="Google Shape;312;p19"/>
              <p:cNvSpPr/>
              <p:nvPr/>
            </p:nvSpPr>
            <p:spPr>
              <a:xfrm>
                <a:off x="7260375" y="1884075"/>
                <a:ext cx="56625" cy="56850"/>
              </a:xfrm>
              <a:custGeom>
                <a:avLst/>
                <a:gdLst/>
                <a:ahLst/>
                <a:cxnLst/>
                <a:rect l="l" t="t" r="r" b="b"/>
                <a:pathLst>
                  <a:path w="2265" h="2274" extrusionOk="0">
                    <a:moveTo>
                      <a:pt x="1133" y="121"/>
                    </a:moveTo>
                    <a:cubicBezTo>
                      <a:pt x="1689" y="121"/>
                      <a:pt x="2144" y="576"/>
                      <a:pt x="2144" y="1132"/>
                    </a:cubicBezTo>
                    <a:cubicBezTo>
                      <a:pt x="2144" y="1698"/>
                      <a:pt x="1689" y="2153"/>
                      <a:pt x="1133" y="2153"/>
                    </a:cubicBezTo>
                    <a:cubicBezTo>
                      <a:pt x="567" y="2153"/>
                      <a:pt x="112" y="1698"/>
                      <a:pt x="112" y="1132"/>
                    </a:cubicBezTo>
                    <a:cubicBezTo>
                      <a:pt x="112" y="576"/>
                      <a:pt x="567" y="121"/>
                      <a:pt x="1133" y="121"/>
                    </a:cubicBezTo>
                    <a:close/>
                    <a:moveTo>
                      <a:pt x="1133" y="0"/>
                    </a:moveTo>
                    <a:cubicBezTo>
                      <a:pt x="502" y="0"/>
                      <a:pt x="1" y="511"/>
                      <a:pt x="1" y="1132"/>
                    </a:cubicBezTo>
                    <a:cubicBezTo>
                      <a:pt x="1" y="1763"/>
                      <a:pt x="502" y="2273"/>
                      <a:pt x="1133" y="2273"/>
                    </a:cubicBezTo>
                    <a:cubicBezTo>
                      <a:pt x="1754" y="2273"/>
                      <a:pt x="2264" y="1763"/>
                      <a:pt x="2264" y="1132"/>
                    </a:cubicBezTo>
                    <a:cubicBezTo>
                      <a:pt x="2264" y="511"/>
                      <a:pt x="1754" y="0"/>
                      <a:pt x="1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3" name="Google Shape;313;p19"/>
              <p:cNvSpPr/>
              <p:nvPr/>
            </p:nvSpPr>
            <p:spPr>
              <a:xfrm>
                <a:off x="7276625" y="1914000"/>
                <a:ext cx="23900" cy="12075"/>
              </a:xfrm>
              <a:custGeom>
                <a:avLst/>
                <a:gdLst/>
                <a:ahLst/>
                <a:cxnLst/>
                <a:rect l="l" t="t" r="r" b="b"/>
                <a:pathLst>
                  <a:path w="956" h="483" extrusionOk="0">
                    <a:moveTo>
                      <a:pt x="483" y="0"/>
                    </a:moveTo>
                    <a:cubicBezTo>
                      <a:pt x="214" y="0"/>
                      <a:pt x="0" y="213"/>
                      <a:pt x="0" y="482"/>
                    </a:cubicBezTo>
                    <a:lnTo>
                      <a:pt x="956" y="482"/>
                    </a:lnTo>
                    <a:cubicBezTo>
                      <a:pt x="956" y="213"/>
                      <a:pt x="742" y="0"/>
                      <a:pt x="4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4" name="Google Shape;314;p19"/>
              <p:cNvSpPr/>
              <p:nvPr/>
            </p:nvSpPr>
            <p:spPr>
              <a:xfrm>
                <a:off x="7275225" y="1912600"/>
                <a:ext cx="26925" cy="14875"/>
              </a:xfrm>
              <a:custGeom>
                <a:avLst/>
                <a:gdLst/>
                <a:ahLst/>
                <a:cxnLst/>
                <a:rect l="l" t="t" r="r" b="b"/>
                <a:pathLst>
                  <a:path w="1077" h="595" extrusionOk="0">
                    <a:moveTo>
                      <a:pt x="539" y="121"/>
                    </a:moveTo>
                    <a:cubicBezTo>
                      <a:pt x="743" y="121"/>
                      <a:pt x="919" y="279"/>
                      <a:pt x="947" y="483"/>
                    </a:cubicBezTo>
                    <a:lnTo>
                      <a:pt x="121" y="483"/>
                    </a:lnTo>
                    <a:cubicBezTo>
                      <a:pt x="149" y="279"/>
                      <a:pt x="325" y="121"/>
                      <a:pt x="539" y="121"/>
                    </a:cubicBezTo>
                    <a:close/>
                    <a:moveTo>
                      <a:pt x="539" y="0"/>
                    </a:moveTo>
                    <a:cubicBezTo>
                      <a:pt x="242" y="0"/>
                      <a:pt x="1" y="242"/>
                      <a:pt x="1" y="538"/>
                    </a:cubicBezTo>
                    <a:cubicBezTo>
                      <a:pt x="1" y="594"/>
                      <a:pt x="1" y="594"/>
                      <a:pt x="233" y="594"/>
                    </a:cubicBezTo>
                    <a:lnTo>
                      <a:pt x="585" y="594"/>
                    </a:lnTo>
                    <a:cubicBezTo>
                      <a:pt x="1067" y="594"/>
                      <a:pt x="1067" y="594"/>
                      <a:pt x="1077" y="538"/>
                    </a:cubicBezTo>
                    <a:cubicBezTo>
                      <a:pt x="1077" y="242"/>
                      <a:pt x="835" y="0"/>
                      <a:pt x="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5" name="Google Shape;315;p19"/>
              <p:cNvSpPr/>
              <p:nvPr/>
            </p:nvSpPr>
            <p:spPr>
              <a:xfrm>
                <a:off x="7281950" y="1898925"/>
                <a:ext cx="13475" cy="13475"/>
              </a:xfrm>
              <a:custGeom>
                <a:avLst/>
                <a:gdLst/>
                <a:ahLst/>
                <a:cxnLst/>
                <a:rect l="l" t="t" r="r" b="b"/>
                <a:pathLst>
                  <a:path w="539" h="539" extrusionOk="0">
                    <a:moveTo>
                      <a:pt x="270" y="0"/>
                    </a:moveTo>
                    <a:cubicBezTo>
                      <a:pt x="121" y="0"/>
                      <a:pt x="1" y="121"/>
                      <a:pt x="1" y="269"/>
                    </a:cubicBezTo>
                    <a:cubicBezTo>
                      <a:pt x="1" y="418"/>
                      <a:pt x="121" y="538"/>
                      <a:pt x="270" y="538"/>
                    </a:cubicBezTo>
                    <a:cubicBezTo>
                      <a:pt x="418" y="538"/>
                      <a:pt x="539" y="418"/>
                      <a:pt x="539" y="269"/>
                    </a:cubicBezTo>
                    <a:cubicBezTo>
                      <a:pt x="539" y="121"/>
                      <a:pt x="418" y="0"/>
                      <a:pt x="2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6" name="Google Shape;316;p19"/>
              <p:cNvSpPr/>
              <p:nvPr/>
            </p:nvSpPr>
            <p:spPr>
              <a:xfrm>
                <a:off x="7280550" y="1897525"/>
                <a:ext cx="16500" cy="16500"/>
              </a:xfrm>
              <a:custGeom>
                <a:avLst/>
                <a:gdLst/>
                <a:ahLst/>
                <a:cxnLst/>
                <a:rect l="l" t="t" r="r" b="b"/>
                <a:pathLst>
                  <a:path w="660" h="660" extrusionOk="0">
                    <a:moveTo>
                      <a:pt x="326" y="112"/>
                    </a:moveTo>
                    <a:cubicBezTo>
                      <a:pt x="446" y="112"/>
                      <a:pt x="539" y="204"/>
                      <a:pt x="539" y="325"/>
                    </a:cubicBezTo>
                    <a:cubicBezTo>
                      <a:pt x="539" y="446"/>
                      <a:pt x="446" y="538"/>
                      <a:pt x="326" y="538"/>
                    </a:cubicBezTo>
                    <a:cubicBezTo>
                      <a:pt x="205" y="538"/>
                      <a:pt x="112" y="446"/>
                      <a:pt x="112" y="325"/>
                    </a:cubicBezTo>
                    <a:cubicBezTo>
                      <a:pt x="112" y="204"/>
                      <a:pt x="205" y="112"/>
                      <a:pt x="326" y="112"/>
                    </a:cubicBezTo>
                    <a:close/>
                    <a:moveTo>
                      <a:pt x="326" y="0"/>
                    </a:moveTo>
                    <a:cubicBezTo>
                      <a:pt x="140" y="0"/>
                      <a:pt x="1" y="140"/>
                      <a:pt x="1" y="325"/>
                    </a:cubicBezTo>
                    <a:cubicBezTo>
                      <a:pt x="1" y="511"/>
                      <a:pt x="140" y="659"/>
                      <a:pt x="326" y="659"/>
                    </a:cubicBezTo>
                    <a:cubicBezTo>
                      <a:pt x="511" y="659"/>
                      <a:pt x="660" y="511"/>
                      <a:pt x="660" y="325"/>
                    </a:cubicBezTo>
                    <a:cubicBezTo>
                      <a:pt x="660" y="140"/>
                      <a:pt x="511" y="0"/>
                      <a:pt x="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7" name="Google Shape;317;p19"/>
              <p:cNvSpPr/>
              <p:nvPr/>
            </p:nvSpPr>
            <p:spPr>
              <a:xfrm>
                <a:off x="7268725" y="1995400"/>
                <a:ext cx="39700" cy="12300"/>
              </a:xfrm>
              <a:custGeom>
                <a:avLst/>
                <a:gdLst/>
                <a:ahLst/>
                <a:cxnLst/>
                <a:rect l="l" t="t" r="r" b="b"/>
                <a:pathLst>
                  <a:path w="1588" h="492" extrusionOk="0">
                    <a:moveTo>
                      <a:pt x="251" y="0"/>
                    </a:moveTo>
                    <a:cubicBezTo>
                      <a:pt x="112" y="0"/>
                      <a:pt x="1" y="111"/>
                      <a:pt x="1" y="251"/>
                    </a:cubicBezTo>
                    <a:cubicBezTo>
                      <a:pt x="1" y="390"/>
                      <a:pt x="112" y="492"/>
                      <a:pt x="251" y="492"/>
                    </a:cubicBezTo>
                    <a:lnTo>
                      <a:pt x="1346" y="492"/>
                    </a:lnTo>
                    <a:cubicBezTo>
                      <a:pt x="1476" y="492"/>
                      <a:pt x="1587" y="390"/>
                      <a:pt x="1587" y="251"/>
                    </a:cubicBezTo>
                    <a:cubicBezTo>
                      <a:pt x="1587" y="111"/>
                      <a:pt x="1476" y="0"/>
                      <a:pt x="13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8" name="Google Shape;318;p19"/>
              <p:cNvSpPr/>
              <p:nvPr/>
            </p:nvSpPr>
            <p:spPr>
              <a:xfrm>
                <a:off x="7267350" y="1994000"/>
                <a:ext cx="42450" cy="15325"/>
              </a:xfrm>
              <a:custGeom>
                <a:avLst/>
                <a:gdLst/>
                <a:ahLst/>
                <a:cxnLst/>
                <a:rect l="l" t="t" r="r" b="b"/>
                <a:pathLst>
                  <a:path w="1698" h="613" extrusionOk="0">
                    <a:moveTo>
                      <a:pt x="1401" y="121"/>
                    </a:moveTo>
                    <a:cubicBezTo>
                      <a:pt x="1503" y="121"/>
                      <a:pt x="1586" y="205"/>
                      <a:pt x="1586" y="307"/>
                    </a:cubicBezTo>
                    <a:cubicBezTo>
                      <a:pt x="1586" y="409"/>
                      <a:pt x="1503" y="492"/>
                      <a:pt x="1401" y="492"/>
                    </a:cubicBezTo>
                    <a:lnTo>
                      <a:pt x="306" y="492"/>
                    </a:lnTo>
                    <a:cubicBezTo>
                      <a:pt x="204" y="492"/>
                      <a:pt x="112" y="409"/>
                      <a:pt x="112" y="307"/>
                    </a:cubicBezTo>
                    <a:cubicBezTo>
                      <a:pt x="112" y="205"/>
                      <a:pt x="195" y="121"/>
                      <a:pt x="306" y="121"/>
                    </a:cubicBezTo>
                    <a:close/>
                    <a:moveTo>
                      <a:pt x="306" y="0"/>
                    </a:moveTo>
                    <a:cubicBezTo>
                      <a:pt x="139" y="0"/>
                      <a:pt x="0" y="140"/>
                      <a:pt x="0" y="307"/>
                    </a:cubicBezTo>
                    <a:cubicBezTo>
                      <a:pt x="0" y="474"/>
                      <a:pt x="130" y="613"/>
                      <a:pt x="306" y="613"/>
                    </a:cubicBezTo>
                    <a:lnTo>
                      <a:pt x="1401" y="613"/>
                    </a:lnTo>
                    <a:cubicBezTo>
                      <a:pt x="1568" y="613"/>
                      <a:pt x="1698" y="474"/>
                      <a:pt x="1698" y="307"/>
                    </a:cubicBezTo>
                    <a:cubicBezTo>
                      <a:pt x="1698" y="140"/>
                      <a:pt x="1568"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9" name="Google Shape;319;p19"/>
              <p:cNvSpPr/>
              <p:nvPr/>
            </p:nvSpPr>
            <p:spPr>
              <a:xfrm>
                <a:off x="7284275" y="2327500"/>
                <a:ext cx="305000" cy="222425"/>
              </a:xfrm>
              <a:custGeom>
                <a:avLst/>
                <a:gdLst/>
                <a:ahLst/>
                <a:cxnLst/>
                <a:rect l="l" t="t" r="r" b="b"/>
                <a:pathLst>
                  <a:path w="12200" h="8897" extrusionOk="0">
                    <a:moveTo>
                      <a:pt x="232" y="0"/>
                    </a:moveTo>
                    <a:cubicBezTo>
                      <a:pt x="102" y="0"/>
                      <a:pt x="0" y="102"/>
                      <a:pt x="0" y="223"/>
                    </a:cubicBezTo>
                    <a:lnTo>
                      <a:pt x="0" y="8674"/>
                    </a:lnTo>
                    <a:cubicBezTo>
                      <a:pt x="0" y="8795"/>
                      <a:pt x="102" y="8897"/>
                      <a:pt x="232" y="8897"/>
                    </a:cubicBezTo>
                    <a:lnTo>
                      <a:pt x="11977" y="8897"/>
                    </a:lnTo>
                    <a:cubicBezTo>
                      <a:pt x="12097" y="8897"/>
                      <a:pt x="12199" y="8795"/>
                      <a:pt x="12199" y="8674"/>
                    </a:cubicBezTo>
                    <a:lnTo>
                      <a:pt x="12199" y="223"/>
                    </a:lnTo>
                    <a:cubicBezTo>
                      <a:pt x="12199" y="102"/>
                      <a:pt x="12097" y="0"/>
                      <a:pt x="119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0" name="Google Shape;320;p19"/>
              <p:cNvSpPr/>
              <p:nvPr/>
            </p:nvSpPr>
            <p:spPr>
              <a:xfrm>
                <a:off x="7301425" y="2310575"/>
                <a:ext cx="305000" cy="37575"/>
              </a:xfrm>
              <a:custGeom>
                <a:avLst/>
                <a:gdLst/>
                <a:ahLst/>
                <a:cxnLst/>
                <a:rect l="l" t="t" r="r" b="b"/>
                <a:pathLst>
                  <a:path w="12200" h="1503" extrusionOk="0">
                    <a:moveTo>
                      <a:pt x="270" y="0"/>
                    </a:moveTo>
                    <a:cubicBezTo>
                      <a:pt x="121" y="0"/>
                      <a:pt x="1" y="121"/>
                      <a:pt x="1" y="269"/>
                    </a:cubicBezTo>
                    <a:lnTo>
                      <a:pt x="1" y="1503"/>
                    </a:lnTo>
                    <a:lnTo>
                      <a:pt x="12200" y="1503"/>
                    </a:lnTo>
                    <a:lnTo>
                      <a:pt x="12200" y="353"/>
                    </a:lnTo>
                    <a:cubicBezTo>
                      <a:pt x="12200" y="158"/>
                      <a:pt x="12042" y="0"/>
                      <a:pt x="118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1" name="Google Shape;321;p19"/>
              <p:cNvSpPr/>
              <p:nvPr/>
            </p:nvSpPr>
            <p:spPr>
              <a:xfrm>
                <a:off x="7299800" y="2309175"/>
                <a:ext cx="308025" cy="40375"/>
              </a:xfrm>
              <a:custGeom>
                <a:avLst/>
                <a:gdLst/>
                <a:ahLst/>
                <a:cxnLst/>
                <a:rect l="l" t="t" r="r" b="b"/>
                <a:pathLst>
                  <a:path w="12321" h="1615" extrusionOk="0">
                    <a:moveTo>
                      <a:pt x="11912" y="112"/>
                    </a:moveTo>
                    <a:cubicBezTo>
                      <a:pt x="12070" y="112"/>
                      <a:pt x="12209" y="251"/>
                      <a:pt x="12209" y="409"/>
                    </a:cubicBezTo>
                    <a:lnTo>
                      <a:pt x="12209" y="1494"/>
                    </a:lnTo>
                    <a:lnTo>
                      <a:pt x="122" y="1494"/>
                    </a:lnTo>
                    <a:lnTo>
                      <a:pt x="122" y="325"/>
                    </a:lnTo>
                    <a:cubicBezTo>
                      <a:pt x="122" y="214"/>
                      <a:pt x="214" y="112"/>
                      <a:pt x="335" y="112"/>
                    </a:cubicBezTo>
                    <a:close/>
                    <a:moveTo>
                      <a:pt x="335" y="0"/>
                    </a:moveTo>
                    <a:cubicBezTo>
                      <a:pt x="149" y="0"/>
                      <a:pt x="1" y="149"/>
                      <a:pt x="1" y="325"/>
                    </a:cubicBezTo>
                    <a:lnTo>
                      <a:pt x="1" y="1615"/>
                    </a:lnTo>
                    <a:lnTo>
                      <a:pt x="12320" y="1615"/>
                    </a:lnTo>
                    <a:lnTo>
                      <a:pt x="12320" y="409"/>
                    </a:lnTo>
                    <a:cubicBezTo>
                      <a:pt x="12320" y="186"/>
                      <a:pt x="12135" y="0"/>
                      <a:pt x="11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2" name="Google Shape;322;p19"/>
              <p:cNvSpPr/>
              <p:nvPr/>
            </p:nvSpPr>
            <p:spPr>
              <a:xfrm>
                <a:off x="7553750" y="2321700"/>
                <a:ext cx="14650" cy="14400"/>
              </a:xfrm>
              <a:custGeom>
                <a:avLst/>
                <a:gdLst/>
                <a:ahLst/>
                <a:cxnLst/>
                <a:rect l="l" t="t" r="r" b="b"/>
                <a:pathLst>
                  <a:path w="586" h="576" extrusionOk="0">
                    <a:moveTo>
                      <a:pt x="298" y="112"/>
                    </a:moveTo>
                    <a:cubicBezTo>
                      <a:pt x="391" y="112"/>
                      <a:pt x="465" y="195"/>
                      <a:pt x="465" y="288"/>
                    </a:cubicBezTo>
                    <a:cubicBezTo>
                      <a:pt x="465" y="381"/>
                      <a:pt x="391" y="464"/>
                      <a:pt x="298" y="464"/>
                    </a:cubicBezTo>
                    <a:cubicBezTo>
                      <a:pt x="196" y="464"/>
                      <a:pt x="122" y="381"/>
                      <a:pt x="122" y="288"/>
                    </a:cubicBezTo>
                    <a:cubicBezTo>
                      <a:pt x="122"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3" name="Google Shape;323;p19"/>
              <p:cNvSpPr/>
              <p:nvPr/>
            </p:nvSpPr>
            <p:spPr>
              <a:xfrm>
                <a:off x="7576250" y="2321700"/>
                <a:ext cx="14650" cy="14400"/>
              </a:xfrm>
              <a:custGeom>
                <a:avLst/>
                <a:gdLst/>
                <a:ahLst/>
                <a:cxnLst/>
                <a:rect l="l" t="t" r="r" b="b"/>
                <a:pathLst>
                  <a:path w="586" h="576" extrusionOk="0">
                    <a:moveTo>
                      <a:pt x="298" y="112"/>
                    </a:moveTo>
                    <a:cubicBezTo>
                      <a:pt x="390" y="112"/>
                      <a:pt x="465" y="195"/>
                      <a:pt x="465" y="288"/>
                    </a:cubicBezTo>
                    <a:cubicBezTo>
                      <a:pt x="465" y="381"/>
                      <a:pt x="390" y="464"/>
                      <a:pt x="298" y="464"/>
                    </a:cubicBezTo>
                    <a:cubicBezTo>
                      <a:pt x="196" y="464"/>
                      <a:pt x="121" y="381"/>
                      <a:pt x="121" y="288"/>
                    </a:cubicBezTo>
                    <a:cubicBezTo>
                      <a:pt x="121" y="195"/>
                      <a:pt x="196" y="112"/>
                      <a:pt x="298" y="112"/>
                    </a:cubicBezTo>
                    <a:close/>
                    <a:moveTo>
                      <a:pt x="298" y="0"/>
                    </a:moveTo>
                    <a:cubicBezTo>
                      <a:pt x="131" y="0"/>
                      <a:pt x="1" y="130"/>
                      <a:pt x="1" y="288"/>
                    </a:cubicBezTo>
                    <a:cubicBezTo>
                      <a:pt x="1" y="446"/>
                      <a:pt x="131" y="576"/>
                      <a:pt x="298" y="576"/>
                    </a:cubicBezTo>
                    <a:cubicBezTo>
                      <a:pt x="455" y="576"/>
                      <a:pt x="585" y="446"/>
                      <a:pt x="585" y="288"/>
                    </a:cubicBezTo>
                    <a:cubicBezTo>
                      <a:pt x="585" y="130"/>
                      <a:pt x="455" y="0"/>
                      <a:pt x="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4" name="Google Shape;324;p19"/>
              <p:cNvSpPr/>
              <p:nvPr/>
            </p:nvSpPr>
            <p:spPr>
              <a:xfrm>
                <a:off x="7531500" y="2321700"/>
                <a:ext cx="14400" cy="14400"/>
              </a:xfrm>
              <a:custGeom>
                <a:avLst/>
                <a:gdLst/>
                <a:ahLst/>
                <a:cxnLst/>
                <a:rect l="l" t="t" r="r" b="b"/>
                <a:pathLst>
                  <a:path w="576" h="576" extrusionOk="0">
                    <a:moveTo>
                      <a:pt x="288" y="112"/>
                    </a:moveTo>
                    <a:cubicBezTo>
                      <a:pt x="381" y="112"/>
                      <a:pt x="464" y="195"/>
                      <a:pt x="464" y="288"/>
                    </a:cubicBezTo>
                    <a:cubicBezTo>
                      <a:pt x="464" y="381"/>
                      <a:pt x="381" y="464"/>
                      <a:pt x="288" y="464"/>
                    </a:cubicBezTo>
                    <a:cubicBezTo>
                      <a:pt x="195" y="464"/>
                      <a:pt x="121" y="381"/>
                      <a:pt x="121" y="288"/>
                    </a:cubicBezTo>
                    <a:cubicBezTo>
                      <a:pt x="121" y="195"/>
                      <a:pt x="195" y="112"/>
                      <a:pt x="288" y="112"/>
                    </a:cubicBezTo>
                    <a:close/>
                    <a:moveTo>
                      <a:pt x="288" y="0"/>
                    </a:moveTo>
                    <a:cubicBezTo>
                      <a:pt x="130" y="0"/>
                      <a:pt x="0" y="130"/>
                      <a:pt x="0" y="288"/>
                    </a:cubicBezTo>
                    <a:cubicBezTo>
                      <a:pt x="0" y="446"/>
                      <a:pt x="130" y="576"/>
                      <a:pt x="288" y="576"/>
                    </a:cubicBezTo>
                    <a:cubicBezTo>
                      <a:pt x="446" y="576"/>
                      <a:pt x="575" y="446"/>
                      <a:pt x="575" y="288"/>
                    </a:cubicBezTo>
                    <a:cubicBezTo>
                      <a:pt x="575" y="130"/>
                      <a:pt x="446"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5" name="Google Shape;325;p19"/>
              <p:cNvSpPr/>
              <p:nvPr/>
            </p:nvSpPr>
            <p:spPr>
              <a:xfrm>
                <a:off x="7301200" y="2348125"/>
                <a:ext cx="305000" cy="183475"/>
              </a:xfrm>
              <a:custGeom>
                <a:avLst/>
                <a:gdLst/>
                <a:ahLst/>
                <a:cxnLst/>
                <a:rect l="l" t="t" r="r" b="b"/>
                <a:pathLst>
                  <a:path w="12200" h="7339" extrusionOk="0">
                    <a:moveTo>
                      <a:pt x="38" y="1"/>
                    </a:moveTo>
                    <a:cubicBezTo>
                      <a:pt x="19" y="1"/>
                      <a:pt x="1" y="19"/>
                      <a:pt x="1" y="38"/>
                    </a:cubicBezTo>
                    <a:lnTo>
                      <a:pt x="1" y="7302"/>
                    </a:lnTo>
                    <a:cubicBezTo>
                      <a:pt x="1" y="7320"/>
                      <a:pt x="19" y="7339"/>
                      <a:pt x="38" y="7339"/>
                    </a:cubicBezTo>
                    <a:lnTo>
                      <a:pt x="12162" y="7339"/>
                    </a:lnTo>
                    <a:cubicBezTo>
                      <a:pt x="12181" y="7339"/>
                      <a:pt x="12199" y="7320"/>
                      <a:pt x="12199" y="7302"/>
                    </a:cubicBezTo>
                    <a:lnTo>
                      <a:pt x="12199" y="38"/>
                    </a:lnTo>
                    <a:cubicBezTo>
                      <a:pt x="12199" y="19"/>
                      <a:pt x="12181" y="1"/>
                      <a:pt x="1216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6" name="Google Shape;326;p19"/>
              <p:cNvSpPr/>
              <p:nvPr/>
            </p:nvSpPr>
            <p:spPr>
              <a:xfrm>
                <a:off x="7299800" y="2346750"/>
                <a:ext cx="308025" cy="186250"/>
              </a:xfrm>
              <a:custGeom>
                <a:avLst/>
                <a:gdLst/>
                <a:ahLst/>
                <a:cxnLst/>
                <a:rect l="l" t="t" r="r" b="b"/>
                <a:pathLst>
                  <a:path w="12321" h="7450" extrusionOk="0">
                    <a:moveTo>
                      <a:pt x="12200" y="112"/>
                    </a:moveTo>
                    <a:lnTo>
                      <a:pt x="12200" y="7338"/>
                    </a:lnTo>
                    <a:lnTo>
                      <a:pt x="112" y="7338"/>
                    </a:lnTo>
                    <a:lnTo>
                      <a:pt x="112" y="112"/>
                    </a:lnTo>
                    <a:close/>
                    <a:moveTo>
                      <a:pt x="94" y="0"/>
                    </a:moveTo>
                    <a:cubicBezTo>
                      <a:pt x="47" y="0"/>
                      <a:pt x="1" y="37"/>
                      <a:pt x="1" y="93"/>
                    </a:cubicBezTo>
                    <a:lnTo>
                      <a:pt x="1" y="7357"/>
                    </a:lnTo>
                    <a:cubicBezTo>
                      <a:pt x="1" y="7412"/>
                      <a:pt x="47" y="7449"/>
                      <a:pt x="94" y="7449"/>
                    </a:cubicBezTo>
                    <a:lnTo>
                      <a:pt x="12218" y="7449"/>
                    </a:lnTo>
                    <a:cubicBezTo>
                      <a:pt x="12274" y="7449"/>
                      <a:pt x="12320" y="7412"/>
                      <a:pt x="12320" y="7357"/>
                    </a:cubicBezTo>
                    <a:lnTo>
                      <a:pt x="12320" y="93"/>
                    </a:lnTo>
                    <a:cubicBezTo>
                      <a:pt x="12320" y="37"/>
                      <a:pt x="12274" y="0"/>
                      <a:pt x="122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7" name="Google Shape;327;p19"/>
              <p:cNvSpPr/>
              <p:nvPr/>
            </p:nvSpPr>
            <p:spPr>
              <a:xfrm>
                <a:off x="7510150" y="2385250"/>
                <a:ext cx="67525" cy="103925"/>
              </a:xfrm>
              <a:custGeom>
                <a:avLst/>
                <a:gdLst/>
                <a:ahLst/>
                <a:cxnLst/>
                <a:rect l="l" t="t" r="r" b="b"/>
                <a:pathLst>
                  <a:path w="2701" h="4157" extrusionOk="0">
                    <a:moveTo>
                      <a:pt x="19" y="0"/>
                    </a:moveTo>
                    <a:cubicBezTo>
                      <a:pt x="10" y="0"/>
                      <a:pt x="1" y="9"/>
                      <a:pt x="1" y="19"/>
                    </a:cubicBezTo>
                    <a:lnTo>
                      <a:pt x="1" y="4138"/>
                    </a:lnTo>
                    <a:cubicBezTo>
                      <a:pt x="1" y="4147"/>
                      <a:pt x="10" y="4156"/>
                      <a:pt x="19" y="4156"/>
                    </a:cubicBezTo>
                    <a:lnTo>
                      <a:pt x="2682" y="4156"/>
                    </a:lnTo>
                    <a:cubicBezTo>
                      <a:pt x="2691" y="4156"/>
                      <a:pt x="2700" y="4147"/>
                      <a:pt x="2700" y="4138"/>
                    </a:cubicBezTo>
                    <a:lnTo>
                      <a:pt x="2700" y="19"/>
                    </a:lnTo>
                    <a:cubicBezTo>
                      <a:pt x="2700" y="0"/>
                      <a:pt x="2691" y="0"/>
                      <a:pt x="268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8" name="Google Shape;328;p19"/>
              <p:cNvSpPr/>
              <p:nvPr/>
            </p:nvSpPr>
            <p:spPr>
              <a:xfrm>
                <a:off x="7508775" y="2383625"/>
                <a:ext cx="70300" cy="107175"/>
              </a:xfrm>
              <a:custGeom>
                <a:avLst/>
                <a:gdLst/>
                <a:ahLst/>
                <a:cxnLst/>
                <a:rect l="l" t="t" r="r" b="b"/>
                <a:pathLst>
                  <a:path w="2812" h="4287" extrusionOk="0">
                    <a:moveTo>
                      <a:pt x="2700" y="121"/>
                    </a:moveTo>
                    <a:lnTo>
                      <a:pt x="2700" y="4165"/>
                    </a:lnTo>
                    <a:lnTo>
                      <a:pt x="112" y="4165"/>
                    </a:lnTo>
                    <a:lnTo>
                      <a:pt x="112" y="121"/>
                    </a:lnTo>
                    <a:close/>
                    <a:moveTo>
                      <a:pt x="74" y="0"/>
                    </a:moveTo>
                    <a:cubicBezTo>
                      <a:pt x="37" y="0"/>
                      <a:pt x="0" y="37"/>
                      <a:pt x="0" y="84"/>
                    </a:cubicBezTo>
                    <a:lnTo>
                      <a:pt x="0" y="4203"/>
                    </a:lnTo>
                    <a:cubicBezTo>
                      <a:pt x="0" y="4249"/>
                      <a:pt x="37" y="4286"/>
                      <a:pt x="74" y="4286"/>
                    </a:cubicBezTo>
                    <a:lnTo>
                      <a:pt x="2737" y="4286"/>
                    </a:lnTo>
                    <a:cubicBezTo>
                      <a:pt x="2774" y="4286"/>
                      <a:pt x="2811" y="4249"/>
                      <a:pt x="2811" y="4203"/>
                    </a:cubicBezTo>
                    <a:lnTo>
                      <a:pt x="2811" y="84"/>
                    </a:lnTo>
                    <a:cubicBezTo>
                      <a:pt x="2811" y="37"/>
                      <a:pt x="2774" y="0"/>
                      <a:pt x="273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9" name="Google Shape;329;p19"/>
              <p:cNvSpPr/>
              <p:nvPr/>
            </p:nvSpPr>
            <p:spPr>
              <a:xfrm>
                <a:off x="7511775" y="2387100"/>
                <a:ext cx="65200" cy="100900"/>
              </a:xfrm>
              <a:custGeom>
                <a:avLst/>
                <a:gdLst/>
                <a:ahLst/>
                <a:cxnLst/>
                <a:rect l="l" t="t" r="r" b="b"/>
                <a:pathLst>
                  <a:path w="2608" h="4036" extrusionOk="0">
                    <a:moveTo>
                      <a:pt x="1" y="0"/>
                    </a:moveTo>
                    <a:lnTo>
                      <a:pt x="2608" y="4036"/>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0" name="Google Shape;330;p19"/>
              <p:cNvSpPr/>
              <p:nvPr/>
            </p:nvSpPr>
            <p:spPr>
              <a:xfrm>
                <a:off x="7510150" y="2385700"/>
                <a:ext cx="68450" cy="103700"/>
              </a:xfrm>
              <a:custGeom>
                <a:avLst/>
                <a:gdLst/>
                <a:ahLst/>
                <a:cxnLst/>
                <a:rect l="l" t="t" r="r" b="b"/>
                <a:pathLst>
                  <a:path w="2738" h="4148" extrusionOk="0">
                    <a:moveTo>
                      <a:pt x="70" y="0"/>
                    </a:moveTo>
                    <a:cubicBezTo>
                      <a:pt x="59" y="0"/>
                      <a:pt x="48" y="3"/>
                      <a:pt x="38" y="10"/>
                    </a:cubicBezTo>
                    <a:cubicBezTo>
                      <a:pt x="10" y="29"/>
                      <a:pt x="1" y="66"/>
                      <a:pt x="19" y="93"/>
                    </a:cubicBezTo>
                    <a:lnTo>
                      <a:pt x="2626" y="4120"/>
                    </a:lnTo>
                    <a:cubicBezTo>
                      <a:pt x="2635" y="4138"/>
                      <a:pt x="2654" y="4147"/>
                      <a:pt x="2673" y="4147"/>
                    </a:cubicBezTo>
                    <a:cubicBezTo>
                      <a:pt x="2682" y="4147"/>
                      <a:pt x="2691" y="4147"/>
                      <a:pt x="2700" y="4138"/>
                    </a:cubicBezTo>
                    <a:cubicBezTo>
                      <a:pt x="2728" y="4120"/>
                      <a:pt x="2738" y="4082"/>
                      <a:pt x="2719" y="4055"/>
                    </a:cubicBezTo>
                    <a:lnTo>
                      <a:pt x="121" y="29"/>
                    </a:lnTo>
                    <a:cubicBezTo>
                      <a:pt x="109" y="11"/>
                      <a:pt x="9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1" name="Google Shape;331;p19"/>
              <p:cNvSpPr/>
              <p:nvPr/>
            </p:nvSpPr>
            <p:spPr>
              <a:xfrm>
                <a:off x="7510625" y="2386875"/>
                <a:ext cx="64950" cy="102300"/>
              </a:xfrm>
              <a:custGeom>
                <a:avLst/>
                <a:gdLst/>
                <a:ahLst/>
                <a:cxnLst/>
                <a:rect l="l" t="t" r="r" b="b"/>
                <a:pathLst>
                  <a:path w="2598" h="4092" extrusionOk="0">
                    <a:moveTo>
                      <a:pt x="2598" y="0"/>
                    </a:moveTo>
                    <a:lnTo>
                      <a:pt x="0" y="409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2" name="Google Shape;332;p19"/>
              <p:cNvSpPr/>
              <p:nvPr/>
            </p:nvSpPr>
            <p:spPr>
              <a:xfrm>
                <a:off x="7509000" y="2385325"/>
                <a:ext cx="68200" cy="105475"/>
              </a:xfrm>
              <a:custGeom>
                <a:avLst/>
                <a:gdLst/>
                <a:ahLst/>
                <a:cxnLst/>
                <a:rect l="l" t="t" r="r" b="b"/>
                <a:pathLst>
                  <a:path w="2728" h="4219" extrusionOk="0">
                    <a:moveTo>
                      <a:pt x="2667" y="1"/>
                    </a:moveTo>
                    <a:cubicBezTo>
                      <a:pt x="2648" y="1"/>
                      <a:pt x="2628" y="7"/>
                      <a:pt x="2617" y="25"/>
                    </a:cubicBezTo>
                    <a:lnTo>
                      <a:pt x="19" y="4125"/>
                    </a:lnTo>
                    <a:cubicBezTo>
                      <a:pt x="0" y="4153"/>
                      <a:pt x="10" y="4190"/>
                      <a:pt x="38" y="4209"/>
                    </a:cubicBezTo>
                    <a:cubicBezTo>
                      <a:pt x="47" y="4209"/>
                      <a:pt x="56" y="4218"/>
                      <a:pt x="65" y="4218"/>
                    </a:cubicBezTo>
                    <a:cubicBezTo>
                      <a:pt x="84" y="4218"/>
                      <a:pt x="103" y="4209"/>
                      <a:pt x="121" y="4190"/>
                    </a:cubicBezTo>
                    <a:lnTo>
                      <a:pt x="2719" y="90"/>
                    </a:lnTo>
                    <a:cubicBezTo>
                      <a:pt x="2728" y="62"/>
                      <a:pt x="2728" y="25"/>
                      <a:pt x="2700" y="6"/>
                    </a:cubicBezTo>
                    <a:cubicBezTo>
                      <a:pt x="2690" y="3"/>
                      <a:pt x="2678" y="1"/>
                      <a:pt x="266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3" name="Google Shape;333;p19"/>
              <p:cNvSpPr/>
              <p:nvPr/>
            </p:nvSpPr>
            <p:spPr>
              <a:xfrm>
                <a:off x="7340175" y="2391050"/>
                <a:ext cx="143350" cy="3025"/>
              </a:xfrm>
              <a:custGeom>
                <a:avLst/>
                <a:gdLst/>
                <a:ahLst/>
                <a:cxnLst/>
                <a:rect l="l" t="t" r="r" b="b"/>
                <a:pathLst>
                  <a:path w="5734" h="121" extrusionOk="0">
                    <a:moveTo>
                      <a:pt x="56" y="0"/>
                    </a:moveTo>
                    <a:cubicBezTo>
                      <a:pt x="28" y="0"/>
                      <a:pt x="0" y="28"/>
                      <a:pt x="0" y="65"/>
                    </a:cubicBezTo>
                    <a:cubicBezTo>
                      <a:pt x="0" y="93"/>
                      <a:pt x="28" y="121"/>
                      <a:pt x="56" y="121"/>
                    </a:cubicBezTo>
                    <a:lnTo>
                      <a:pt x="5677" y="121"/>
                    </a:lnTo>
                    <a:cubicBezTo>
                      <a:pt x="5705" y="121"/>
                      <a:pt x="5733" y="93"/>
                      <a:pt x="5733" y="65"/>
                    </a:cubicBezTo>
                    <a:cubicBezTo>
                      <a:pt x="5733" y="28"/>
                      <a:pt x="5705" y="0"/>
                      <a:pt x="56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4" name="Google Shape;334;p19"/>
              <p:cNvSpPr/>
              <p:nvPr/>
            </p:nvSpPr>
            <p:spPr>
              <a:xfrm>
                <a:off x="7340175" y="2412375"/>
                <a:ext cx="52200" cy="3050"/>
              </a:xfrm>
              <a:custGeom>
                <a:avLst/>
                <a:gdLst/>
                <a:ahLst/>
                <a:cxnLst/>
                <a:rect l="l" t="t" r="r" b="b"/>
                <a:pathLst>
                  <a:path w="2088" h="122" extrusionOk="0">
                    <a:moveTo>
                      <a:pt x="56" y="1"/>
                    </a:moveTo>
                    <a:cubicBezTo>
                      <a:pt x="28" y="1"/>
                      <a:pt x="0" y="28"/>
                      <a:pt x="0" y="56"/>
                    </a:cubicBezTo>
                    <a:cubicBezTo>
                      <a:pt x="0" y="93"/>
                      <a:pt x="28" y="121"/>
                      <a:pt x="56" y="121"/>
                    </a:cubicBezTo>
                    <a:lnTo>
                      <a:pt x="2032" y="121"/>
                    </a:lnTo>
                    <a:cubicBezTo>
                      <a:pt x="2069" y="121"/>
                      <a:pt x="2087" y="93"/>
                      <a:pt x="2087" y="56"/>
                    </a:cubicBezTo>
                    <a:cubicBezTo>
                      <a:pt x="2087" y="28"/>
                      <a:pt x="2069" y="1"/>
                      <a:pt x="2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5" name="Google Shape;335;p19"/>
              <p:cNvSpPr/>
              <p:nvPr/>
            </p:nvSpPr>
            <p:spPr>
              <a:xfrm>
                <a:off x="7409750" y="2412375"/>
                <a:ext cx="62875" cy="3050"/>
              </a:xfrm>
              <a:custGeom>
                <a:avLst/>
                <a:gdLst/>
                <a:ahLst/>
                <a:cxnLst/>
                <a:rect l="l" t="t" r="r" b="b"/>
                <a:pathLst>
                  <a:path w="2515" h="122" extrusionOk="0">
                    <a:moveTo>
                      <a:pt x="65" y="1"/>
                    </a:moveTo>
                    <a:cubicBezTo>
                      <a:pt x="28" y="1"/>
                      <a:pt x="0" y="28"/>
                      <a:pt x="0" y="56"/>
                    </a:cubicBezTo>
                    <a:cubicBezTo>
                      <a:pt x="0" y="93"/>
                      <a:pt x="28" y="121"/>
                      <a:pt x="65" y="121"/>
                    </a:cubicBezTo>
                    <a:lnTo>
                      <a:pt x="2458" y="121"/>
                    </a:lnTo>
                    <a:cubicBezTo>
                      <a:pt x="2486" y="121"/>
                      <a:pt x="2514" y="93"/>
                      <a:pt x="2514" y="56"/>
                    </a:cubicBezTo>
                    <a:cubicBezTo>
                      <a:pt x="2514" y="28"/>
                      <a:pt x="2486" y="1"/>
                      <a:pt x="24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6" name="Google Shape;336;p19"/>
              <p:cNvSpPr/>
              <p:nvPr/>
            </p:nvSpPr>
            <p:spPr>
              <a:xfrm>
                <a:off x="7340175" y="2477075"/>
                <a:ext cx="93025" cy="2825"/>
              </a:xfrm>
              <a:custGeom>
                <a:avLst/>
                <a:gdLst/>
                <a:ahLst/>
                <a:cxnLst/>
                <a:rect l="l" t="t" r="r" b="b"/>
                <a:pathLst>
                  <a:path w="3721" h="113" extrusionOk="0">
                    <a:moveTo>
                      <a:pt x="56" y="1"/>
                    </a:moveTo>
                    <a:cubicBezTo>
                      <a:pt x="28" y="1"/>
                      <a:pt x="0" y="29"/>
                      <a:pt x="0" y="56"/>
                    </a:cubicBezTo>
                    <a:cubicBezTo>
                      <a:pt x="0" y="93"/>
                      <a:pt x="28" y="112"/>
                      <a:pt x="56" y="112"/>
                    </a:cubicBezTo>
                    <a:lnTo>
                      <a:pt x="3655" y="112"/>
                    </a:lnTo>
                    <a:cubicBezTo>
                      <a:pt x="3692" y="112"/>
                      <a:pt x="3720" y="93"/>
                      <a:pt x="3720" y="56"/>
                    </a:cubicBezTo>
                    <a:cubicBezTo>
                      <a:pt x="3720" y="29"/>
                      <a:pt x="3692" y="1"/>
                      <a:pt x="36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7" name="Google Shape;337;p19"/>
              <p:cNvSpPr/>
              <p:nvPr/>
            </p:nvSpPr>
            <p:spPr>
              <a:xfrm>
                <a:off x="7340175" y="2434875"/>
                <a:ext cx="144500" cy="2800"/>
              </a:xfrm>
              <a:custGeom>
                <a:avLst/>
                <a:gdLst/>
                <a:ahLst/>
                <a:cxnLst/>
                <a:rect l="l" t="t" r="r" b="b"/>
                <a:pathLst>
                  <a:path w="5780" h="112" extrusionOk="0">
                    <a:moveTo>
                      <a:pt x="56" y="0"/>
                    </a:moveTo>
                    <a:cubicBezTo>
                      <a:pt x="28" y="0"/>
                      <a:pt x="0" y="19"/>
                      <a:pt x="0" y="56"/>
                    </a:cubicBezTo>
                    <a:cubicBezTo>
                      <a:pt x="0" y="84"/>
                      <a:pt x="28" y="112"/>
                      <a:pt x="56" y="112"/>
                    </a:cubicBezTo>
                    <a:lnTo>
                      <a:pt x="5724" y="112"/>
                    </a:lnTo>
                    <a:cubicBezTo>
                      <a:pt x="5761" y="112"/>
                      <a:pt x="5779" y="84"/>
                      <a:pt x="5779" y="56"/>
                    </a:cubicBezTo>
                    <a:cubicBezTo>
                      <a:pt x="5779" y="19"/>
                      <a:pt x="5761" y="0"/>
                      <a:pt x="57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8" name="Google Shape;338;p19"/>
              <p:cNvSpPr/>
              <p:nvPr/>
            </p:nvSpPr>
            <p:spPr>
              <a:xfrm>
                <a:off x="7340175" y="2456200"/>
                <a:ext cx="47800" cy="2825"/>
              </a:xfrm>
              <a:custGeom>
                <a:avLst/>
                <a:gdLst/>
                <a:ahLst/>
                <a:cxnLst/>
                <a:rect l="l" t="t" r="r" b="b"/>
                <a:pathLst>
                  <a:path w="1912" h="113" extrusionOk="0">
                    <a:moveTo>
                      <a:pt x="56" y="1"/>
                    </a:moveTo>
                    <a:cubicBezTo>
                      <a:pt x="28" y="1"/>
                      <a:pt x="0" y="19"/>
                      <a:pt x="0" y="56"/>
                    </a:cubicBezTo>
                    <a:cubicBezTo>
                      <a:pt x="0" y="84"/>
                      <a:pt x="28" y="112"/>
                      <a:pt x="56" y="112"/>
                    </a:cubicBezTo>
                    <a:lnTo>
                      <a:pt x="1855" y="112"/>
                    </a:lnTo>
                    <a:cubicBezTo>
                      <a:pt x="1883" y="112"/>
                      <a:pt x="1911" y="84"/>
                      <a:pt x="1911" y="56"/>
                    </a:cubicBezTo>
                    <a:cubicBezTo>
                      <a:pt x="1911" y="19"/>
                      <a:pt x="1883" y="1"/>
                      <a:pt x="18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9" name="Google Shape;339;p19"/>
              <p:cNvSpPr/>
              <p:nvPr/>
            </p:nvSpPr>
            <p:spPr>
              <a:xfrm>
                <a:off x="7398850" y="2456200"/>
                <a:ext cx="84675" cy="2825"/>
              </a:xfrm>
              <a:custGeom>
                <a:avLst/>
                <a:gdLst/>
                <a:ahLst/>
                <a:cxnLst/>
                <a:rect l="l" t="t" r="r" b="b"/>
                <a:pathLst>
                  <a:path w="3387" h="113" extrusionOk="0">
                    <a:moveTo>
                      <a:pt x="56" y="1"/>
                    </a:moveTo>
                    <a:cubicBezTo>
                      <a:pt x="28" y="1"/>
                      <a:pt x="0" y="19"/>
                      <a:pt x="0" y="56"/>
                    </a:cubicBezTo>
                    <a:cubicBezTo>
                      <a:pt x="0" y="84"/>
                      <a:pt x="28" y="112"/>
                      <a:pt x="56" y="112"/>
                    </a:cubicBezTo>
                    <a:lnTo>
                      <a:pt x="3330" y="112"/>
                    </a:lnTo>
                    <a:cubicBezTo>
                      <a:pt x="3358" y="112"/>
                      <a:pt x="3386" y="84"/>
                      <a:pt x="3386" y="56"/>
                    </a:cubicBezTo>
                    <a:cubicBezTo>
                      <a:pt x="3386" y="19"/>
                      <a:pt x="3358" y="1"/>
                      <a:pt x="33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0" name="Google Shape;340;p19"/>
              <p:cNvSpPr/>
              <p:nvPr/>
            </p:nvSpPr>
            <p:spPr>
              <a:xfrm>
                <a:off x="7414375" y="2425125"/>
                <a:ext cx="500" cy="8850"/>
              </a:xfrm>
              <a:custGeom>
                <a:avLst/>
                <a:gdLst/>
                <a:ahLst/>
                <a:cxnLst/>
                <a:rect l="l" t="t" r="r" b="b"/>
                <a:pathLst>
                  <a:path w="20" h="354" extrusionOk="0">
                    <a:moveTo>
                      <a:pt x="19" y="353"/>
                    </a:moveTo>
                    <a:cubicBezTo>
                      <a:pt x="19" y="233"/>
                      <a:pt x="19" y="121"/>
                      <a:pt x="1" y="1"/>
                    </a:cubicBezTo>
                    <a:lnTo>
                      <a:pt x="1" y="1"/>
                    </a:lnTo>
                    <a:lnTo>
                      <a:pt x="1" y="1"/>
                    </a:lnTo>
                    <a:cubicBezTo>
                      <a:pt x="19" y="121"/>
                      <a:pt x="19" y="233"/>
                      <a:pt x="19" y="3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1" name="Google Shape;341;p19"/>
              <p:cNvSpPr/>
              <p:nvPr/>
            </p:nvSpPr>
            <p:spPr>
              <a:xfrm>
                <a:off x="7106150" y="2233800"/>
                <a:ext cx="232650" cy="165625"/>
              </a:xfrm>
              <a:custGeom>
                <a:avLst/>
                <a:gdLst/>
                <a:ahLst/>
                <a:cxnLst/>
                <a:rect l="l" t="t" r="r" b="b"/>
                <a:pathLst>
                  <a:path w="9306" h="6625" extrusionOk="0">
                    <a:moveTo>
                      <a:pt x="168" y="1"/>
                    </a:moveTo>
                    <a:cubicBezTo>
                      <a:pt x="75" y="1"/>
                      <a:pt x="1" y="75"/>
                      <a:pt x="1" y="168"/>
                    </a:cubicBezTo>
                    <a:lnTo>
                      <a:pt x="1" y="6457"/>
                    </a:lnTo>
                    <a:cubicBezTo>
                      <a:pt x="1" y="6550"/>
                      <a:pt x="75" y="6624"/>
                      <a:pt x="168" y="6624"/>
                    </a:cubicBezTo>
                    <a:lnTo>
                      <a:pt x="9129" y="6624"/>
                    </a:lnTo>
                    <a:cubicBezTo>
                      <a:pt x="9222" y="6624"/>
                      <a:pt x="9305" y="6550"/>
                      <a:pt x="9305" y="6457"/>
                    </a:cubicBezTo>
                    <a:lnTo>
                      <a:pt x="9305" y="168"/>
                    </a:lnTo>
                    <a:cubicBezTo>
                      <a:pt x="9305" y="75"/>
                      <a:pt x="9222"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2" name="Google Shape;342;p19"/>
              <p:cNvSpPr/>
              <p:nvPr/>
            </p:nvSpPr>
            <p:spPr>
              <a:xfrm>
                <a:off x="7104525" y="2232175"/>
                <a:ext cx="235675" cy="168850"/>
              </a:xfrm>
              <a:custGeom>
                <a:avLst/>
                <a:gdLst/>
                <a:ahLst/>
                <a:cxnLst/>
                <a:rect l="l" t="t" r="r" b="b"/>
                <a:pathLst>
                  <a:path w="9427" h="6754" extrusionOk="0">
                    <a:moveTo>
                      <a:pt x="9194" y="121"/>
                    </a:moveTo>
                    <a:cubicBezTo>
                      <a:pt x="9259" y="121"/>
                      <a:pt x="9305" y="177"/>
                      <a:pt x="9305" y="233"/>
                    </a:cubicBezTo>
                    <a:lnTo>
                      <a:pt x="9305" y="6522"/>
                    </a:lnTo>
                    <a:cubicBezTo>
                      <a:pt x="9305" y="6587"/>
                      <a:pt x="9259" y="6633"/>
                      <a:pt x="9194" y="6633"/>
                    </a:cubicBezTo>
                    <a:lnTo>
                      <a:pt x="233" y="6633"/>
                    </a:lnTo>
                    <a:cubicBezTo>
                      <a:pt x="168" y="6633"/>
                      <a:pt x="122" y="6587"/>
                      <a:pt x="122" y="6522"/>
                    </a:cubicBezTo>
                    <a:lnTo>
                      <a:pt x="122" y="233"/>
                    </a:lnTo>
                    <a:cubicBezTo>
                      <a:pt x="122" y="177"/>
                      <a:pt x="177" y="121"/>
                      <a:pt x="233" y="121"/>
                    </a:cubicBezTo>
                    <a:close/>
                    <a:moveTo>
                      <a:pt x="233" y="1"/>
                    </a:moveTo>
                    <a:cubicBezTo>
                      <a:pt x="103" y="1"/>
                      <a:pt x="1" y="112"/>
                      <a:pt x="1" y="233"/>
                    </a:cubicBezTo>
                    <a:lnTo>
                      <a:pt x="1" y="6522"/>
                    </a:lnTo>
                    <a:cubicBezTo>
                      <a:pt x="1" y="6652"/>
                      <a:pt x="103" y="6754"/>
                      <a:pt x="233" y="6754"/>
                    </a:cubicBezTo>
                    <a:lnTo>
                      <a:pt x="9194" y="6754"/>
                    </a:lnTo>
                    <a:cubicBezTo>
                      <a:pt x="9324" y="6754"/>
                      <a:pt x="9426" y="6652"/>
                      <a:pt x="9426" y="6522"/>
                    </a:cubicBezTo>
                    <a:lnTo>
                      <a:pt x="9426" y="233"/>
                    </a:lnTo>
                    <a:cubicBezTo>
                      <a:pt x="9426" y="112"/>
                      <a:pt x="9324" y="1"/>
                      <a:pt x="91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3" name="Google Shape;343;p19"/>
              <p:cNvSpPr/>
              <p:nvPr/>
            </p:nvSpPr>
            <p:spPr>
              <a:xfrm>
                <a:off x="7119150" y="2221275"/>
                <a:ext cx="232625" cy="27850"/>
              </a:xfrm>
              <a:custGeom>
                <a:avLst/>
                <a:gdLst/>
                <a:ahLst/>
                <a:cxnLst/>
                <a:rect l="l" t="t" r="r" b="b"/>
                <a:pathLst>
                  <a:path w="9305" h="1114" extrusionOk="0">
                    <a:moveTo>
                      <a:pt x="204" y="1"/>
                    </a:moveTo>
                    <a:cubicBezTo>
                      <a:pt x="93" y="1"/>
                      <a:pt x="0" y="93"/>
                      <a:pt x="0" y="205"/>
                    </a:cubicBezTo>
                    <a:lnTo>
                      <a:pt x="0" y="1114"/>
                    </a:lnTo>
                    <a:lnTo>
                      <a:pt x="9305" y="1114"/>
                    </a:lnTo>
                    <a:lnTo>
                      <a:pt x="9305" y="260"/>
                    </a:lnTo>
                    <a:cubicBezTo>
                      <a:pt x="9305" y="112"/>
                      <a:pt x="9184" y="1"/>
                      <a:pt x="9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4" name="Google Shape;344;p19"/>
              <p:cNvSpPr/>
              <p:nvPr/>
            </p:nvSpPr>
            <p:spPr>
              <a:xfrm>
                <a:off x="7117750" y="2219650"/>
                <a:ext cx="235425" cy="30875"/>
              </a:xfrm>
              <a:custGeom>
                <a:avLst/>
                <a:gdLst/>
                <a:ahLst/>
                <a:cxnLst/>
                <a:rect l="l" t="t" r="r" b="b"/>
                <a:pathLst>
                  <a:path w="9417" h="1235" extrusionOk="0">
                    <a:moveTo>
                      <a:pt x="9092" y="121"/>
                    </a:moveTo>
                    <a:cubicBezTo>
                      <a:pt x="9203" y="121"/>
                      <a:pt x="9296" y="214"/>
                      <a:pt x="9296" y="325"/>
                    </a:cubicBezTo>
                    <a:lnTo>
                      <a:pt x="9296" y="1123"/>
                    </a:lnTo>
                    <a:lnTo>
                      <a:pt x="112" y="1123"/>
                    </a:lnTo>
                    <a:lnTo>
                      <a:pt x="112" y="270"/>
                    </a:lnTo>
                    <a:cubicBezTo>
                      <a:pt x="112" y="186"/>
                      <a:pt x="177" y="121"/>
                      <a:pt x="260" y="121"/>
                    </a:cubicBezTo>
                    <a:close/>
                    <a:moveTo>
                      <a:pt x="260" y="1"/>
                    </a:moveTo>
                    <a:cubicBezTo>
                      <a:pt x="112" y="1"/>
                      <a:pt x="1" y="121"/>
                      <a:pt x="1" y="270"/>
                    </a:cubicBezTo>
                    <a:lnTo>
                      <a:pt x="1" y="1234"/>
                    </a:lnTo>
                    <a:lnTo>
                      <a:pt x="9417" y="1234"/>
                    </a:lnTo>
                    <a:lnTo>
                      <a:pt x="9417" y="325"/>
                    </a:lnTo>
                    <a:cubicBezTo>
                      <a:pt x="9417" y="149"/>
                      <a:pt x="9268" y="1"/>
                      <a:pt x="90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5" name="Google Shape;345;p19"/>
              <p:cNvSpPr/>
              <p:nvPr/>
            </p:nvSpPr>
            <p:spPr>
              <a:xfrm>
                <a:off x="7143950" y="2229150"/>
                <a:ext cx="11400" cy="11400"/>
              </a:xfrm>
              <a:custGeom>
                <a:avLst/>
                <a:gdLst/>
                <a:ahLst/>
                <a:cxnLst/>
                <a:rect l="l" t="t" r="r" b="b"/>
                <a:pathLst>
                  <a:path w="456" h="456" extrusionOk="0">
                    <a:moveTo>
                      <a:pt x="233" y="112"/>
                    </a:moveTo>
                    <a:cubicBezTo>
                      <a:pt x="289" y="112"/>
                      <a:pt x="344" y="168"/>
                      <a:pt x="344" y="224"/>
                    </a:cubicBezTo>
                    <a:cubicBezTo>
                      <a:pt x="344" y="289"/>
                      <a:pt x="289" y="344"/>
                      <a:pt x="233" y="344"/>
                    </a:cubicBezTo>
                    <a:cubicBezTo>
                      <a:pt x="168" y="344"/>
                      <a:pt x="112" y="289"/>
                      <a:pt x="112" y="224"/>
                    </a:cubicBezTo>
                    <a:cubicBezTo>
                      <a:pt x="112" y="168"/>
                      <a:pt x="168" y="112"/>
                      <a:pt x="233" y="112"/>
                    </a:cubicBezTo>
                    <a:close/>
                    <a:moveTo>
                      <a:pt x="233" y="1"/>
                    </a:moveTo>
                    <a:cubicBezTo>
                      <a:pt x="103" y="1"/>
                      <a:pt x="1" y="103"/>
                      <a:pt x="1" y="233"/>
                    </a:cubicBezTo>
                    <a:cubicBezTo>
                      <a:pt x="1" y="354"/>
                      <a:pt x="103" y="456"/>
                      <a:pt x="233" y="456"/>
                    </a:cubicBezTo>
                    <a:cubicBezTo>
                      <a:pt x="353" y="456"/>
                      <a:pt x="456" y="354"/>
                      <a:pt x="456" y="233"/>
                    </a:cubicBezTo>
                    <a:cubicBezTo>
                      <a:pt x="456"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6" name="Google Shape;346;p19"/>
              <p:cNvSpPr/>
              <p:nvPr/>
            </p:nvSpPr>
            <p:spPr>
              <a:xfrm>
                <a:off x="7160650" y="2229150"/>
                <a:ext cx="11625" cy="11400"/>
              </a:xfrm>
              <a:custGeom>
                <a:avLst/>
                <a:gdLst/>
                <a:ahLst/>
                <a:cxnLst/>
                <a:rect l="l" t="t" r="r" b="b"/>
                <a:pathLst>
                  <a:path w="465" h="456" extrusionOk="0">
                    <a:moveTo>
                      <a:pt x="233" y="112"/>
                    </a:moveTo>
                    <a:cubicBezTo>
                      <a:pt x="298" y="112"/>
                      <a:pt x="344" y="168"/>
                      <a:pt x="344" y="224"/>
                    </a:cubicBezTo>
                    <a:cubicBezTo>
                      <a:pt x="344" y="289"/>
                      <a:pt x="298" y="344"/>
                      <a:pt x="233" y="344"/>
                    </a:cubicBezTo>
                    <a:cubicBezTo>
                      <a:pt x="168" y="344"/>
                      <a:pt x="122" y="289"/>
                      <a:pt x="122" y="224"/>
                    </a:cubicBezTo>
                    <a:cubicBezTo>
                      <a:pt x="122" y="168"/>
                      <a:pt x="168" y="112"/>
                      <a:pt x="233" y="112"/>
                    </a:cubicBezTo>
                    <a:close/>
                    <a:moveTo>
                      <a:pt x="233" y="1"/>
                    </a:moveTo>
                    <a:cubicBezTo>
                      <a:pt x="103" y="1"/>
                      <a:pt x="1" y="103"/>
                      <a:pt x="1" y="233"/>
                    </a:cubicBezTo>
                    <a:cubicBezTo>
                      <a:pt x="1" y="354"/>
                      <a:pt x="103" y="456"/>
                      <a:pt x="233" y="456"/>
                    </a:cubicBezTo>
                    <a:cubicBezTo>
                      <a:pt x="363" y="456"/>
                      <a:pt x="465" y="354"/>
                      <a:pt x="465" y="233"/>
                    </a:cubicBezTo>
                    <a:cubicBezTo>
                      <a:pt x="465" y="103"/>
                      <a:pt x="353" y="1"/>
                      <a:pt x="23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7" name="Google Shape;347;p19"/>
              <p:cNvSpPr/>
              <p:nvPr/>
            </p:nvSpPr>
            <p:spPr>
              <a:xfrm>
                <a:off x="7127275" y="2229150"/>
                <a:ext cx="11600" cy="11400"/>
              </a:xfrm>
              <a:custGeom>
                <a:avLst/>
                <a:gdLst/>
                <a:ahLst/>
                <a:cxnLst/>
                <a:rect l="l" t="t" r="r" b="b"/>
                <a:pathLst>
                  <a:path w="464" h="456" extrusionOk="0">
                    <a:moveTo>
                      <a:pt x="232" y="112"/>
                    </a:moveTo>
                    <a:cubicBezTo>
                      <a:pt x="297" y="112"/>
                      <a:pt x="343" y="168"/>
                      <a:pt x="343" y="224"/>
                    </a:cubicBezTo>
                    <a:cubicBezTo>
                      <a:pt x="343" y="289"/>
                      <a:pt x="297" y="344"/>
                      <a:pt x="232" y="344"/>
                    </a:cubicBezTo>
                    <a:cubicBezTo>
                      <a:pt x="167" y="344"/>
                      <a:pt x="121" y="289"/>
                      <a:pt x="121" y="224"/>
                    </a:cubicBezTo>
                    <a:cubicBezTo>
                      <a:pt x="121" y="168"/>
                      <a:pt x="167" y="112"/>
                      <a:pt x="232" y="112"/>
                    </a:cubicBezTo>
                    <a:close/>
                    <a:moveTo>
                      <a:pt x="232" y="1"/>
                    </a:moveTo>
                    <a:cubicBezTo>
                      <a:pt x="102" y="1"/>
                      <a:pt x="0" y="103"/>
                      <a:pt x="0" y="233"/>
                    </a:cubicBezTo>
                    <a:cubicBezTo>
                      <a:pt x="0" y="354"/>
                      <a:pt x="102" y="456"/>
                      <a:pt x="232" y="456"/>
                    </a:cubicBezTo>
                    <a:cubicBezTo>
                      <a:pt x="362" y="456"/>
                      <a:pt x="464" y="354"/>
                      <a:pt x="464" y="233"/>
                    </a:cubicBezTo>
                    <a:cubicBezTo>
                      <a:pt x="464" y="103"/>
                      <a:pt x="362" y="1"/>
                      <a:pt x="2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8" name="Google Shape;348;p19"/>
              <p:cNvSpPr/>
              <p:nvPr/>
            </p:nvSpPr>
            <p:spPr>
              <a:xfrm>
                <a:off x="7118925" y="2249100"/>
                <a:ext cx="232625" cy="136625"/>
              </a:xfrm>
              <a:custGeom>
                <a:avLst/>
                <a:gdLst/>
                <a:ahLst/>
                <a:cxnLst/>
                <a:rect l="l" t="t" r="r" b="b"/>
                <a:pathLst>
                  <a:path w="9305" h="5465" extrusionOk="0">
                    <a:moveTo>
                      <a:pt x="37" y="1"/>
                    </a:moveTo>
                    <a:cubicBezTo>
                      <a:pt x="19" y="1"/>
                      <a:pt x="0" y="19"/>
                      <a:pt x="0" y="29"/>
                    </a:cubicBezTo>
                    <a:lnTo>
                      <a:pt x="0" y="5437"/>
                    </a:lnTo>
                    <a:cubicBezTo>
                      <a:pt x="0" y="5455"/>
                      <a:pt x="19" y="5465"/>
                      <a:pt x="37" y="5465"/>
                    </a:cubicBezTo>
                    <a:lnTo>
                      <a:pt x="9277" y="5465"/>
                    </a:lnTo>
                    <a:cubicBezTo>
                      <a:pt x="9295" y="5465"/>
                      <a:pt x="9305" y="5455"/>
                      <a:pt x="9305" y="5437"/>
                    </a:cubicBezTo>
                    <a:lnTo>
                      <a:pt x="9305" y="29"/>
                    </a:lnTo>
                    <a:cubicBezTo>
                      <a:pt x="9305" y="19"/>
                      <a:pt x="9295" y="1"/>
                      <a:pt x="927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9" name="Google Shape;349;p19"/>
              <p:cNvSpPr/>
              <p:nvPr/>
            </p:nvSpPr>
            <p:spPr>
              <a:xfrm>
                <a:off x="7117525" y="2247725"/>
                <a:ext cx="235650" cy="139625"/>
              </a:xfrm>
              <a:custGeom>
                <a:avLst/>
                <a:gdLst/>
                <a:ahLst/>
                <a:cxnLst/>
                <a:rect l="l" t="t" r="r" b="b"/>
                <a:pathLst>
                  <a:path w="9426" h="5585" extrusionOk="0">
                    <a:moveTo>
                      <a:pt x="9305" y="111"/>
                    </a:moveTo>
                    <a:lnTo>
                      <a:pt x="9305" y="5464"/>
                    </a:lnTo>
                    <a:lnTo>
                      <a:pt x="121" y="5464"/>
                    </a:lnTo>
                    <a:lnTo>
                      <a:pt x="121" y="111"/>
                    </a:lnTo>
                    <a:close/>
                    <a:moveTo>
                      <a:pt x="93" y="0"/>
                    </a:moveTo>
                    <a:cubicBezTo>
                      <a:pt x="38" y="0"/>
                      <a:pt x="0" y="37"/>
                      <a:pt x="0" y="84"/>
                    </a:cubicBezTo>
                    <a:lnTo>
                      <a:pt x="0" y="5492"/>
                    </a:lnTo>
                    <a:cubicBezTo>
                      <a:pt x="0" y="5538"/>
                      <a:pt x="38" y="5585"/>
                      <a:pt x="93" y="5585"/>
                    </a:cubicBezTo>
                    <a:lnTo>
                      <a:pt x="9333" y="5585"/>
                    </a:lnTo>
                    <a:cubicBezTo>
                      <a:pt x="9379" y="5585"/>
                      <a:pt x="9426" y="5538"/>
                      <a:pt x="9426" y="5492"/>
                    </a:cubicBezTo>
                    <a:lnTo>
                      <a:pt x="9426" y="84"/>
                    </a:lnTo>
                    <a:cubicBezTo>
                      <a:pt x="9426" y="37"/>
                      <a:pt x="9379" y="0"/>
                      <a:pt x="9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0" name="Google Shape;350;p19"/>
              <p:cNvSpPr/>
              <p:nvPr/>
            </p:nvSpPr>
            <p:spPr>
              <a:xfrm>
                <a:off x="7224200" y="2280875"/>
                <a:ext cx="98600" cy="2825"/>
              </a:xfrm>
              <a:custGeom>
                <a:avLst/>
                <a:gdLst/>
                <a:ahLst/>
                <a:cxnLst/>
                <a:rect l="l" t="t" r="r" b="b"/>
                <a:pathLst>
                  <a:path w="3944" h="113" extrusionOk="0">
                    <a:moveTo>
                      <a:pt x="56" y="1"/>
                    </a:moveTo>
                    <a:cubicBezTo>
                      <a:pt x="19" y="1"/>
                      <a:pt x="1" y="19"/>
                      <a:pt x="1" y="56"/>
                    </a:cubicBezTo>
                    <a:cubicBezTo>
                      <a:pt x="1" y="84"/>
                      <a:pt x="19" y="112"/>
                      <a:pt x="56" y="112"/>
                    </a:cubicBezTo>
                    <a:lnTo>
                      <a:pt x="3888" y="112"/>
                    </a:lnTo>
                    <a:cubicBezTo>
                      <a:pt x="3915" y="112"/>
                      <a:pt x="3943" y="84"/>
                      <a:pt x="3943" y="56"/>
                    </a:cubicBezTo>
                    <a:cubicBezTo>
                      <a:pt x="3943" y="19"/>
                      <a:pt x="3915" y="1"/>
                      <a:pt x="38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1" name="Google Shape;351;p19"/>
              <p:cNvSpPr/>
              <p:nvPr/>
            </p:nvSpPr>
            <p:spPr>
              <a:xfrm>
                <a:off x="7224200" y="2296650"/>
                <a:ext cx="36450" cy="3050"/>
              </a:xfrm>
              <a:custGeom>
                <a:avLst/>
                <a:gdLst/>
                <a:ahLst/>
                <a:cxnLst/>
                <a:rect l="l" t="t" r="r" b="b"/>
                <a:pathLst>
                  <a:path w="1458" h="122" extrusionOk="0">
                    <a:moveTo>
                      <a:pt x="56" y="0"/>
                    </a:moveTo>
                    <a:cubicBezTo>
                      <a:pt x="19" y="0"/>
                      <a:pt x="1" y="28"/>
                      <a:pt x="1" y="56"/>
                    </a:cubicBezTo>
                    <a:cubicBezTo>
                      <a:pt x="1" y="93"/>
                      <a:pt x="19" y="121"/>
                      <a:pt x="56" y="121"/>
                    </a:cubicBezTo>
                    <a:lnTo>
                      <a:pt x="1401" y="121"/>
                    </a:lnTo>
                    <a:cubicBezTo>
                      <a:pt x="1429" y="121"/>
                      <a:pt x="1457" y="93"/>
                      <a:pt x="1457" y="56"/>
                    </a:cubicBezTo>
                    <a:cubicBezTo>
                      <a:pt x="1457" y="28"/>
                      <a:pt x="1429" y="0"/>
                      <a:pt x="140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2" name="Google Shape;352;p19"/>
              <p:cNvSpPr/>
              <p:nvPr/>
            </p:nvSpPr>
            <p:spPr>
              <a:xfrm>
                <a:off x="7271525" y="2296650"/>
                <a:ext cx="43850" cy="3050"/>
              </a:xfrm>
              <a:custGeom>
                <a:avLst/>
                <a:gdLst/>
                <a:ahLst/>
                <a:cxnLst/>
                <a:rect l="l" t="t" r="r" b="b"/>
                <a:pathLst>
                  <a:path w="1754" h="122" extrusionOk="0">
                    <a:moveTo>
                      <a:pt x="65" y="0"/>
                    </a:moveTo>
                    <a:cubicBezTo>
                      <a:pt x="28" y="0"/>
                      <a:pt x="0" y="28"/>
                      <a:pt x="0" y="56"/>
                    </a:cubicBezTo>
                    <a:cubicBezTo>
                      <a:pt x="0" y="93"/>
                      <a:pt x="28" y="121"/>
                      <a:pt x="65" y="121"/>
                    </a:cubicBezTo>
                    <a:lnTo>
                      <a:pt x="1698" y="121"/>
                    </a:lnTo>
                    <a:cubicBezTo>
                      <a:pt x="1726" y="121"/>
                      <a:pt x="1753" y="93"/>
                      <a:pt x="1753" y="56"/>
                    </a:cubicBezTo>
                    <a:cubicBezTo>
                      <a:pt x="1753" y="28"/>
                      <a:pt x="1726" y="0"/>
                      <a:pt x="16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3" name="Google Shape;353;p19"/>
              <p:cNvSpPr/>
              <p:nvPr/>
            </p:nvSpPr>
            <p:spPr>
              <a:xfrm>
                <a:off x="7224200" y="2344900"/>
                <a:ext cx="64275" cy="2800"/>
              </a:xfrm>
              <a:custGeom>
                <a:avLst/>
                <a:gdLst/>
                <a:ahLst/>
                <a:cxnLst/>
                <a:rect l="l" t="t" r="r" b="b"/>
                <a:pathLst>
                  <a:path w="2571" h="112" extrusionOk="0">
                    <a:moveTo>
                      <a:pt x="56" y="0"/>
                    </a:moveTo>
                    <a:cubicBezTo>
                      <a:pt x="19" y="0"/>
                      <a:pt x="1" y="19"/>
                      <a:pt x="1" y="56"/>
                    </a:cubicBezTo>
                    <a:cubicBezTo>
                      <a:pt x="1" y="84"/>
                      <a:pt x="19" y="111"/>
                      <a:pt x="56" y="111"/>
                    </a:cubicBezTo>
                    <a:lnTo>
                      <a:pt x="2515" y="111"/>
                    </a:lnTo>
                    <a:cubicBezTo>
                      <a:pt x="2543" y="111"/>
                      <a:pt x="2570" y="84"/>
                      <a:pt x="2570" y="56"/>
                    </a:cubicBezTo>
                    <a:cubicBezTo>
                      <a:pt x="2570" y="19"/>
                      <a:pt x="2543" y="0"/>
                      <a:pt x="25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4" name="Google Shape;354;p19"/>
              <p:cNvSpPr/>
              <p:nvPr/>
            </p:nvSpPr>
            <p:spPr>
              <a:xfrm>
                <a:off x="7224200" y="2313350"/>
                <a:ext cx="99525" cy="2800"/>
              </a:xfrm>
              <a:custGeom>
                <a:avLst/>
                <a:gdLst/>
                <a:ahLst/>
                <a:cxnLst/>
                <a:rect l="l" t="t" r="r" b="b"/>
                <a:pathLst>
                  <a:path w="3981" h="112" extrusionOk="0">
                    <a:moveTo>
                      <a:pt x="56" y="0"/>
                    </a:moveTo>
                    <a:cubicBezTo>
                      <a:pt x="19" y="0"/>
                      <a:pt x="1" y="28"/>
                      <a:pt x="1" y="56"/>
                    </a:cubicBezTo>
                    <a:cubicBezTo>
                      <a:pt x="1" y="93"/>
                      <a:pt x="19" y="112"/>
                      <a:pt x="56" y="112"/>
                    </a:cubicBezTo>
                    <a:lnTo>
                      <a:pt x="3925" y="112"/>
                    </a:lnTo>
                    <a:cubicBezTo>
                      <a:pt x="3953" y="112"/>
                      <a:pt x="3980" y="93"/>
                      <a:pt x="3980" y="56"/>
                    </a:cubicBezTo>
                    <a:cubicBezTo>
                      <a:pt x="3980" y="28"/>
                      <a:pt x="3953" y="0"/>
                      <a:pt x="39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5" name="Google Shape;355;p19"/>
              <p:cNvSpPr/>
              <p:nvPr/>
            </p:nvSpPr>
            <p:spPr>
              <a:xfrm>
                <a:off x="7224200" y="2329125"/>
                <a:ext cx="33425" cy="3025"/>
              </a:xfrm>
              <a:custGeom>
                <a:avLst/>
                <a:gdLst/>
                <a:ahLst/>
                <a:cxnLst/>
                <a:rect l="l" t="t" r="r" b="b"/>
                <a:pathLst>
                  <a:path w="1337" h="121" extrusionOk="0">
                    <a:moveTo>
                      <a:pt x="56" y="0"/>
                    </a:moveTo>
                    <a:cubicBezTo>
                      <a:pt x="19" y="0"/>
                      <a:pt x="1" y="28"/>
                      <a:pt x="1" y="65"/>
                    </a:cubicBezTo>
                    <a:cubicBezTo>
                      <a:pt x="1" y="93"/>
                      <a:pt x="19" y="121"/>
                      <a:pt x="56" y="121"/>
                    </a:cubicBezTo>
                    <a:lnTo>
                      <a:pt x="1281" y="121"/>
                    </a:lnTo>
                    <a:cubicBezTo>
                      <a:pt x="1309" y="121"/>
                      <a:pt x="1337" y="93"/>
                      <a:pt x="1337" y="65"/>
                    </a:cubicBezTo>
                    <a:cubicBezTo>
                      <a:pt x="1337" y="28"/>
                      <a:pt x="1309" y="0"/>
                      <a:pt x="12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6" name="Google Shape;356;p19"/>
              <p:cNvSpPr/>
              <p:nvPr/>
            </p:nvSpPr>
            <p:spPr>
              <a:xfrm>
                <a:off x="7264100" y="2329125"/>
                <a:ext cx="58700" cy="3025"/>
              </a:xfrm>
              <a:custGeom>
                <a:avLst/>
                <a:gdLst/>
                <a:ahLst/>
                <a:cxnLst/>
                <a:rect l="l" t="t" r="r" b="b"/>
                <a:pathLst>
                  <a:path w="2348" h="121" extrusionOk="0">
                    <a:moveTo>
                      <a:pt x="56" y="0"/>
                    </a:moveTo>
                    <a:cubicBezTo>
                      <a:pt x="28" y="0"/>
                      <a:pt x="0" y="28"/>
                      <a:pt x="0" y="65"/>
                    </a:cubicBezTo>
                    <a:cubicBezTo>
                      <a:pt x="0" y="93"/>
                      <a:pt x="28" y="121"/>
                      <a:pt x="56" y="121"/>
                    </a:cubicBezTo>
                    <a:lnTo>
                      <a:pt x="2292" y="121"/>
                    </a:lnTo>
                    <a:cubicBezTo>
                      <a:pt x="2319" y="121"/>
                      <a:pt x="2347" y="93"/>
                      <a:pt x="2347" y="65"/>
                    </a:cubicBezTo>
                    <a:cubicBezTo>
                      <a:pt x="2347" y="28"/>
                      <a:pt x="2319" y="0"/>
                      <a:pt x="2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7" name="Google Shape;357;p19"/>
              <p:cNvSpPr/>
              <p:nvPr/>
            </p:nvSpPr>
            <p:spPr>
              <a:xfrm>
                <a:off x="7136550" y="2273925"/>
                <a:ext cx="70525" cy="70525"/>
              </a:xfrm>
              <a:custGeom>
                <a:avLst/>
                <a:gdLst/>
                <a:ahLst/>
                <a:cxnLst/>
                <a:rect l="l" t="t" r="r" b="b"/>
                <a:pathLst>
                  <a:path w="2821" h="2821" extrusionOk="0">
                    <a:moveTo>
                      <a:pt x="1410" y="0"/>
                    </a:moveTo>
                    <a:cubicBezTo>
                      <a:pt x="631" y="0"/>
                      <a:pt x="0" y="631"/>
                      <a:pt x="0" y="1410"/>
                    </a:cubicBezTo>
                    <a:cubicBezTo>
                      <a:pt x="0" y="2190"/>
                      <a:pt x="631" y="2820"/>
                      <a:pt x="1410" y="2820"/>
                    </a:cubicBezTo>
                    <a:cubicBezTo>
                      <a:pt x="2189" y="2820"/>
                      <a:pt x="2820" y="2190"/>
                      <a:pt x="2820" y="1410"/>
                    </a:cubicBezTo>
                    <a:lnTo>
                      <a:pt x="1410" y="1410"/>
                    </a:lnTo>
                    <a:lnTo>
                      <a:pt x="14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8" name="Google Shape;358;p19"/>
              <p:cNvSpPr/>
              <p:nvPr/>
            </p:nvSpPr>
            <p:spPr>
              <a:xfrm>
                <a:off x="7135150" y="2272525"/>
                <a:ext cx="73300" cy="73550"/>
              </a:xfrm>
              <a:custGeom>
                <a:avLst/>
                <a:gdLst/>
                <a:ahLst/>
                <a:cxnLst/>
                <a:rect l="l" t="t" r="r" b="b"/>
                <a:pathLst>
                  <a:path w="2932" h="2942" extrusionOk="0">
                    <a:moveTo>
                      <a:pt x="1411" y="121"/>
                    </a:moveTo>
                    <a:lnTo>
                      <a:pt x="1411" y="1466"/>
                    </a:lnTo>
                    <a:cubicBezTo>
                      <a:pt x="1411" y="1504"/>
                      <a:pt x="1438" y="1531"/>
                      <a:pt x="1466" y="1531"/>
                    </a:cubicBezTo>
                    <a:lnTo>
                      <a:pt x="2821" y="1531"/>
                    </a:lnTo>
                    <a:cubicBezTo>
                      <a:pt x="2783" y="2246"/>
                      <a:pt x="2190" y="2821"/>
                      <a:pt x="1466" y="2821"/>
                    </a:cubicBezTo>
                    <a:cubicBezTo>
                      <a:pt x="724" y="2821"/>
                      <a:pt x="112" y="2218"/>
                      <a:pt x="112" y="1466"/>
                    </a:cubicBezTo>
                    <a:cubicBezTo>
                      <a:pt x="112" y="743"/>
                      <a:pt x="687" y="149"/>
                      <a:pt x="1411" y="121"/>
                    </a:cubicBezTo>
                    <a:close/>
                    <a:moveTo>
                      <a:pt x="1466" y="1"/>
                    </a:moveTo>
                    <a:cubicBezTo>
                      <a:pt x="659" y="1"/>
                      <a:pt x="0" y="659"/>
                      <a:pt x="0" y="1476"/>
                    </a:cubicBezTo>
                    <a:cubicBezTo>
                      <a:pt x="0" y="2283"/>
                      <a:pt x="659" y="2941"/>
                      <a:pt x="1466" y="2941"/>
                    </a:cubicBezTo>
                    <a:cubicBezTo>
                      <a:pt x="2273" y="2941"/>
                      <a:pt x="2932" y="2283"/>
                      <a:pt x="2932" y="1476"/>
                    </a:cubicBezTo>
                    <a:cubicBezTo>
                      <a:pt x="2932" y="1439"/>
                      <a:pt x="2913" y="1411"/>
                      <a:pt x="2876" y="1411"/>
                    </a:cubicBezTo>
                    <a:lnTo>
                      <a:pt x="1522" y="1411"/>
                    </a:lnTo>
                    <a:lnTo>
                      <a:pt x="1522" y="56"/>
                    </a:lnTo>
                    <a:cubicBezTo>
                      <a:pt x="1522" y="29"/>
                      <a:pt x="1503" y="1"/>
                      <a:pt x="14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9" name="Google Shape;359;p19"/>
              <p:cNvSpPr/>
              <p:nvPr/>
            </p:nvSpPr>
            <p:spPr>
              <a:xfrm>
                <a:off x="7133525" y="2274375"/>
                <a:ext cx="70525" cy="70550"/>
              </a:xfrm>
              <a:custGeom>
                <a:avLst/>
                <a:gdLst/>
                <a:ahLst/>
                <a:cxnLst/>
                <a:rect l="l" t="t" r="r" b="b"/>
                <a:pathLst>
                  <a:path w="2821" h="2822" extrusionOk="0">
                    <a:moveTo>
                      <a:pt x="1411" y="1"/>
                    </a:moveTo>
                    <a:cubicBezTo>
                      <a:pt x="631" y="1"/>
                      <a:pt x="1" y="632"/>
                      <a:pt x="1" y="1411"/>
                    </a:cubicBezTo>
                    <a:cubicBezTo>
                      <a:pt x="1" y="2190"/>
                      <a:pt x="631" y="2821"/>
                      <a:pt x="1411" y="2821"/>
                    </a:cubicBezTo>
                    <a:cubicBezTo>
                      <a:pt x="2190" y="2821"/>
                      <a:pt x="2821" y="2190"/>
                      <a:pt x="2821" y="1411"/>
                    </a:cubicBezTo>
                    <a:lnTo>
                      <a:pt x="1411" y="1411"/>
                    </a:lnTo>
                    <a:lnTo>
                      <a:pt x="14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0" name="Google Shape;360;p19"/>
              <p:cNvSpPr/>
              <p:nvPr/>
            </p:nvSpPr>
            <p:spPr>
              <a:xfrm>
                <a:off x="7132125" y="2273000"/>
                <a:ext cx="73325" cy="73525"/>
              </a:xfrm>
              <a:custGeom>
                <a:avLst/>
                <a:gdLst/>
                <a:ahLst/>
                <a:cxnLst/>
                <a:rect l="l" t="t" r="r" b="b"/>
                <a:pathLst>
                  <a:path w="2933" h="2941" extrusionOk="0">
                    <a:moveTo>
                      <a:pt x="1411" y="121"/>
                    </a:moveTo>
                    <a:lnTo>
                      <a:pt x="1411" y="1531"/>
                    </a:lnTo>
                    <a:lnTo>
                      <a:pt x="2812" y="1531"/>
                    </a:lnTo>
                    <a:cubicBezTo>
                      <a:pt x="2784" y="2245"/>
                      <a:pt x="2190" y="2820"/>
                      <a:pt x="1467" y="2820"/>
                    </a:cubicBezTo>
                    <a:cubicBezTo>
                      <a:pt x="715" y="2820"/>
                      <a:pt x="112" y="2217"/>
                      <a:pt x="112" y="1466"/>
                    </a:cubicBezTo>
                    <a:cubicBezTo>
                      <a:pt x="112" y="742"/>
                      <a:pt x="687" y="149"/>
                      <a:pt x="1411" y="121"/>
                    </a:cubicBezTo>
                    <a:close/>
                    <a:moveTo>
                      <a:pt x="1467" y="0"/>
                    </a:moveTo>
                    <a:cubicBezTo>
                      <a:pt x="660" y="0"/>
                      <a:pt x="1" y="659"/>
                      <a:pt x="1" y="1466"/>
                    </a:cubicBezTo>
                    <a:cubicBezTo>
                      <a:pt x="1" y="2282"/>
                      <a:pt x="660" y="2941"/>
                      <a:pt x="1467" y="2941"/>
                    </a:cubicBezTo>
                    <a:cubicBezTo>
                      <a:pt x="2274" y="2941"/>
                      <a:pt x="2932" y="2282"/>
                      <a:pt x="2932" y="1466"/>
                    </a:cubicBezTo>
                    <a:lnTo>
                      <a:pt x="2932" y="1410"/>
                    </a:lnTo>
                    <a:lnTo>
                      <a:pt x="1522" y="1410"/>
                    </a:lnTo>
                    <a:lnTo>
                      <a:pt x="152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1" name="Google Shape;361;p19"/>
              <p:cNvSpPr/>
              <p:nvPr/>
            </p:nvSpPr>
            <p:spPr>
              <a:xfrm>
                <a:off x="7288225" y="2174500"/>
                <a:ext cx="117825" cy="104850"/>
              </a:xfrm>
              <a:custGeom>
                <a:avLst/>
                <a:gdLst/>
                <a:ahLst/>
                <a:cxnLst/>
                <a:rect l="l" t="t" r="r" b="b"/>
                <a:pathLst>
                  <a:path w="4713" h="4194" extrusionOk="0">
                    <a:moveTo>
                      <a:pt x="2354" y="0"/>
                    </a:moveTo>
                    <a:cubicBezTo>
                      <a:pt x="1744" y="0"/>
                      <a:pt x="1140" y="266"/>
                      <a:pt x="724" y="777"/>
                    </a:cubicBezTo>
                    <a:cubicBezTo>
                      <a:pt x="0" y="1677"/>
                      <a:pt x="130" y="2994"/>
                      <a:pt x="1030" y="3727"/>
                    </a:cubicBezTo>
                    <a:cubicBezTo>
                      <a:pt x="1420" y="4040"/>
                      <a:pt x="1888" y="4194"/>
                      <a:pt x="2352" y="4194"/>
                    </a:cubicBezTo>
                    <a:cubicBezTo>
                      <a:pt x="2961" y="4194"/>
                      <a:pt x="3564" y="3931"/>
                      <a:pt x="3980" y="3421"/>
                    </a:cubicBezTo>
                    <a:cubicBezTo>
                      <a:pt x="4713" y="2521"/>
                      <a:pt x="4573" y="1204"/>
                      <a:pt x="3674" y="471"/>
                    </a:cubicBezTo>
                    <a:cubicBezTo>
                      <a:pt x="3285" y="154"/>
                      <a:pt x="2818" y="0"/>
                      <a:pt x="2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2" name="Google Shape;362;p19"/>
              <p:cNvSpPr/>
              <p:nvPr/>
            </p:nvSpPr>
            <p:spPr>
              <a:xfrm>
                <a:off x="7293325" y="2173275"/>
                <a:ext cx="107625" cy="107625"/>
              </a:xfrm>
              <a:custGeom>
                <a:avLst/>
                <a:gdLst/>
                <a:ahLst/>
                <a:cxnLst/>
                <a:rect l="l" t="t" r="r" b="b"/>
                <a:pathLst>
                  <a:path w="4305" h="4305" extrusionOk="0">
                    <a:moveTo>
                      <a:pt x="2152" y="112"/>
                    </a:moveTo>
                    <a:cubicBezTo>
                      <a:pt x="3275" y="112"/>
                      <a:pt x="4193" y="1030"/>
                      <a:pt x="4193" y="2153"/>
                    </a:cubicBezTo>
                    <a:cubicBezTo>
                      <a:pt x="4193" y="3275"/>
                      <a:pt x="3275" y="4193"/>
                      <a:pt x="2152" y="4193"/>
                    </a:cubicBezTo>
                    <a:cubicBezTo>
                      <a:pt x="1030" y="4193"/>
                      <a:pt x="111" y="3275"/>
                      <a:pt x="111" y="2153"/>
                    </a:cubicBezTo>
                    <a:cubicBezTo>
                      <a:pt x="111" y="1030"/>
                      <a:pt x="1030" y="112"/>
                      <a:pt x="2152" y="112"/>
                    </a:cubicBezTo>
                    <a:close/>
                    <a:moveTo>
                      <a:pt x="2152" y="0"/>
                    </a:moveTo>
                    <a:cubicBezTo>
                      <a:pt x="965" y="0"/>
                      <a:pt x="0" y="965"/>
                      <a:pt x="0" y="2153"/>
                    </a:cubicBezTo>
                    <a:cubicBezTo>
                      <a:pt x="0" y="3340"/>
                      <a:pt x="965" y="4305"/>
                      <a:pt x="2152" y="4305"/>
                    </a:cubicBezTo>
                    <a:cubicBezTo>
                      <a:pt x="3340" y="4305"/>
                      <a:pt x="4305" y="3340"/>
                      <a:pt x="4305" y="2153"/>
                    </a:cubicBezTo>
                    <a:cubicBezTo>
                      <a:pt x="4305" y="965"/>
                      <a:pt x="3340" y="0"/>
                      <a:pt x="21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3" name="Google Shape;363;p19"/>
              <p:cNvSpPr/>
              <p:nvPr/>
            </p:nvSpPr>
            <p:spPr>
              <a:xfrm>
                <a:off x="7296575" y="2169100"/>
                <a:ext cx="112725" cy="104825"/>
              </a:xfrm>
              <a:custGeom>
                <a:avLst/>
                <a:gdLst/>
                <a:ahLst/>
                <a:cxnLst/>
                <a:rect l="l" t="t" r="r" b="b"/>
                <a:pathLst>
                  <a:path w="4509" h="4193" extrusionOk="0">
                    <a:moveTo>
                      <a:pt x="2260" y="1"/>
                    </a:moveTo>
                    <a:cubicBezTo>
                      <a:pt x="2148" y="1"/>
                      <a:pt x="2035" y="10"/>
                      <a:pt x="1920" y="28"/>
                    </a:cubicBezTo>
                    <a:cubicBezTo>
                      <a:pt x="779" y="214"/>
                      <a:pt x="0" y="1290"/>
                      <a:pt x="186" y="2431"/>
                    </a:cubicBezTo>
                    <a:cubicBezTo>
                      <a:pt x="353" y="3459"/>
                      <a:pt x="1242" y="4193"/>
                      <a:pt x="2251" y="4193"/>
                    </a:cubicBezTo>
                    <a:cubicBezTo>
                      <a:pt x="2362" y="4193"/>
                      <a:pt x="2475" y="4184"/>
                      <a:pt x="2588" y="4166"/>
                    </a:cubicBezTo>
                    <a:cubicBezTo>
                      <a:pt x="3739" y="3980"/>
                      <a:pt x="4509" y="2904"/>
                      <a:pt x="4323" y="1763"/>
                    </a:cubicBezTo>
                    <a:cubicBezTo>
                      <a:pt x="4156" y="728"/>
                      <a:pt x="3268" y="1"/>
                      <a:pt x="22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4" name="Google Shape;364;p19"/>
              <p:cNvSpPr/>
              <p:nvPr/>
            </p:nvSpPr>
            <p:spPr>
              <a:xfrm>
                <a:off x="7299125" y="2167700"/>
                <a:ext cx="107850" cy="107650"/>
              </a:xfrm>
              <a:custGeom>
                <a:avLst/>
                <a:gdLst/>
                <a:ahLst/>
                <a:cxnLst/>
                <a:rect l="l" t="t" r="r" b="b"/>
                <a:pathLst>
                  <a:path w="4314" h="4306" extrusionOk="0">
                    <a:moveTo>
                      <a:pt x="2162" y="121"/>
                    </a:moveTo>
                    <a:cubicBezTo>
                      <a:pt x="3284" y="121"/>
                      <a:pt x="4193" y="1030"/>
                      <a:pt x="4193" y="2153"/>
                    </a:cubicBezTo>
                    <a:cubicBezTo>
                      <a:pt x="4193" y="3275"/>
                      <a:pt x="3284" y="4194"/>
                      <a:pt x="2162" y="4194"/>
                    </a:cubicBezTo>
                    <a:cubicBezTo>
                      <a:pt x="1030" y="4194"/>
                      <a:pt x="121" y="3275"/>
                      <a:pt x="121" y="2153"/>
                    </a:cubicBezTo>
                    <a:cubicBezTo>
                      <a:pt x="121" y="1030"/>
                      <a:pt x="1030" y="121"/>
                      <a:pt x="2162" y="121"/>
                    </a:cubicBezTo>
                    <a:close/>
                    <a:moveTo>
                      <a:pt x="2162" y="1"/>
                    </a:moveTo>
                    <a:cubicBezTo>
                      <a:pt x="974" y="1"/>
                      <a:pt x="0" y="965"/>
                      <a:pt x="0" y="2153"/>
                    </a:cubicBezTo>
                    <a:cubicBezTo>
                      <a:pt x="0" y="3340"/>
                      <a:pt x="974" y="4305"/>
                      <a:pt x="2162" y="4305"/>
                    </a:cubicBezTo>
                    <a:cubicBezTo>
                      <a:pt x="3349" y="4305"/>
                      <a:pt x="4314" y="3340"/>
                      <a:pt x="4314" y="2153"/>
                    </a:cubicBezTo>
                    <a:cubicBezTo>
                      <a:pt x="4314" y="965"/>
                      <a:pt x="3349" y="1"/>
                      <a:pt x="2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5" name="Google Shape;365;p19"/>
              <p:cNvSpPr/>
              <p:nvPr/>
            </p:nvSpPr>
            <p:spPr>
              <a:xfrm>
                <a:off x="7335750" y="2167700"/>
                <a:ext cx="34125" cy="107650"/>
              </a:xfrm>
              <a:custGeom>
                <a:avLst/>
                <a:gdLst/>
                <a:ahLst/>
                <a:cxnLst/>
                <a:rect l="l" t="t" r="r" b="b"/>
                <a:pathLst>
                  <a:path w="1365" h="4306" extrusionOk="0">
                    <a:moveTo>
                      <a:pt x="678" y="121"/>
                    </a:moveTo>
                    <a:cubicBezTo>
                      <a:pt x="947" y="121"/>
                      <a:pt x="1244" y="956"/>
                      <a:pt x="1244" y="2153"/>
                    </a:cubicBezTo>
                    <a:cubicBezTo>
                      <a:pt x="1244" y="3359"/>
                      <a:pt x="947" y="4194"/>
                      <a:pt x="678" y="4194"/>
                    </a:cubicBezTo>
                    <a:cubicBezTo>
                      <a:pt x="409" y="4194"/>
                      <a:pt x="112" y="3359"/>
                      <a:pt x="112" y="2153"/>
                    </a:cubicBezTo>
                    <a:cubicBezTo>
                      <a:pt x="112" y="956"/>
                      <a:pt x="409" y="121"/>
                      <a:pt x="678" y="121"/>
                    </a:cubicBezTo>
                    <a:close/>
                    <a:moveTo>
                      <a:pt x="678" y="1"/>
                    </a:moveTo>
                    <a:cubicBezTo>
                      <a:pt x="233" y="1"/>
                      <a:pt x="1" y="1114"/>
                      <a:pt x="1" y="2153"/>
                    </a:cubicBezTo>
                    <a:cubicBezTo>
                      <a:pt x="1" y="3201"/>
                      <a:pt x="233" y="4305"/>
                      <a:pt x="678" y="4305"/>
                    </a:cubicBezTo>
                    <a:cubicBezTo>
                      <a:pt x="1123" y="4305"/>
                      <a:pt x="1364" y="3201"/>
                      <a:pt x="1364" y="2153"/>
                    </a:cubicBezTo>
                    <a:cubicBezTo>
                      <a:pt x="1364" y="1114"/>
                      <a:pt x="1123" y="1"/>
                      <a:pt x="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6" name="Google Shape;366;p19"/>
              <p:cNvSpPr/>
              <p:nvPr/>
            </p:nvSpPr>
            <p:spPr>
              <a:xfrm>
                <a:off x="7303050" y="2203425"/>
                <a:ext cx="99050" cy="2800"/>
              </a:xfrm>
              <a:custGeom>
                <a:avLst/>
                <a:gdLst/>
                <a:ahLst/>
                <a:cxnLst/>
                <a:rect l="l" t="t" r="r" b="b"/>
                <a:pathLst>
                  <a:path w="3962" h="112" extrusionOk="0">
                    <a:moveTo>
                      <a:pt x="1" y="0"/>
                    </a:moveTo>
                    <a:lnTo>
                      <a:pt x="1" y="112"/>
                    </a:lnTo>
                    <a:lnTo>
                      <a:pt x="3962" y="112"/>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7" name="Google Shape;367;p19"/>
              <p:cNvSpPr/>
              <p:nvPr/>
            </p:nvSpPr>
            <p:spPr>
              <a:xfrm>
                <a:off x="7303050" y="2238675"/>
                <a:ext cx="99050" cy="3025"/>
              </a:xfrm>
              <a:custGeom>
                <a:avLst/>
                <a:gdLst/>
                <a:ahLst/>
                <a:cxnLst/>
                <a:rect l="l" t="t" r="r" b="b"/>
                <a:pathLst>
                  <a:path w="3962" h="121" extrusionOk="0">
                    <a:moveTo>
                      <a:pt x="1" y="0"/>
                    </a:moveTo>
                    <a:lnTo>
                      <a:pt x="1" y="121"/>
                    </a:lnTo>
                    <a:lnTo>
                      <a:pt x="3962" y="121"/>
                    </a:lnTo>
                    <a:lnTo>
                      <a:pt x="39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68" name="Google Shape;368;p19"/>
            <p:cNvSpPr/>
            <p:nvPr/>
          </p:nvSpPr>
          <p:spPr>
            <a:xfrm>
              <a:off x="1925692" y="2196479"/>
              <a:ext cx="62484" cy="6608"/>
            </a:xfrm>
            <a:custGeom>
              <a:avLst/>
              <a:gdLst/>
              <a:ahLst/>
              <a:cxnLst/>
              <a:rect l="l" t="t" r="r" b="b"/>
              <a:pathLst>
                <a:path w="1059" h="112" extrusionOk="0">
                  <a:moveTo>
                    <a:pt x="57" y="0"/>
                  </a:moveTo>
                  <a:cubicBezTo>
                    <a:pt x="29" y="0"/>
                    <a:pt x="1" y="28"/>
                    <a:pt x="1" y="56"/>
                  </a:cubicBezTo>
                  <a:cubicBezTo>
                    <a:pt x="1" y="84"/>
                    <a:pt x="29" y="111"/>
                    <a:pt x="57" y="111"/>
                  </a:cubicBezTo>
                  <a:lnTo>
                    <a:pt x="1003" y="111"/>
                  </a:lnTo>
                  <a:cubicBezTo>
                    <a:pt x="1031" y="111"/>
                    <a:pt x="1058" y="93"/>
                    <a:pt x="1058" y="56"/>
                  </a:cubicBezTo>
                  <a:cubicBezTo>
                    <a:pt x="1058" y="28"/>
                    <a:pt x="1031" y="0"/>
                    <a:pt x="1003" y="0"/>
                  </a:cubicBezTo>
                  <a:close/>
                </a:path>
              </a:pathLst>
            </a:custGeom>
            <a:solidFill>
              <a:srgbClr val="7FD6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369" name="Google Shape;369;p19"/>
            <p:cNvGrpSpPr/>
            <p:nvPr/>
          </p:nvGrpSpPr>
          <p:grpSpPr>
            <a:xfrm>
              <a:off x="3729110" y="795775"/>
              <a:ext cx="1239906" cy="584116"/>
              <a:chOff x="6947135" y="2460525"/>
              <a:chExt cx="1239906" cy="584116"/>
            </a:xfrm>
          </p:grpSpPr>
          <p:sp>
            <p:nvSpPr>
              <p:cNvPr id="370" name="Google Shape;370;p19"/>
              <p:cNvSpPr/>
              <p:nvPr/>
            </p:nvSpPr>
            <p:spPr>
              <a:xfrm>
                <a:off x="7878097" y="2638928"/>
                <a:ext cx="304483" cy="39265"/>
              </a:xfrm>
              <a:custGeom>
                <a:avLst/>
                <a:gdLst/>
                <a:ahLst/>
                <a:cxnLst/>
                <a:rect l="l" t="t" r="r" b="b"/>
                <a:pathLst>
                  <a:path w="3823" h="493" extrusionOk="0">
                    <a:moveTo>
                      <a:pt x="1" y="1"/>
                    </a:moveTo>
                    <a:lnTo>
                      <a:pt x="1" y="492"/>
                    </a:lnTo>
                    <a:lnTo>
                      <a:pt x="3823" y="492"/>
                    </a:lnTo>
                    <a:lnTo>
                      <a:pt x="382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1" name="Google Shape;371;p19"/>
              <p:cNvSpPr/>
              <p:nvPr/>
            </p:nvSpPr>
            <p:spPr>
              <a:xfrm>
                <a:off x="7872920" y="2634468"/>
                <a:ext cx="314120" cy="48106"/>
              </a:xfrm>
              <a:custGeom>
                <a:avLst/>
                <a:gdLst/>
                <a:ahLst/>
                <a:cxnLst/>
                <a:rect l="l" t="t" r="r" b="b"/>
                <a:pathLst>
                  <a:path w="3944" h="604" extrusionOk="0">
                    <a:moveTo>
                      <a:pt x="3823" y="112"/>
                    </a:moveTo>
                    <a:lnTo>
                      <a:pt x="3823" y="483"/>
                    </a:lnTo>
                    <a:lnTo>
                      <a:pt x="121" y="483"/>
                    </a:lnTo>
                    <a:lnTo>
                      <a:pt x="121" y="112"/>
                    </a:lnTo>
                    <a:close/>
                    <a:moveTo>
                      <a:pt x="56" y="1"/>
                    </a:moveTo>
                    <a:cubicBezTo>
                      <a:pt x="47" y="1"/>
                      <a:pt x="28" y="1"/>
                      <a:pt x="19" y="10"/>
                    </a:cubicBezTo>
                    <a:cubicBezTo>
                      <a:pt x="10" y="29"/>
                      <a:pt x="1" y="38"/>
                      <a:pt x="1" y="57"/>
                    </a:cubicBezTo>
                    <a:lnTo>
                      <a:pt x="1" y="548"/>
                    </a:lnTo>
                    <a:cubicBezTo>
                      <a:pt x="1" y="576"/>
                      <a:pt x="28" y="604"/>
                      <a:pt x="56" y="604"/>
                    </a:cubicBezTo>
                    <a:lnTo>
                      <a:pt x="3878" y="604"/>
                    </a:lnTo>
                    <a:cubicBezTo>
                      <a:pt x="3897" y="604"/>
                      <a:pt x="3915" y="595"/>
                      <a:pt x="3925" y="585"/>
                    </a:cubicBezTo>
                    <a:cubicBezTo>
                      <a:pt x="3934" y="576"/>
                      <a:pt x="3943" y="558"/>
                      <a:pt x="3943" y="548"/>
                    </a:cubicBezTo>
                    <a:lnTo>
                      <a:pt x="3943" y="57"/>
                    </a:lnTo>
                    <a:cubicBezTo>
                      <a:pt x="3943" y="19"/>
                      <a:pt x="3915"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2" name="Google Shape;372;p19"/>
              <p:cNvSpPr/>
              <p:nvPr/>
            </p:nvSpPr>
            <p:spPr>
              <a:xfrm>
                <a:off x="7878097" y="2725342"/>
                <a:ext cx="174423" cy="25247"/>
              </a:xfrm>
              <a:custGeom>
                <a:avLst/>
                <a:gdLst/>
                <a:ahLst/>
                <a:cxnLst/>
                <a:rect l="l" t="t" r="r" b="b"/>
                <a:pathLst>
                  <a:path w="2190" h="317" extrusionOk="0">
                    <a:moveTo>
                      <a:pt x="1" y="1"/>
                    </a:moveTo>
                    <a:lnTo>
                      <a:pt x="1" y="316"/>
                    </a:lnTo>
                    <a:lnTo>
                      <a:pt x="2190" y="316"/>
                    </a:lnTo>
                    <a:lnTo>
                      <a:pt x="21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3" name="Google Shape;373;p19"/>
              <p:cNvSpPr/>
              <p:nvPr/>
            </p:nvSpPr>
            <p:spPr>
              <a:xfrm>
                <a:off x="7872920" y="2720165"/>
                <a:ext cx="184060" cy="34805"/>
              </a:xfrm>
              <a:custGeom>
                <a:avLst/>
                <a:gdLst/>
                <a:ahLst/>
                <a:cxnLst/>
                <a:rect l="l" t="t" r="r" b="b"/>
                <a:pathLst>
                  <a:path w="2311" h="437" extrusionOk="0">
                    <a:moveTo>
                      <a:pt x="2199" y="122"/>
                    </a:moveTo>
                    <a:lnTo>
                      <a:pt x="2199" y="326"/>
                    </a:lnTo>
                    <a:lnTo>
                      <a:pt x="121" y="326"/>
                    </a:lnTo>
                    <a:lnTo>
                      <a:pt x="121" y="122"/>
                    </a:lnTo>
                    <a:close/>
                    <a:moveTo>
                      <a:pt x="66" y="1"/>
                    </a:moveTo>
                    <a:cubicBezTo>
                      <a:pt x="28" y="1"/>
                      <a:pt x="1" y="29"/>
                      <a:pt x="1" y="66"/>
                    </a:cubicBezTo>
                    <a:lnTo>
                      <a:pt x="1" y="381"/>
                    </a:lnTo>
                    <a:cubicBezTo>
                      <a:pt x="1" y="400"/>
                      <a:pt x="10" y="409"/>
                      <a:pt x="19" y="418"/>
                    </a:cubicBezTo>
                    <a:cubicBezTo>
                      <a:pt x="28" y="437"/>
                      <a:pt x="47" y="437"/>
                      <a:pt x="66" y="437"/>
                    </a:cubicBezTo>
                    <a:lnTo>
                      <a:pt x="2255" y="437"/>
                    </a:lnTo>
                    <a:cubicBezTo>
                      <a:pt x="2292" y="437"/>
                      <a:pt x="2311" y="409"/>
                      <a:pt x="2311" y="381"/>
                    </a:cubicBezTo>
                    <a:lnTo>
                      <a:pt x="2311" y="66"/>
                    </a:lnTo>
                    <a:cubicBezTo>
                      <a:pt x="2311" y="47"/>
                      <a:pt x="2311" y="29"/>
                      <a:pt x="2301" y="20"/>
                    </a:cubicBezTo>
                    <a:cubicBezTo>
                      <a:pt x="2283" y="10"/>
                      <a:pt x="2273" y="1"/>
                      <a:pt x="22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4" name="Google Shape;374;p19"/>
              <p:cNvSpPr/>
              <p:nvPr/>
            </p:nvSpPr>
            <p:spPr>
              <a:xfrm>
                <a:off x="7878097" y="2797818"/>
                <a:ext cx="174423" cy="25168"/>
              </a:xfrm>
              <a:custGeom>
                <a:avLst/>
                <a:gdLst/>
                <a:ahLst/>
                <a:cxnLst/>
                <a:rect l="l" t="t" r="r" b="b"/>
                <a:pathLst>
                  <a:path w="2190" h="316" extrusionOk="0">
                    <a:moveTo>
                      <a:pt x="1" y="0"/>
                    </a:moveTo>
                    <a:lnTo>
                      <a:pt x="1" y="315"/>
                    </a:lnTo>
                    <a:lnTo>
                      <a:pt x="2190" y="315"/>
                    </a:lnTo>
                    <a:lnTo>
                      <a:pt x="2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5" name="Google Shape;375;p19"/>
              <p:cNvSpPr/>
              <p:nvPr/>
            </p:nvSpPr>
            <p:spPr>
              <a:xfrm>
                <a:off x="7872920" y="2793358"/>
                <a:ext cx="184060" cy="34805"/>
              </a:xfrm>
              <a:custGeom>
                <a:avLst/>
                <a:gdLst/>
                <a:ahLst/>
                <a:cxnLst/>
                <a:rect l="l" t="t" r="r" b="b"/>
                <a:pathLst>
                  <a:path w="2311" h="437" extrusionOk="0">
                    <a:moveTo>
                      <a:pt x="2199" y="112"/>
                    </a:moveTo>
                    <a:lnTo>
                      <a:pt x="2199" y="316"/>
                    </a:lnTo>
                    <a:lnTo>
                      <a:pt x="121" y="316"/>
                    </a:lnTo>
                    <a:lnTo>
                      <a:pt x="121" y="112"/>
                    </a:lnTo>
                    <a:close/>
                    <a:moveTo>
                      <a:pt x="66" y="0"/>
                    </a:moveTo>
                    <a:cubicBezTo>
                      <a:pt x="28" y="0"/>
                      <a:pt x="1" y="28"/>
                      <a:pt x="1" y="56"/>
                    </a:cubicBezTo>
                    <a:lnTo>
                      <a:pt x="1" y="371"/>
                    </a:lnTo>
                    <a:cubicBezTo>
                      <a:pt x="1" y="390"/>
                      <a:pt x="10" y="409"/>
                      <a:pt x="19" y="418"/>
                    </a:cubicBezTo>
                    <a:cubicBezTo>
                      <a:pt x="28" y="427"/>
                      <a:pt x="47" y="436"/>
                      <a:pt x="66" y="436"/>
                    </a:cubicBezTo>
                    <a:lnTo>
                      <a:pt x="2255" y="436"/>
                    </a:lnTo>
                    <a:cubicBezTo>
                      <a:pt x="2273" y="436"/>
                      <a:pt x="2283" y="427"/>
                      <a:pt x="2301" y="418"/>
                    </a:cubicBezTo>
                    <a:cubicBezTo>
                      <a:pt x="2311" y="409"/>
                      <a:pt x="2311" y="390"/>
                      <a:pt x="2311" y="371"/>
                    </a:cubicBezTo>
                    <a:lnTo>
                      <a:pt x="2311" y="56"/>
                    </a:lnTo>
                    <a:cubicBezTo>
                      <a:pt x="2311" y="28"/>
                      <a:pt x="2292" y="0"/>
                      <a:pt x="2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6" name="Google Shape;376;p19"/>
              <p:cNvSpPr/>
              <p:nvPr/>
            </p:nvSpPr>
            <p:spPr>
              <a:xfrm>
                <a:off x="6985603" y="2857631"/>
                <a:ext cx="295563" cy="127910"/>
              </a:xfrm>
              <a:custGeom>
                <a:avLst/>
                <a:gdLst/>
                <a:ahLst/>
                <a:cxnLst/>
                <a:rect l="l" t="t" r="r" b="b"/>
                <a:pathLst>
                  <a:path w="3711" h="1606" extrusionOk="0">
                    <a:moveTo>
                      <a:pt x="3711" y="0"/>
                    </a:moveTo>
                    <a:lnTo>
                      <a:pt x="0" y="1605"/>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7" name="Google Shape;377;p19"/>
              <p:cNvSpPr/>
              <p:nvPr/>
            </p:nvSpPr>
            <p:spPr>
              <a:xfrm>
                <a:off x="6980426" y="2853330"/>
                <a:ext cx="305916" cy="136591"/>
              </a:xfrm>
              <a:custGeom>
                <a:avLst/>
                <a:gdLst/>
                <a:ahLst/>
                <a:cxnLst/>
                <a:rect l="l" t="t" r="r" b="b"/>
                <a:pathLst>
                  <a:path w="3841" h="1715" extrusionOk="0">
                    <a:moveTo>
                      <a:pt x="3773" y="1"/>
                    </a:moveTo>
                    <a:cubicBezTo>
                      <a:pt x="3764" y="1"/>
                      <a:pt x="3756" y="3"/>
                      <a:pt x="3748" y="8"/>
                    </a:cubicBezTo>
                    <a:lnTo>
                      <a:pt x="47" y="1604"/>
                    </a:lnTo>
                    <a:cubicBezTo>
                      <a:pt x="10" y="1613"/>
                      <a:pt x="0" y="1650"/>
                      <a:pt x="10" y="1678"/>
                    </a:cubicBezTo>
                    <a:cubicBezTo>
                      <a:pt x="19" y="1696"/>
                      <a:pt x="47" y="1715"/>
                      <a:pt x="65" y="1715"/>
                    </a:cubicBezTo>
                    <a:cubicBezTo>
                      <a:pt x="75" y="1715"/>
                      <a:pt x="84" y="1715"/>
                      <a:pt x="84" y="1706"/>
                    </a:cubicBezTo>
                    <a:lnTo>
                      <a:pt x="3795" y="110"/>
                    </a:lnTo>
                    <a:cubicBezTo>
                      <a:pt x="3822" y="101"/>
                      <a:pt x="3841" y="64"/>
                      <a:pt x="3832" y="36"/>
                    </a:cubicBezTo>
                    <a:cubicBezTo>
                      <a:pt x="3818" y="16"/>
                      <a:pt x="3795" y="1"/>
                      <a:pt x="3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8" name="Google Shape;378;p19"/>
              <p:cNvSpPr/>
              <p:nvPr/>
            </p:nvSpPr>
            <p:spPr>
              <a:xfrm>
                <a:off x="6951595" y="2965470"/>
                <a:ext cx="48822" cy="48106"/>
              </a:xfrm>
              <a:custGeom>
                <a:avLst/>
                <a:gdLst/>
                <a:ahLst/>
                <a:cxnLst/>
                <a:rect l="l" t="t" r="r" b="b"/>
                <a:pathLst>
                  <a:path w="613" h="604" extrusionOk="0">
                    <a:moveTo>
                      <a:pt x="168" y="1"/>
                    </a:moveTo>
                    <a:lnTo>
                      <a:pt x="1" y="446"/>
                    </a:lnTo>
                    <a:lnTo>
                      <a:pt x="446" y="604"/>
                    </a:lnTo>
                    <a:lnTo>
                      <a:pt x="613" y="159"/>
                    </a:lnTo>
                    <a:lnTo>
                      <a:pt x="16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9" name="Google Shape;379;p19"/>
              <p:cNvSpPr/>
              <p:nvPr/>
            </p:nvSpPr>
            <p:spPr>
              <a:xfrm>
                <a:off x="6947135" y="2961487"/>
                <a:ext cx="57743" cy="57265"/>
              </a:xfrm>
              <a:custGeom>
                <a:avLst/>
                <a:gdLst/>
                <a:ahLst/>
                <a:cxnLst/>
                <a:rect l="l" t="t" r="r" b="b"/>
                <a:pathLst>
                  <a:path w="725" h="719" extrusionOk="0">
                    <a:moveTo>
                      <a:pt x="251" y="134"/>
                    </a:moveTo>
                    <a:lnTo>
                      <a:pt x="595" y="255"/>
                    </a:lnTo>
                    <a:lnTo>
                      <a:pt x="465" y="589"/>
                    </a:lnTo>
                    <a:lnTo>
                      <a:pt x="131" y="468"/>
                    </a:lnTo>
                    <a:lnTo>
                      <a:pt x="251" y="134"/>
                    </a:lnTo>
                    <a:close/>
                    <a:moveTo>
                      <a:pt x="216" y="1"/>
                    </a:moveTo>
                    <a:cubicBezTo>
                      <a:pt x="192" y="1"/>
                      <a:pt x="175" y="11"/>
                      <a:pt x="168" y="32"/>
                    </a:cubicBezTo>
                    <a:lnTo>
                      <a:pt x="1" y="478"/>
                    </a:lnTo>
                    <a:cubicBezTo>
                      <a:pt x="1" y="496"/>
                      <a:pt x="1" y="515"/>
                      <a:pt x="10" y="524"/>
                    </a:cubicBezTo>
                    <a:cubicBezTo>
                      <a:pt x="10" y="543"/>
                      <a:pt x="29" y="552"/>
                      <a:pt x="38" y="552"/>
                    </a:cubicBezTo>
                    <a:lnTo>
                      <a:pt x="483" y="719"/>
                    </a:lnTo>
                    <a:lnTo>
                      <a:pt x="502" y="719"/>
                    </a:lnTo>
                    <a:cubicBezTo>
                      <a:pt x="530" y="719"/>
                      <a:pt x="548" y="700"/>
                      <a:pt x="558" y="682"/>
                    </a:cubicBezTo>
                    <a:lnTo>
                      <a:pt x="715" y="236"/>
                    </a:lnTo>
                    <a:cubicBezTo>
                      <a:pt x="724" y="209"/>
                      <a:pt x="715" y="171"/>
                      <a:pt x="678" y="162"/>
                    </a:cubicBezTo>
                    <a:lnTo>
                      <a:pt x="242" y="4"/>
                    </a:lnTo>
                    <a:cubicBezTo>
                      <a:pt x="233" y="2"/>
                      <a:pt x="224" y="1"/>
                      <a:pt x="2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0" name="Google Shape;380;p19"/>
              <p:cNvSpPr/>
              <p:nvPr/>
            </p:nvSpPr>
            <p:spPr>
              <a:xfrm>
                <a:off x="7264836" y="2488002"/>
                <a:ext cx="591922" cy="551701"/>
              </a:xfrm>
              <a:custGeom>
                <a:avLst/>
                <a:gdLst/>
                <a:ahLst/>
                <a:cxnLst/>
                <a:rect l="l" t="t" r="r" b="b"/>
                <a:pathLst>
                  <a:path w="7432" h="6927" extrusionOk="0">
                    <a:moveTo>
                      <a:pt x="3715" y="0"/>
                    </a:moveTo>
                    <a:cubicBezTo>
                      <a:pt x="2032" y="0"/>
                      <a:pt x="558" y="1228"/>
                      <a:pt x="288" y="2944"/>
                    </a:cubicBezTo>
                    <a:cubicBezTo>
                      <a:pt x="1" y="4827"/>
                      <a:pt x="1300" y="6599"/>
                      <a:pt x="3192" y="6886"/>
                    </a:cubicBezTo>
                    <a:cubicBezTo>
                      <a:pt x="3369" y="6913"/>
                      <a:pt x="3545" y="6927"/>
                      <a:pt x="3718" y="6927"/>
                    </a:cubicBezTo>
                    <a:cubicBezTo>
                      <a:pt x="5395" y="6927"/>
                      <a:pt x="6874" y="5707"/>
                      <a:pt x="7135" y="3992"/>
                    </a:cubicBezTo>
                    <a:cubicBezTo>
                      <a:pt x="7432" y="2100"/>
                      <a:pt x="6133" y="328"/>
                      <a:pt x="4240" y="40"/>
                    </a:cubicBezTo>
                    <a:cubicBezTo>
                      <a:pt x="4064" y="13"/>
                      <a:pt x="3888" y="0"/>
                      <a:pt x="3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1" name="Google Shape;381;p19"/>
              <p:cNvSpPr/>
              <p:nvPr/>
            </p:nvSpPr>
            <p:spPr>
              <a:xfrm>
                <a:off x="7259659" y="2483223"/>
                <a:ext cx="589692" cy="561418"/>
              </a:xfrm>
              <a:custGeom>
                <a:avLst/>
                <a:gdLst/>
                <a:ahLst/>
                <a:cxnLst/>
                <a:rect l="l" t="t" r="r" b="b"/>
                <a:pathLst>
                  <a:path w="7404" h="7049" extrusionOk="0">
                    <a:moveTo>
                      <a:pt x="3777" y="119"/>
                    </a:moveTo>
                    <a:cubicBezTo>
                      <a:pt x="3944" y="119"/>
                      <a:pt x="4120" y="128"/>
                      <a:pt x="4296" y="156"/>
                    </a:cubicBezTo>
                    <a:cubicBezTo>
                      <a:pt x="5196" y="295"/>
                      <a:pt x="5984" y="777"/>
                      <a:pt x="6522" y="1510"/>
                    </a:cubicBezTo>
                    <a:cubicBezTo>
                      <a:pt x="7061" y="2243"/>
                      <a:pt x="7283" y="3143"/>
                      <a:pt x="7144" y="4043"/>
                    </a:cubicBezTo>
                    <a:cubicBezTo>
                      <a:pt x="7005" y="4943"/>
                      <a:pt x="6532" y="5731"/>
                      <a:pt x="5799" y="6269"/>
                    </a:cubicBezTo>
                    <a:cubicBezTo>
                      <a:pt x="5209" y="6702"/>
                      <a:pt x="4510" y="6931"/>
                      <a:pt x="3791" y="6931"/>
                    </a:cubicBezTo>
                    <a:cubicBezTo>
                      <a:pt x="3617" y="6931"/>
                      <a:pt x="3442" y="6918"/>
                      <a:pt x="3266" y="6891"/>
                    </a:cubicBezTo>
                    <a:cubicBezTo>
                      <a:pt x="1411" y="6603"/>
                      <a:pt x="131" y="4868"/>
                      <a:pt x="418" y="3013"/>
                    </a:cubicBezTo>
                    <a:cubicBezTo>
                      <a:pt x="558" y="2113"/>
                      <a:pt x="1031" y="1315"/>
                      <a:pt x="1764" y="777"/>
                    </a:cubicBezTo>
                    <a:cubicBezTo>
                      <a:pt x="2357" y="351"/>
                      <a:pt x="3053" y="119"/>
                      <a:pt x="3777" y="119"/>
                    </a:cubicBezTo>
                    <a:close/>
                    <a:moveTo>
                      <a:pt x="3765" y="1"/>
                    </a:moveTo>
                    <a:cubicBezTo>
                      <a:pt x="3026" y="1"/>
                      <a:pt x="2309" y="238"/>
                      <a:pt x="1699" y="685"/>
                    </a:cubicBezTo>
                    <a:cubicBezTo>
                      <a:pt x="938" y="1241"/>
                      <a:pt x="446" y="2058"/>
                      <a:pt x="298" y="2995"/>
                    </a:cubicBezTo>
                    <a:cubicBezTo>
                      <a:pt x="1" y="4915"/>
                      <a:pt x="1328" y="6714"/>
                      <a:pt x="3248" y="7002"/>
                    </a:cubicBezTo>
                    <a:cubicBezTo>
                      <a:pt x="3424" y="7030"/>
                      <a:pt x="3610" y="7048"/>
                      <a:pt x="3786" y="7048"/>
                    </a:cubicBezTo>
                    <a:cubicBezTo>
                      <a:pt x="4528" y="7048"/>
                      <a:pt x="5252" y="6807"/>
                      <a:pt x="5864" y="6362"/>
                    </a:cubicBezTo>
                    <a:cubicBezTo>
                      <a:pt x="6625" y="5805"/>
                      <a:pt x="7116" y="4989"/>
                      <a:pt x="7265" y="4061"/>
                    </a:cubicBezTo>
                    <a:cubicBezTo>
                      <a:pt x="7404" y="3134"/>
                      <a:pt x="7172" y="2197"/>
                      <a:pt x="6615" y="1445"/>
                    </a:cubicBezTo>
                    <a:cubicBezTo>
                      <a:pt x="6059" y="685"/>
                      <a:pt x="5242" y="184"/>
                      <a:pt x="4315" y="45"/>
                    </a:cubicBezTo>
                    <a:cubicBezTo>
                      <a:pt x="4131" y="15"/>
                      <a:pt x="3947"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2" name="Google Shape;382;p19"/>
              <p:cNvSpPr/>
              <p:nvPr/>
            </p:nvSpPr>
            <p:spPr>
              <a:xfrm>
                <a:off x="7219757" y="2465303"/>
                <a:ext cx="627364" cy="552019"/>
              </a:xfrm>
              <a:custGeom>
                <a:avLst/>
                <a:gdLst/>
                <a:ahLst/>
                <a:cxnLst/>
                <a:rect l="l" t="t" r="r" b="b"/>
                <a:pathLst>
                  <a:path w="7877" h="6931" extrusionOk="0">
                    <a:moveTo>
                      <a:pt x="3933" y="0"/>
                    </a:moveTo>
                    <a:cubicBezTo>
                      <a:pt x="3250" y="0"/>
                      <a:pt x="2560" y="202"/>
                      <a:pt x="1958" y="622"/>
                    </a:cubicBezTo>
                    <a:cubicBezTo>
                      <a:pt x="391" y="1717"/>
                      <a:pt x="1" y="3878"/>
                      <a:pt x="1096" y="5446"/>
                    </a:cubicBezTo>
                    <a:cubicBezTo>
                      <a:pt x="1770" y="6412"/>
                      <a:pt x="2849" y="6930"/>
                      <a:pt x="3945" y="6930"/>
                    </a:cubicBezTo>
                    <a:cubicBezTo>
                      <a:pt x="4628" y="6930"/>
                      <a:pt x="5318" y="6729"/>
                      <a:pt x="5920" y="6309"/>
                    </a:cubicBezTo>
                    <a:cubicBezTo>
                      <a:pt x="7487" y="5214"/>
                      <a:pt x="7877" y="3053"/>
                      <a:pt x="6782" y="1485"/>
                    </a:cubicBezTo>
                    <a:cubicBezTo>
                      <a:pt x="6108" y="519"/>
                      <a:pt x="5029" y="0"/>
                      <a:pt x="39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3" name="Google Shape;383;p19"/>
              <p:cNvSpPr/>
              <p:nvPr/>
            </p:nvSpPr>
            <p:spPr>
              <a:xfrm>
                <a:off x="7232341" y="2460525"/>
                <a:ext cx="601479" cy="561179"/>
              </a:xfrm>
              <a:custGeom>
                <a:avLst/>
                <a:gdLst/>
                <a:ahLst/>
                <a:cxnLst/>
                <a:rect l="l" t="t" r="r" b="b"/>
                <a:pathLst>
                  <a:path w="7552" h="7046" extrusionOk="0">
                    <a:moveTo>
                      <a:pt x="3765" y="122"/>
                    </a:moveTo>
                    <a:cubicBezTo>
                      <a:pt x="3937" y="122"/>
                      <a:pt x="4111" y="135"/>
                      <a:pt x="4287" y="163"/>
                    </a:cubicBezTo>
                    <a:cubicBezTo>
                      <a:pt x="6142" y="441"/>
                      <a:pt x="7422" y="2185"/>
                      <a:pt x="7144" y="4040"/>
                    </a:cubicBezTo>
                    <a:cubicBezTo>
                      <a:pt x="6883" y="5720"/>
                      <a:pt x="5429" y="6929"/>
                      <a:pt x="3779" y="6929"/>
                    </a:cubicBezTo>
                    <a:cubicBezTo>
                      <a:pt x="3607" y="6929"/>
                      <a:pt x="3432" y="6915"/>
                      <a:pt x="3257" y="6888"/>
                    </a:cubicBezTo>
                    <a:cubicBezTo>
                      <a:pt x="1401" y="6601"/>
                      <a:pt x="121" y="4866"/>
                      <a:pt x="409" y="3011"/>
                    </a:cubicBezTo>
                    <a:cubicBezTo>
                      <a:pt x="669" y="1331"/>
                      <a:pt x="2116" y="122"/>
                      <a:pt x="3765" y="122"/>
                    </a:cubicBezTo>
                    <a:close/>
                    <a:moveTo>
                      <a:pt x="3769" y="0"/>
                    </a:moveTo>
                    <a:cubicBezTo>
                      <a:pt x="2067" y="0"/>
                      <a:pt x="558" y="1253"/>
                      <a:pt x="298" y="2992"/>
                    </a:cubicBezTo>
                    <a:cubicBezTo>
                      <a:pt x="1" y="4912"/>
                      <a:pt x="1318" y="6712"/>
                      <a:pt x="3238" y="6999"/>
                    </a:cubicBezTo>
                    <a:cubicBezTo>
                      <a:pt x="3415" y="7027"/>
                      <a:pt x="3600" y="7046"/>
                      <a:pt x="3776" y="7046"/>
                    </a:cubicBezTo>
                    <a:cubicBezTo>
                      <a:pt x="5483" y="7046"/>
                      <a:pt x="6986" y="5794"/>
                      <a:pt x="7255" y="4059"/>
                    </a:cubicBezTo>
                    <a:cubicBezTo>
                      <a:pt x="7552" y="2139"/>
                      <a:pt x="6225" y="339"/>
                      <a:pt x="4305" y="42"/>
                    </a:cubicBezTo>
                    <a:cubicBezTo>
                      <a:pt x="4125" y="14"/>
                      <a:pt x="3946"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4" name="Google Shape;384;p19"/>
              <p:cNvSpPr/>
              <p:nvPr/>
            </p:nvSpPr>
            <p:spPr>
              <a:xfrm>
                <a:off x="7615828" y="2510541"/>
                <a:ext cx="134520" cy="135158"/>
              </a:xfrm>
              <a:custGeom>
                <a:avLst/>
                <a:gdLst/>
                <a:ahLst/>
                <a:cxnLst/>
                <a:rect l="l" t="t" r="r" b="b"/>
                <a:pathLst>
                  <a:path w="1689" h="1697" extrusionOk="0">
                    <a:moveTo>
                      <a:pt x="102" y="1"/>
                    </a:moveTo>
                    <a:cubicBezTo>
                      <a:pt x="67" y="1"/>
                      <a:pt x="33" y="20"/>
                      <a:pt x="19" y="54"/>
                    </a:cubicBezTo>
                    <a:cubicBezTo>
                      <a:pt x="0" y="91"/>
                      <a:pt x="19" y="147"/>
                      <a:pt x="65" y="165"/>
                    </a:cubicBezTo>
                    <a:cubicBezTo>
                      <a:pt x="705" y="462"/>
                      <a:pt x="1216" y="991"/>
                      <a:pt x="1512" y="1640"/>
                    </a:cubicBezTo>
                    <a:cubicBezTo>
                      <a:pt x="1522" y="1678"/>
                      <a:pt x="1559" y="1696"/>
                      <a:pt x="1587" y="1696"/>
                    </a:cubicBezTo>
                    <a:cubicBezTo>
                      <a:pt x="1596" y="1696"/>
                      <a:pt x="1614" y="1696"/>
                      <a:pt x="1624" y="1687"/>
                    </a:cubicBezTo>
                    <a:cubicBezTo>
                      <a:pt x="1670" y="1668"/>
                      <a:pt x="1689" y="1622"/>
                      <a:pt x="1670" y="1575"/>
                    </a:cubicBezTo>
                    <a:cubicBezTo>
                      <a:pt x="1364" y="880"/>
                      <a:pt x="817" y="323"/>
                      <a:pt x="139" y="8"/>
                    </a:cubicBezTo>
                    <a:cubicBezTo>
                      <a:pt x="127" y="3"/>
                      <a:pt x="115" y="1"/>
                      <a:pt x="1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5" name="Google Shape;385;p19"/>
              <p:cNvSpPr/>
              <p:nvPr/>
            </p:nvSpPr>
            <p:spPr>
              <a:xfrm>
                <a:off x="7397842" y="2601973"/>
                <a:ext cx="261634" cy="300102"/>
              </a:xfrm>
              <a:custGeom>
                <a:avLst/>
                <a:gdLst/>
                <a:ahLst/>
                <a:cxnLst/>
                <a:rect l="l" t="t" r="r" b="b"/>
                <a:pathLst>
                  <a:path w="3285" h="3768" extrusionOk="0">
                    <a:moveTo>
                      <a:pt x="158" y="1"/>
                    </a:moveTo>
                    <a:cubicBezTo>
                      <a:pt x="75" y="1"/>
                      <a:pt x="1" y="75"/>
                      <a:pt x="1" y="168"/>
                    </a:cubicBezTo>
                    <a:lnTo>
                      <a:pt x="1" y="3600"/>
                    </a:lnTo>
                    <a:cubicBezTo>
                      <a:pt x="1" y="3693"/>
                      <a:pt x="75" y="3767"/>
                      <a:pt x="158" y="3767"/>
                    </a:cubicBezTo>
                    <a:lnTo>
                      <a:pt x="3127" y="3767"/>
                    </a:lnTo>
                    <a:cubicBezTo>
                      <a:pt x="3220" y="3767"/>
                      <a:pt x="3285" y="3693"/>
                      <a:pt x="3285" y="3600"/>
                    </a:cubicBezTo>
                    <a:lnTo>
                      <a:pt x="3285" y="168"/>
                    </a:lnTo>
                    <a:cubicBezTo>
                      <a:pt x="3285" y="75"/>
                      <a:pt x="3220" y="1"/>
                      <a:pt x="312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6" name="Google Shape;386;p19"/>
              <p:cNvSpPr/>
              <p:nvPr/>
            </p:nvSpPr>
            <p:spPr>
              <a:xfrm>
                <a:off x="7393461" y="2597592"/>
                <a:ext cx="271191" cy="308863"/>
              </a:xfrm>
              <a:custGeom>
                <a:avLst/>
                <a:gdLst/>
                <a:ahLst/>
                <a:cxnLst/>
                <a:rect l="l" t="t" r="r" b="b"/>
                <a:pathLst>
                  <a:path w="3405" h="3878" extrusionOk="0">
                    <a:moveTo>
                      <a:pt x="3182" y="111"/>
                    </a:moveTo>
                    <a:cubicBezTo>
                      <a:pt x="3238" y="111"/>
                      <a:pt x="3284" y="158"/>
                      <a:pt x="3284" y="223"/>
                    </a:cubicBezTo>
                    <a:lnTo>
                      <a:pt x="3284" y="3655"/>
                    </a:lnTo>
                    <a:cubicBezTo>
                      <a:pt x="3284" y="3720"/>
                      <a:pt x="3238" y="3766"/>
                      <a:pt x="3182" y="3766"/>
                    </a:cubicBezTo>
                    <a:lnTo>
                      <a:pt x="213" y="3766"/>
                    </a:lnTo>
                    <a:cubicBezTo>
                      <a:pt x="158" y="3766"/>
                      <a:pt x="111" y="3720"/>
                      <a:pt x="111" y="3655"/>
                    </a:cubicBezTo>
                    <a:lnTo>
                      <a:pt x="111" y="223"/>
                    </a:lnTo>
                    <a:cubicBezTo>
                      <a:pt x="111" y="158"/>
                      <a:pt x="158" y="111"/>
                      <a:pt x="213" y="111"/>
                    </a:cubicBezTo>
                    <a:close/>
                    <a:moveTo>
                      <a:pt x="213" y="0"/>
                    </a:moveTo>
                    <a:cubicBezTo>
                      <a:pt x="93" y="0"/>
                      <a:pt x="0" y="93"/>
                      <a:pt x="0" y="223"/>
                    </a:cubicBezTo>
                    <a:lnTo>
                      <a:pt x="0" y="3655"/>
                    </a:lnTo>
                    <a:cubicBezTo>
                      <a:pt x="0" y="3776"/>
                      <a:pt x="93" y="3878"/>
                      <a:pt x="213" y="3878"/>
                    </a:cubicBezTo>
                    <a:lnTo>
                      <a:pt x="3182" y="3878"/>
                    </a:lnTo>
                    <a:cubicBezTo>
                      <a:pt x="3303" y="3878"/>
                      <a:pt x="3405" y="3776"/>
                      <a:pt x="3405" y="3655"/>
                    </a:cubicBezTo>
                    <a:lnTo>
                      <a:pt x="3405" y="223"/>
                    </a:lnTo>
                    <a:cubicBezTo>
                      <a:pt x="3405" y="93"/>
                      <a:pt x="3303" y="0"/>
                      <a:pt x="31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7" name="Google Shape;387;p19"/>
              <p:cNvSpPr/>
              <p:nvPr/>
            </p:nvSpPr>
            <p:spPr>
              <a:xfrm>
                <a:off x="7448814" y="2585725"/>
                <a:ext cx="159688" cy="31858"/>
              </a:xfrm>
              <a:custGeom>
                <a:avLst/>
                <a:gdLst/>
                <a:ahLst/>
                <a:cxnLst/>
                <a:rect l="l" t="t" r="r" b="b"/>
                <a:pathLst>
                  <a:path w="2005" h="400" extrusionOk="0">
                    <a:moveTo>
                      <a:pt x="400" y="1"/>
                    </a:moveTo>
                    <a:cubicBezTo>
                      <a:pt x="177" y="1"/>
                      <a:pt x="1" y="177"/>
                      <a:pt x="1" y="400"/>
                    </a:cubicBezTo>
                    <a:lnTo>
                      <a:pt x="2005" y="400"/>
                    </a:lnTo>
                    <a:cubicBezTo>
                      <a:pt x="2005" y="177"/>
                      <a:pt x="1828" y="1"/>
                      <a:pt x="16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8" name="Google Shape;388;p19"/>
              <p:cNvSpPr/>
              <p:nvPr/>
            </p:nvSpPr>
            <p:spPr>
              <a:xfrm>
                <a:off x="7443637" y="2580549"/>
                <a:ext cx="169325" cy="41495"/>
              </a:xfrm>
              <a:custGeom>
                <a:avLst/>
                <a:gdLst/>
                <a:ahLst/>
                <a:cxnLst/>
                <a:rect l="l" t="t" r="r" b="b"/>
                <a:pathLst>
                  <a:path w="2126" h="521" extrusionOk="0">
                    <a:moveTo>
                      <a:pt x="1671" y="121"/>
                    </a:moveTo>
                    <a:cubicBezTo>
                      <a:pt x="1838" y="121"/>
                      <a:pt x="1977" y="242"/>
                      <a:pt x="2005" y="409"/>
                    </a:cubicBezTo>
                    <a:lnTo>
                      <a:pt x="121" y="409"/>
                    </a:lnTo>
                    <a:cubicBezTo>
                      <a:pt x="149" y="242"/>
                      <a:pt x="288" y="121"/>
                      <a:pt x="465" y="121"/>
                    </a:cubicBezTo>
                    <a:close/>
                    <a:moveTo>
                      <a:pt x="465" y="1"/>
                    </a:moveTo>
                    <a:cubicBezTo>
                      <a:pt x="205" y="1"/>
                      <a:pt x="1" y="205"/>
                      <a:pt x="1" y="465"/>
                    </a:cubicBezTo>
                    <a:cubicBezTo>
                      <a:pt x="1" y="520"/>
                      <a:pt x="1" y="520"/>
                      <a:pt x="353" y="520"/>
                    </a:cubicBezTo>
                    <a:lnTo>
                      <a:pt x="1736" y="520"/>
                    </a:lnTo>
                    <a:cubicBezTo>
                      <a:pt x="2125" y="520"/>
                      <a:pt x="2125" y="520"/>
                      <a:pt x="2125" y="465"/>
                    </a:cubicBezTo>
                    <a:cubicBezTo>
                      <a:pt x="2125" y="205"/>
                      <a:pt x="1921" y="1"/>
                      <a:pt x="16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9" name="Google Shape;389;p19"/>
              <p:cNvSpPr/>
              <p:nvPr/>
            </p:nvSpPr>
            <p:spPr>
              <a:xfrm>
                <a:off x="7500583" y="2556894"/>
                <a:ext cx="55433" cy="55513"/>
              </a:xfrm>
              <a:custGeom>
                <a:avLst/>
                <a:gdLst/>
                <a:ahLst/>
                <a:cxnLst/>
                <a:rect l="l" t="t" r="r" b="b"/>
                <a:pathLst>
                  <a:path w="696" h="697" extrusionOk="0">
                    <a:moveTo>
                      <a:pt x="353" y="1"/>
                    </a:moveTo>
                    <a:cubicBezTo>
                      <a:pt x="158" y="1"/>
                      <a:pt x="0" y="159"/>
                      <a:pt x="0" y="353"/>
                    </a:cubicBezTo>
                    <a:cubicBezTo>
                      <a:pt x="0" y="548"/>
                      <a:pt x="158" y="697"/>
                      <a:pt x="353" y="697"/>
                    </a:cubicBezTo>
                    <a:cubicBezTo>
                      <a:pt x="538" y="697"/>
                      <a:pt x="696" y="548"/>
                      <a:pt x="696" y="353"/>
                    </a:cubicBezTo>
                    <a:cubicBezTo>
                      <a:pt x="696" y="159"/>
                      <a:pt x="538" y="1"/>
                      <a:pt x="3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0" name="Google Shape;390;p19"/>
              <p:cNvSpPr/>
              <p:nvPr/>
            </p:nvSpPr>
            <p:spPr>
              <a:xfrm>
                <a:off x="7496123" y="2552514"/>
                <a:ext cx="65070" cy="65070"/>
              </a:xfrm>
              <a:custGeom>
                <a:avLst/>
                <a:gdLst/>
                <a:ahLst/>
                <a:cxnLst/>
                <a:rect l="l" t="t" r="r" b="b"/>
                <a:pathLst>
                  <a:path w="817" h="817" extrusionOk="0">
                    <a:moveTo>
                      <a:pt x="409" y="121"/>
                    </a:moveTo>
                    <a:cubicBezTo>
                      <a:pt x="566" y="121"/>
                      <a:pt x="696" y="251"/>
                      <a:pt x="696" y="408"/>
                    </a:cubicBezTo>
                    <a:cubicBezTo>
                      <a:pt x="696" y="566"/>
                      <a:pt x="566" y="696"/>
                      <a:pt x="409" y="696"/>
                    </a:cubicBezTo>
                    <a:cubicBezTo>
                      <a:pt x="251" y="696"/>
                      <a:pt x="121" y="566"/>
                      <a:pt x="121" y="408"/>
                    </a:cubicBezTo>
                    <a:cubicBezTo>
                      <a:pt x="121" y="251"/>
                      <a:pt x="251" y="121"/>
                      <a:pt x="409" y="121"/>
                    </a:cubicBezTo>
                    <a:close/>
                    <a:moveTo>
                      <a:pt x="409" y="0"/>
                    </a:moveTo>
                    <a:cubicBezTo>
                      <a:pt x="186" y="0"/>
                      <a:pt x="0" y="186"/>
                      <a:pt x="0" y="408"/>
                    </a:cubicBezTo>
                    <a:cubicBezTo>
                      <a:pt x="0" y="631"/>
                      <a:pt x="186" y="817"/>
                      <a:pt x="409" y="817"/>
                    </a:cubicBezTo>
                    <a:cubicBezTo>
                      <a:pt x="631" y="817"/>
                      <a:pt x="817" y="631"/>
                      <a:pt x="817" y="408"/>
                    </a:cubicBezTo>
                    <a:cubicBezTo>
                      <a:pt x="817" y="186"/>
                      <a:pt x="631" y="0"/>
                      <a:pt x="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1" name="Google Shape;391;p19"/>
              <p:cNvSpPr/>
              <p:nvPr/>
            </p:nvSpPr>
            <p:spPr>
              <a:xfrm>
                <a:off x="7516830" y="2570195"/>
                <a:ext cx="22938" cy="22301"/>
              </a:xfrm>
              <a:custGeom>
                <a:avLst/>
                <a:gdLst/>
                <a:ahLst/>
                <a:cxnLst/>
                <a:rect l="l" t="t" r="r" b="b"/>
                <a:pathLst>
                  <a:path w="288" h="280" extrusionOk="0">
                    <a:moveTo>
                      <a:pt x="149" y="1"/>
                    </a:moveTo>
                    <a:cubicBezTo>
                      <a:pt x="65" y="1"/>
                      <a:pt x="0" y="56"/>
                      <a:pt x="0" y="140"/>
                    </a:cubicBezTo>
                    <a:cubicBezTo>
                      <a:pt x="0" y="214"/>
                      <a:pt x="65" y="279"/>
                      <a:pt x="149" y="279"/>
                    </a:cubicBezTo>
                    <a:cubicBezTo>
                      <a:pt x="223" y="279"/>
                      <a:pt x="288" y="214"/>
                      <a:pt x="288" y="140"/>
                    </a:cubicBezTo>
                    <a:cubicBezTo>
                      <a:pt x="288" y="66"/>
                      <a:pt x="223" y="1"/>
                      <a:pt x="1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2" name="Google Shape;392;p19"/>
              <p:cNvSpPr/>
              <p:nvPr/>
            </p:nvSpPr>
            <p:spPr>
              <a:xfrm>
                <a:off x="7512370" y="2565018"/>
                <a:ext cx="31858" cy="31858"/>
              </a:xfrm>
              <a:custGeom>
                <a:avLst/>
                <a:gdLst/>
                <a:ahLst/>
                <a:cxnLst/>
                <a:rect l="l" t="t" r="r" b="b"/>
                <a:pathLst>
                  <a:path w="400" h="400" extrusionOk="0">
                    <a:moveTo>
                      <a:pt x="205" y="121"/>
                    </a:moveTo>
                    <a:cubicBezTo>
                      <a:pt x="251" y="121"/>
                      <a:pt x="288" y="159"/>
                      <a:pt x="288" y="205"/>
                    </a:cubicBezTo>
                    <a:cubicBezTo>
                      <a:pt x="288" y="251"/>
                      <a:pt x="251" y="288"/>
                      <a:pt x="205" y="288"/>
                    </a:cubicBezTo>
                    <a:cubicBezTo>
                      <a:pt x="158" y="288"/>
                      <a:pt x="121" y="251"/>
                      <a:pt x="121" y="205"/>
                    </a:cubicBezTo>
                    <a:cubicBezTo>
                      <a:pt x="121" y="159"/>
                      <a:pt x="158" y="121"/>
                      <a:pt x="205" y="121"/>
                    </a:cubicBezTo>
                    <a:close/>
                    <a:moveTo>
                      <a:pt x="205" y="1"/>
                    </a:moveTo>
                    <a:cubicBezTo>
                      <a:pt x="93" y="1"/>
                      <a:pt x="1" y="94"/>
                      <a:pt x="1" y="205"/>
                    </a:cubicBezTo>
                    <a:cubicBezTo>
                      <a:pt x="1" y="316"/>
                      <a:pt x="93" y="400"/>
                      <a:pt x="205" y="400"/>
                    </a:cubicBezTo>
                    <a:cubicBezTo>
                      <a:pt x="316" y="400"/>
                      <a:pt x="399" y="316"/>
                      <a:pt x="399" y="205"/>
                    </a:cubicBezTo>
                    <a:cubicBezTo>
                      <a:pt x="399" y="94"/>
                      <a:pt x="316" y="1"/>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3" name="Google Shape;393;p19"/>
              <p:cNvSpPr/>
              <p:nvPr/>
            </p:nvSpPr>
            <p:spPr>
              <a:xfrm>
                <a:off x="7442204" y="2676600"/>
                <a:ext cx="178086" cy="9717"/>
              </a:xfrm>
              <a:custGeom>
                <a:avLst/>
                <a:gdLst/>
                <a:ahLst/>
                <a:cxnLst/>
                <a:rect l="l" t="t" r="r" b="b"/>
                <a:pathLst>
                  <a:path w="2236" h="122" extrusionOk="0">
                    <a:moveTo>
                      <a:pt x="56" y="1"/>
                    </a:moveTo>
                    <a:cubicBezTo>
                      <a:pt x="19" y="1"/>
                      <a:pt x="0" y="29"/>
                      <a:pt x="0" y="56"/>
                    </a:cubicBezTo>
                    <a:cubicBezTo>
                      <a:pt x="0" y="93"/>
                      <a:pt x="19" y="121"/>
                      <a:pt x="56" y="121"/>
                    </a:cubicBezTo>
                    <a:lnTo>
                      <a:pt x="2180" y="121"/>
                    </a:lnTo>
                    <a:cubicBezTo>
                      <a:pt x="2208" y="121"/>
                      <a:pt x="2236" y="93"/>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4" name="Google Shape;394;p19"/>
              <p:cNvSpPr/>
              <p:nvPr/>
            </p:nvSpPr>
            <p:spPr>
              <a:xfrm>
                <a:off x="7496840" y="2655175"/>
                <a:ext cx="68096" cy="9717"/>
              </a:xfrm>
              <a:custGeom>
                <a:avLst/>
                <a:gdLst/>
                <a:ahLst/>
                <a:cxnLst/>
                <a:rect l="l" t="t" r="r" b="b"/>
                <a:pathLst>
                  <a:path w="855" h="122" extrusionOk="0">
                    <a:moveTo>
                      <a:pt x="66" y="1"/>
                    </a:moveTo>
                    <a:cubicBezTo>
                      <a:pt x="29" y="1"/>
                      <a:pt x="1" y="28"/>
                      <a:pt x="1" y="56"/>
                    </a:cubicBezTo>
                    <a:cubicBezTo>
                      <a:pt x="1" y="93"/>
                      <a:pt x="29" y="121"/>
                      <a:pt x="66" y="121"/>
                    </a:cubicBezTo>
                    <a:lnTo>
                      <a:pt x="799" y="121"/>
                    </a:lnTo>
                    <a:cubicBezTo>
                      <a:pt x="826" y="121"/>
                      <a:pt x="854" y="93"/>
                      <a:pt x="854" y="56"/>
                    </a:cubicBezTo>
                    <a:cubicBezTo>
                      <a:pt x="854" y="28"/>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5" name="Google Shape;395;p19"/>
              <p:cNvSpPr/>
              <p:nvPr/>
            </p:nvSpPr>
            <p:spPr>
              <a:xfrm>
                <a:off x="7496840" y="2727572"/>
                <a:ext cx="68096" cy="9000"/>
              </a:xfrm>
              <a:custGeom>
                <a:avLst/>
                <a:gdLst/>
                <a:ahLst/>
                <a:cxnLst/>
                <a:rect l="l" t="t" r="r" b="b"/>
                <a:pathLst>
                  <a:path w="855" h="113" extrusionOk="0">
                    <a:moveTo>
                      <a:pt x="66" y="1"/>
                    </a:moveTo>
                    <a:cubicBezTo>
                      <a:pt x="29" y="1"/>
                      <a:pt x="1" y="29"/>
                      <a:pt x="1" y="56"/>
                    </a:cubicBezTo>
                    <a:cubicBezTo>
                      <a:pt x="1" y="94"/>
                      <a:pt x="29" y="112"/>
                      <a:pt x="66" y="112"/>
                    </a:cubicBezTo>
                    <a:lnTo>
                      <a:pt x="799" y="112"/>
                    </a:lnTo>
                    <a:cubicBezTo>
                      <a:pt x="826" y="112"/>
                      <a:pt x="854" y="94"/>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6" name="Google Shape;396;p19"/>
              <p:cNvSpPr/>
              <p:nvPr/>
            </p:nvSpPr>
            <p:spPr>
              <a:xfrm>
                <a:off x="7496840" y="2802199"/>
                <a:ext cx="68096" cy="9000"/>
              </a:xfrm>
              <a:custGeom>
                <a:avLst/>
                <a:gdLst/>
                <a:ahLst/>
                <a:cxnLst/>
                <a:rect l="l" t="t" r="r" b="b"/>
                <a:pathLst>
                  <a:path w="855" h="113" extrusionOk="0">
                    <a:moveTo>
                      <a:pt x="66" y="1"/>
                    </a:moveTo>
                    <a:cubicBezTo>
                      <a:pt x="29" y="1"/>
                      <a:pt x="1" y="29"/>
                      <a:pt x="1" y="56"/>
                    </a:cubicBezTo>
                    <a:cubicBezTo>
                      <a:pt x="1" y="93"/>
                      <a:pt x="29" y="112"/>
                      <a:pt x="66" y="112"/>
                    </a:cubicBezTo>
                    <a:lnTo>
                      <a:pt x="799" y="112"/>
                    </a:lnTo>
                    <a:cubicBezTo>
                      <a:pt x="826" y="112"/>
                      <a:pt x="854" y="93"/>
                      <a:pt x="854" y="56"/>
                    </a:cubicBezTo>
                    <a:cubicBezTo>
                      <a:pt x="854" y="29"/>
                      <a:pt x="826" y="1"/>
                      <a:pt x="7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7" name="Google Shape;397;p19"/>
              <p:cNvSpPr/>
              <p:nvPr/>
            </p:nvSpPr>
            <p:spPr>
              <a:xfrm>
                <a:off x="7442204" y="2698741"/>
                <a:ext cx="178086" cy="9000"/>
              </a:xfrm>
              <a:custGeom>
                <a:avLst/>
                <a:gdLst/>
                <a:ahLst/>
                <a:cxnLst/>
                <a:rect l="l" t="t" r="r" b="b"/>
                <a:pathLst>
                  <a:path w="2236" h="113" extrusionOk="0">
                    <a:moveTo>
                      <a:pt x="56" y="1"/>
                    </a:moveTo>
                    <a:cubicBezTo>
                      <a:pt x="19" y="1"/>
                      <a:pt x="0" y="29"/>
                      <a:pt x="0" y="57"/>
                    </a:cubicBezTo>
                    <a:cubicBezTo>
                      <a:pt x="0" y="94"/>
                      <a:pt x="19" y="112"/>
                      <a:pt x="56" y="112"/>
                    </a:cubicBezTo>
                    <a:lnTo>
                      <a:pt x="2180" y="112"/>
                    </a:lnTo>
                    <a:cubicBezTo>
                      <a:pt x="2208" y="112"/>
                      <a:pt x="2236" y="94"/>
                      <a:pt x="2236" y="57"/>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8" name="Google Shape;398;p19"/>
              <p:cNvSpPr/>
              <p:nvPr/>
            </p:nvSpPr>
            <p:spPr>
              <a:xfrm>
                <a:off x="7442204" y="2753456"/>
                <a:ext cx="178086" cy="8920"/>
              </a:xfrm>
              <a:custGeom>
                <a:avLst/>
                <a:gdLst/>
                <a:ahLst/>
                <a:cxnLst/>
                <a:rect l="l" t="t" r="r" b="b"/>
                <a:pathLst>
                  <a:path w="2236" h="112" extrusionOk="0">
                    <a:moveTo>
                      <a:pt x="56" y="0"/>
                    </a:moveTo>
                    <a:cubicBezTo>
                      <a:pt x="19" y="0"/>
                      <a:pt x="0" y="28"/>
                      <a:pt x="0" y="56"/>
                    </a:cubicBezTo>
                    <a:cubicBezTo>
                      <a:pt x="0" y="93"/>
                      <a:pt x="19" y="112"/>
                      <a:pt x="56" y="112"/>
                    </a:cubicBezTo>
                    <a:lnTo>
                      <a:pt x="2180" y="112"/>
                    </a:lnTo>
                    <a:cubicBezTo>
                      <a:pt x="2208" y="112"/>
                      <a:pt x="2236" y="93"/>
                      <a:pt x="2236" y="56"/>
                    </a:cubicBezTo>
                    <a:cubicBezTo>
                      <a:pt x="2236" y="28"/>
                      <a:pt x="2208" y="0"/>
                      <a:pt x="21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9" name="Google Shape;399;p19"/>
              <p:cNvSpPr/>
              <p:nvPr/>
            </p:nvSpPr>
            <p:spPr>
              <a:xfrm>
                <a:off x="7442204" y="2775598"/>
                <a:ext cx="178086" cy="9000"/>
              </a:xfrm>
              <a:custGeom>
                <a:avLst/>
                <a:gdLst/>
                <a:ahLst/>
                <a:cxnLst/>
                <a:rect l="l" t="t" r="r" b="b"/>
                <a:pathLst>
                  <a:path w="2236" h="113" extrusionOk="0">
                    <a:moveTo>
                      <a:pt x="56" y="1"/>
                    </a:moveTo>
                    <a:cubicBezTo>
                      <a:pt x="19" y="1"/>
                      <a:pt x="0" y="29"/>
                      <a:pt x="0" y="56"/>
                    </a:cubicBezTo>
                    <a:cubicBezTo>
                      <a:pt x="0" y="94"/>
                      <a:pt x="19" y="112"/>
                      <a:pt x="56" y="112"/>
                    </a:cubicBezTo>
                    <a:lnTo>
                      <a:pt x="2180" y="112"/>
                    </a:lnTo>
                    <a:cubicBezTo>
                      <a:pt x="2208" y="112"/>
                      <a:pt x="2236" y="94"/>
                      <a:pt x="2236" y="56"/>
                    </a:cubicBezTo>
                    <a:cubicBezTo>
                      <a:pt x="2236" y="29"/>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0" name="Google Shape;400;p19"/>
              <p:cNvSpPr/>
              <p:nvPr/>
            </p:nvSpPr>
            <p:spPr>
              <a:xfrm>
                <a:off x="7442204" y="2828800"/>
                <a:ext cx="178086" cy="9717"/>
              </a:xfrm>
              <a:custGeom>
                <a:avLst/>
                <a:gdLst/>
                <a:ahLst/>
                <a:cxnLst/>
                <a:rect l="l" t="t" r="r" b="b"/>
                <a:pathLst>
                  <a:path w="2236" h="122" extrusionOk="0">
                    <a:moveTo>
                      <a:pt x="56" y="1"/>
                    </a:moveTo>
                    <a:cubicBezTo>
                      <a:pt x="19" y="1"/>
                      <a:pt x="0" y="28"/>
                      <a:pt x="0" y="56"/>
                    </a:cubicBezTo>
                    <a:cubicBezTo>
                      <a:pt x="0" y="93"/>
                      <a:pt x="19" y="121"/>
                      <a:pt x="56" y="121"/>
                    </a:cubicBezTo>
                    <a:lnTo>
                      <a:pt x="2180" y="121"/>
                    </a:lnTo>
                    <a:cubicBezTo>
                      <a:pt x="2208" y="121"/>
                      <a:pt x="2236" y="93"/>
                      <a:pt x="2236" y="56"/>
                    </a:cubicBezTo>
                    <a:cubicBezTo>
                      <a:pt x="2236" y="28"/>
                      <a:pt x="2208" y="1"/>
                      <a:pt x="2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01" name="Google Shape;401;p19"/>
            <p:cNvGrpSpPr/>
            <p:nvPr/>
          </p:nvGrpSpPr>
          <p:grpSpPr>
            <a:xfrm>
              <a:off x="3657353" y="1571295"/>
              <a:ext cx="1466651" cy="1625718"/>
              <a:chOff x="6964178" y="2817557"/>
              <a:chExt cx="1466651" cy="1625718"/>
            </a:xfrm>
          </p:grpSpPr>
          <p:sp>
            <p:nvSpPr>
              <p:cNvPr id="402" name="Google Shape;402;p19"/>
              <p:cNvSpPr/>
              <p:nvPr/>
            </p:nvSpPr>
            <p:spPr>
              <a:xfrm>
                <a:off x="8050212" y="2817557"/>
                <a:ext cx="149334" cy="149334"/>
              </a:xfrm>
              <a:custGeom>
                <a:avLst/>
                <a:gdLst/>
                <a:ahLst/>
                <a:cxnLst/>
                <a:rect l="l" t="t" r="r" b="b"/>
                <a:pathLst>
                  <a:path w="1875" h="1875" extrusionOk="0">
                    <a:moveTo>
                      <a:pt x="938" y="177"/>
                    </a:moveTo>
                    <a:lnTo>
                      <a:pt x="1198" y="650"/>
                    </a:lnTo>
                    <a:cubicBezTo>
                      <a:pt x="1207" y="659"/>
                      <a:pt x="1216" y="668"/>
                      <a:pt x="1225" y="678"/>
                    </a:cubicBezTo>
                    <a:lnTo>
                      <a:pt x="1699" y="937"/>
                    </a:lnTo>
                    <a:lnTo>
                      <a:pt x="1225" y="1197"/>
                    </a:lnTo>
                    <a:cubicBezTo>
                      <a:pt x="1216" y="1197"/>
                      <a:pt x="1207" y="1206"/>
                      <a:pt x="1198" y="1216"/>
                    </a:cubicBezTo>
                    <a:lnTo>
                      <a:pt x="938" y="1689"/>
                    </a:lnTo>
                    <a:lnTo>
                      <a:pt x="678" y="1216"/>
                    </a:lnTo>
                    <a:cubicBezTo>
                      <a:pt x="678" y="1206"/>
                      <a:pt x="669" y="1197"/>
                      <a:pt x="660" y="1197"/>
                    </a:cubicBezTo>
                    <a:lnTo>
                      <a:pt x="186" y="928"/>
                    </a:lnTo>
                    <a:lnTo>
                      <a:pt x="660" y="678"/>
                    </a:lnTo>
                    <a:cubicBezTo>
                      <a:pt x="669" y="668"/>
                      <a:pt x="678" y="659"/>
                      <a:pt x="678" y="650"/>
                    </a:cubicBezTo>
                    <a:lnTo>
                      <a:pt x="938" y="177"/>
                    </a:lnTo>
                    <a:close/>
                    <a:moveTo>
                      <a:pt x="938" y="0"/>
                    </a:moveTo>
                    <a:cubicBezTo>
                      <a:pt x="919" y="0"/>
                      <a:pt x="901" y="10"/>
                      <a:pt x="891" y="28"/>
                    </a:cubicBezTo>
                    <a:lnTo>
                      <a:pt x="585" y="585"/>
                    </a:lnTo>
                    <a:lnTo>
                      <a:pt x="29" y="882"/>
                    </a:lnTo>
                    <a:cubicBezTo>
                      <a:pt x="10" y="891"/>
                      <a:pt x="1" y="910"/>
                      <a:pt x="1" y="928"/>
                    </a:cubicBezTo>
                    <a:cubicBezTo>
                      <a:pt x="1" y="956"/>
                      <a:pt x="10" y="974"/>
                      <a:pt x="29" y="984"/>
                    </a:cubicBezTo>
                    <a:lnTo>
                      <a:pt x="585" y="1290"/>
                    </a:lnTo>
                    <a:lnTo>
                      <a:pt x="882" y="1837"/>
                    </a:lnTo>
                    <a:cubicBezTo>
                      <a:pt x="901" y="1856"/>
                      <a:pt x="919" y="1874"/>
                      <a:pt x="938" y="1874"/>
                    </a:cubicBezTo>
                    <a:cubicBezTo>
                      <a:pt x="956" y="1874"/>
                      <a:pt x="975" y="1856"/>
                      <a:pt x="984" y="1837"/>
                    </a:cubicBezTo>
                    <a:lnTo>
                      <a:pt x="1290" y="1290"/>
                    </a:lnTo>
                    <a:lnTo>
                      <a:pt x="1847" y="984"/>
                    </a:lnTo>
                    <a:cubicBezTo>
                      <a:pt x="1866" y="974"/>
                      <a:pt x="1875" y="956"/>
                      <a:pt x="1875" y="937"/>
                    </a:cubicBezTo>
                    <a:cubicBezTo>
                      <a:pt x="1875" y="919"/>
                      <a:pt x="1866" y="900"/>
                      <a:pt x="1847" y="882"/>
                    </a:cubicBezTo>
                    <a:lnTo>
                      <a:pt x="1290" y="585"/>
                    </a:lnTo>
                    <a:lnTo>
                      <a:pt x="994" y="28"/>
                    </a:lnTo>
                    <a:cubicBezTo>
                      <a:pt x="984" y="10"/>
                      <a:pt x="966" y="0"/>
                      <a:pt x="9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3" name="Google Shape;403;p19"/>
              <p:cNvSpPr/>
              <p:nvPr/>
            </p:nvSpPr>
            <p:spPr>
              <a:xfrm>
                <a:off x="8311760" y="3539546"/>
                <a:ext cx="9000" cy="60689"/>
              </a:xfrm>
              <a:custGeom>
                <a:avLst/>
                <a:gdLst/>
                <a:ahLst/>
                <a:cxnLst/>
                <a:rect l="l" t="t" r="r" b="b"/>
                <a:pathLst>
                  <a:path w="113" h="762" extrusionOk="0">
                    <a:moveTo>
                      <a:pt x="57" y="1"/>
                    </a:moveTo>
                    <a:cubicBezTo>
                      <a:pt x="20" y="1"/>
                      <a:pt x="1" y="29"/>
                      <a:pt x="1" y="56"/>
                    </a:cubicBezTo>
                    <a:lnTo>
                      <a:pt x="1" y="706"/>
                    </a:lnTo>
                    <a:cubicBezTo>
                      <a:pt x="1" y="734"/>
                      <a:pt x="20" y="761"/>
                      <a:pt x="57" y="761"/>
                    </a:cubicBezTo>
                    <a:cubicBezTo>
                      <a:pt x="84" y="761"/>
                      <a:pt x="112" y="734"/>
                      <a:pt x="112" y="706"/>
                    </a:cubicBezTo>
                    <a:lnTo>
                      <a:pt x="112" y="56"/>
                    </a:lnTo>
                    <a:cubicBezTo>
                      <a:pt x="112" y="29"/>
                      <a:pt x="84" y="1"/>
                      <a:pt x="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4" name="Google Shape;404;p19"/>
              <p:cNvSpPr/>
              <p:nvPr/>
            </p:nvSpPr>
            <p:spPr>
              <a:xfrm>
                <a:off x="8311760" y="3671118"/>
                <a:ext cx="9000" cy="59893"/>
              </a:xfrm>
              <a:custGeom>
                <a:avLst/>
                <a:gdLst/>
                <a:ahLst/>
                <a:cxnLst/>
                <a:rect l="l" t="t" r="r" b="b"/>
                <a:pathLst>
                  <a:path w="113" h="752" extrusionOk="0">
                    <a:moveTo>
                      <a:pt x="57" y="0"/>
                    </a:moveTo>
                    <a:cubicBezTo>
                      <a:pt x="20" y="0"/>
                      <a:pt x="1" y="28"/>
                      <a:pt x="1" y="56"/>
                    </a:cubicBezTo>
                    <a:lnTo>
                      <a:pt x="1" y="696"/>
                    </a:lnTo>
                    <a:cubicBezTo>
                      <a:pt x="1" y="733"/>
                      <a:pt x="20" y="751"/>
                      <a:pt x="57" y="751"/>
                    </a:cubicBezTo>
                    <a:cubicBezTo>
                      <a:pt x="84" y="751"/>
                      <a:pt x="112" y="733"/>
                      <a:pt x="112" y="696"/>
                    </a:cubicBezTo>
                    <a:lnTo>
                      <a:pt x="112" y="56"/>
                    </a:lnTo>
                    <a:cubicBezTo>
                      <a:pt x="112" y="28"/>
                      <a:pt x="84" y="0"/>
                      <a:pt x="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5" name="Google Shape;405;p19"/>
              <p:cNvSpPr/>
              <p:nvPr/>
            </p:nvSpPr>
            <p:spPr>
              <a:xfrm>
                <a:off x="8351662" y="3631217"/>
                <a:ext cx="60689" cy="8920"/>
              </a:xfrm>
              <a:custGeom>
                <a:avLst/>
                <a:gdLst/>
                <a:ahLst/>
                <a:cxnLst/>
                <a:rect l="l" t="t" r="r" b="b"/>
                <a:pathLst>
                  <a:path w="762" h="112" extrusionOk="0">
                    <a:moveTo>
                      <a:pt x="57" y="0"/>
                    </a:moveTo>
                    <a:cubicBezTo>
                      <a:pt x="29" y="0"/>
                      <a:pt x="1" y="19"/>
                      <a:pt x="1" y="56"/>
                    </a:cubicBezTo>
                    <a:cubicBezTo>
                      <a:pt x="1" y="84"/>
                      <a:pt x="29" y="111"/>
                      <a:pt x="57" y="111"/>
                    </a:cubicBezTo>
                    <a:lnTo>
                      <a:pt x="697" y="111"/>
                    </a:lnTo>
                    <a:cubicBezTo>
                      <a:pt x="734" y="111"/>
                      <a:pt x="762" y="84"/>
                      <a:pt x="762" y="56"/>
                    </a:cubicBezTo>
                    <a:cubicBezTo>
                      <a:pt x="762" y="19"/>
                      <a:pt x="734" y="0"/>
                      <a:pt x="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6" name="Google Shape;406;p19"/>
              <p:cNvSpPr/>
              <p:nvPr/>
            </p:nvSpPr>
            <p:spPr>
              <a:xfrm>
                <a:off x="8220169" y="3631217"/>
                <a:ext cx="60689" cy="8920"/>
              </a:xfrm>
              <a:custGeom>
                <a:avLst/>
                <a:gdLst/>
                <a:ahLst/>
                <a:cxnLst/>
                <a:rect l="l" t="t" r="r" b="b"/>
                <a:pathLst>
                  <a:path w="762" h="112" extrusionOk="0">
                    <a:moveTo>
                      <a:pt x="66" y="0"/>
                    </a:moveTo>
                    <a:cubicBezTo>
                      <a:pt x="28" y="0"/>
                      <a:pt x="1" y="19"/>
                      <a:pt x="1" y="56"/>
                    </a:cubicBezTo>
                    <a:cubicBezTo>
                      <a:pt x="1" y="84"/>
                      <a:pt x="28" y="111"/>
                      <a:pt x="66" y="111"/>
                    </a:cubicBezTo>
                    <a:lnTo>
                      <a:pt x="706" y="111"/>
                    </a:lnTo>
                    <a:cubicBezTo>
                      <a:pt x="734" y="111"/>
                      <a:pt x="761" y="84"/>
                      <a:pt x="761" y="56"/>
                    </a:cubicBezTo>
                    <a:cubicBezTo>
                      <a:pt x="761" y="19"/>
                      <a:pt x="734" y="0"/>
                      <a:pt x="7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7" name="Google Shape;407;p19"/>
              <p:cNvSpPr/>
              <p:nvPr/>
            </p:nvSpPr>
            <p:spPr>
              <a:xfrm>
                <a:off x="8251948" y="3663711"/>
                <a:ext cx="36318" cy="36238"/>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8" name="Google Shape;408;p19"/>
              <p:cNvSpPr/>
              <p:nvPr/>
            </p:nvSpPr>
            <p:spPr>
              <a:xfrm>
                <a:off x="8246771" y="3659092"/>
                <a:ext cx="46672" cy="45318"/>
              </a:xfrm>
              <a:custGeom>
                <a:avLst/>
                <a:gdLst/>
                <a:ahLst/>
                <a:cxnLst/>
                <a:rect l="l" t="t" r="r" b="b"/>
                <a:pathLst>
                  <a:path w="586" h="569" extrusionOk="0">
                    <a:moveTo>
                      <a:pt x="519" y="0"/>
                    </a:moveTo>
                    <a:cubicBezTo>
                      <a:pt x="504" y="0"/>
                      <a:pt x="488" y="7"/>
                      <a:pt x="474" y="21"/>
                    </a:cubicBezTo>
                    <a:lnTo>
                      <a:pt x="19" y="476"/>
                    </a:lnTo>
                    <a:cubicBezTo>
                      <a:pt x="1" y="494"/>
                      <a:pt x="1" y="531"/>
                      <a:pt x="19" y="550"/>
                    </a:cubicBezTo>
                    <a:cubicBezTo>
                      <a:pt x="38" y="568"/>
                      <a:pt x="47" y="568"/>
                      <a:pt x="66" y="568"/>
                    </a:cubicBezTo>
                    <a:cubicBezTo>
                      <a:pt x="75" y="568"/>
                      <a:pt x="93" y="568"/>
                      <a:pt x="103" y="550"/>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9" name="Google Shape;409;p19"/>
              <p:cNvSpPr/>
              <p:nvPr/>
            </p:nvSpPr>
            <p:spPr>
              <a:xfrm>
                <a:off x="8344335" y="3571324"/>
                <a:ext cx="36238" cy="35522"/>
              </a:xfrm>
              <a:custGeom>
                <a:avLst/>
                <a:gdLst/>
                <a:ahLst/>
                <a:cxnLst/>
                <a:rect l="l" t="t" r="r" b="b"/>
                <a:pathLst>
                  <a:path w="455" h="446" extrusionOk="0">
                    <a:moveTo>
                      <a:pt x="0" y="446"/>
                    </a:moveTo>
                    <a:lnTo>
                      <a:pt x="455" y="1"/>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0" name="Google Shape;410;p19"/>
              <p:cNvSpPr/>
              <p:nvPr/>
            </p:nvSpPr>
            <p:spPr>
              <a:xfrm>
                <a:off x="8339158" y="3566545"/>
                <a:ext cx="46592" cy="45477"/>
              </a:xfrm>
              <a:custGeom>
                <a:avLst/>
                <a:gdLst/>
                <a:ahLst/>
                <a:cxnLst/>
                <a:rect l="l" t="t" r="r" b="b"/>
                <a:pathLst>
                  <a:path w="585" h="571" extrusionOk="0">
                    <a:moveTo>
                      <a:pt x="521" y="0"/>
                    </a:moveTo>
                    <a:cubicBezTo>
                      <a:pt x="506" y="0"/>
                      <a:pt x="492" y="5"/>
                      <a:pt x="483" y="14"/>
                    </a:cubicBezTo>
                    <a:lnTo>
                      <a:pt x="28" y="469"/>
                    </a:lnTo>
                    <a:cubicBezTo>
                      <a:pt x="0" y="487"/>
                      <a:pt x="0" y="525"/>
                      <a:pt x="28" y="552"/>
                    </a:cubicBezTo>
                    <a:cubicBezTo>
                      <a:pt x="37" y="562"/>
                      <a:pt x="56" y="571"/>
                      <a:pt x="65" y="571"/>
                    </a:cubicBezTo>
                    <a:cubicBezTo>
                      <a:pt x="84" y="571"/>
                      <a:pt x="93" y="562"/>
                      <a:pt x="112" y="552"/>
                    </a:cubicBezTo>
                    <a:lnTo>
                      <a:pt x="566" y="98"/>
                    </a:lnTo>
                    <a:cubicBezTo>
                      <a:pt x="585" y="70"/>
                      <a:pt x="585" y="42"/>
                      <a:pt x="566" y="14"/>
                    </a:cubicBezTo>
                    <a:cubicBezTo>
                      <a:pt x="552" y="5"/>
                      <a:pt x="536" y="0"/>
                      <a:pt x="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1" name="Google Shape;411;p19"/>
              <p:cNvSpPr/>
              <p:nvPr/>
            </p:nvSpPr>
            <p:spPr>
              <a:xfrm>
                <a:off x="8251948" y="3571324"/>
                <a:ext cx="36318" cy="35522"/>
              </a:xfrm>
              <a:custGeom>
                <a:avLst/>
                <a:gdLst/>
                <a:ahLst/>
                <a:cxnLst/>
                <a:rect l="l" t="t" r="r" b="b"/>
                <a:pathLst>
                  <a:path w="456" h="446" extrusionOk="0">
                    <a:moveTo>
                      <a:pt x="1" y="1"/>
                    </a:moveTo>
                    <a:lnTo>
                      <a:pt x="455" y="446"/>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2" name="Google Shape;412;p19"/>
              <p:cNvSpPr/>
              <p:nvPr/>
            </p:nvSpPr>
            <p:spPr>
              <a:xfrm>
                <a:off x="8246771" y="3566545"/>
                <a:ext cx="46672" cy="45477"/>
              </a:xfrm>
              <a:custGeom>
                <a:avLst/>
                <a:gdLst/>
                <a:ahLst/>
                <a:cxnLst/>
                <a:rect l="l" t="t" r="r" b="b"/>
                <a:pathLst>
                  <a:path w="586" h="571" extrusionOk="0">
                    <a:moveTo>
                      <a:pt x="64" y="0"/>
                    </a:moveTo>
                    <a:cubicBezTo>
                      <a:pt x="49" y="0"/>
                      <a:pt x="33" y="5"/>
                      <a:pt x="19" y="14"/>
                    </a:cubicBezTo>
                    <a:cubicBezTo>
                      <a:pt x="1" y="42"/>
                      <a:pt x="1" y="70"/>
                      <a:pt x="19" y="98"/>
                    </a:cubicBezTo>
                    <a:lnTo>
                      <a:pt x="474" y="552"/>
                    </a:lnTo>
                    <a:cubicBezTo>
                      <a:pt x="483" y="562"/>
                      <a:pt x="502" y="571"/>
                      <a:pt x="520" y="571"/>
                    </a:cubicBezTo>
                    <a:cubicBezTo>
                      <a:pt x="529" y="571"/>
                      <a:pt x="548" y="562"/>
                      <a:pt x="557" y="552"/>
                    </a:cubicBezTo>
                    <a:cubicBezTo>
                      <a:pt x="585" y="525"/>
                      <a:pt x="585" y="487"/>
                      <a:pt x="557" y="469"/>
                    </a:cubicBezTo>
                    <a:lnTo>
                      <a:pt x="103" y="14"/>
                    </a:lnTo>
                    <a:cubicBezTo>
                      <a:pt x="93" y="5"/>
                      <a:pt x="79" y="0"/>
                      <a:pt x="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3" name="Google Shape;413;p19"/>
              <p:cNvSpPr/>
              <p:nvPr/>
            </p:nvSpPr>
            <p:spPr>
              <a:xfrm>
                <a:off x="8344335" y="3663711"/>
                <a:ext cx="36238" cy="36238"/>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4" name="Google Shape;414;p19"/>
              <p:cNvSpPr/>
              <p:nvPr/>
            </p:nvSpPr>
            <p:spPr>
              <a:xfrm>
                <a:off x="8339158" y="3659092"/>
                <a:ext cx="46592" cy="45318"/>
              </a:xfrm>
              <a:custGeom>
                <a:avLst/>
                <a:gdLst/>
                <a:ahLst/>
                <a:cxnLst/>
                <a:rect l="l" t="t" r="r" b="b"/>
                <a:pathLst>
                  <a:path w="585" h="569" extrusionOk="0">
                    <a:moveTo>
                      <a:pt x="66" y="0"/>
                    </a:moveTo>
                    <a:cubicBezTo>
                      <a:pt x="51" y="0"/>
                      <a:pt x="37" y="7"/>
                      <a:pt x="28" y="21"/>
                    </a:cubicBezTo>
                    <a:cubicBezTo>
                      <a:pt x="0" y="40"/>
                      <a:pt x="0" y="77"/>
                      <a:pt x="28" y="105"/>
                    </a:cubicBezTo>
                    <a:lnTo>
                      <a:pt x="483" y="550"/>
                    </a:lnTo>
                    <a:cubicBezTo>
                      <a:pt x="492" y="568"/>
                      <a:pt x="510" y="568"/>
                      <a:pt x="520" y="568"/>
                    </a:cubicBezTo>
                    <a:cubicBezTo>
                      <a:pt x="538" y="568"/>
                      <a:pt x="548" y="568"/>
                      <a:pt x="566" y="550"/>
                    </a:cubicBezTo>
                    <a:cubicBezTo>
                      <a:pt x="585" y="531"/>
                      <a:pt x="585" y="494"/>
                      <a:pt x="566" y="476"/>
                    </a:cubicBezTo>
                    <a:lnTo>
                      <a:pt x="112" y="21"/>
                    </a:lnTo>
                    <a:cubicBezTo>
                      <a:pt x="98" y="7"/>
                      <a:pt x="81" y="0"/>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5" name="Google Shape;415;p19"/>
              <p:cNvSpPr/>
              <p:nvPr/>
            </p:nvSpPr>
            <p:spPr>
              <a:xfrm>
                <a:off x="8376830" y="3208544"/>
                <a:ext cx="53999" cy="54796"/>
              </a:xfrm>
              <a:custGeom>
                <a:avLst/>
                <a:gdLst/>
                <a:ahLst/>
                <a:cxnLst/>
                <a:rect l="l" t="t" r="r" b="b"/>
                <a:pathLst>
                  <a:path w="678" h="688" extrusionOk="0">
                    <a:moveTo>
                      <a:pt x="334" y="121"/>
                    </a:moveTo>
                    <a:cubicBezTo>
                      <a:pt x="464" y="121"/>
                      <a:pt x="566" y="223"/>
                      <a:pt x="566" y="344"/>
                    </a:cubicBezTo>
                    <a:cubicBezTo>
                      <a:pt x="566" y="474"/>
                      <a:pt x="464" y="567"/>
                      <a:pt x="334" y="567"/>
                    </a:cubicBezTo>
                    <a:cubicBezTo>
                      <a:pt x="214" y="567"/>
                      <a:pt x="112" y="474"/>
                      <a:pt x="112" y="344"/>
                    </a:cubicBezTo>
                    <a:cubicBezTo>
                      <a:pt x="112" y="223"/>
                      <a:pt x="214" y="121"/>
                      <a:pt x="334" y="121"/>
                    </a:cubicBezTo>
                    <a:close/>
                    <a:moveTo>
                      <a:pt x="334" y="1"/>
                    </a:moveTo>
                    <a:cubicBezTo>
                      <a:pt x="149" y="1"/>
                      <a:pt x="0" y="159"/>
                      <a:pt x="0" y="344"/>
                    </a:cubicBezTo>
                    <a:cubicBezTo>
                      <a:pt x="0" y="530"/>
                      <a:pt x="149" y="687"/>
                      <a:pt x="334" y="687"/>
                    </a:cubicBezTo>
                    <a:cubicBezTo>
                      <a:pt x="529" y="687"/>
                      <a:pt x="678" y="530"/>
                      <a:pt x="678" y="344"/>
                    </a:cubicBezTo>
                    <a:cubicBezTo>
                      <a:pt x="678" y="159"/>
                      <a:pt x="529"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6" name="Google Shape;416;p19"/>
              <p:cNvSpPr/>
              <p:nvPr/>
            </p:nvSpPr>
            <p:spPr>
              <a:xfrm>
                <a:off x="7681743" y="3168650"/>
                <a:ext cx="135237" cy="164865"/>
              </a:xfrm>
              <a:custGeom>
                <a:avLst/>
                <a:gdLst/>
                <a:ahLst/>
                <a:cxnLst/>
                <a:rect l="l" t="t" r="r" b="b"/>
                <a:pathLst>
                  <a:path w="1698" h="2070" extrusionOk="0">
                    <a:moveTo>
                      <a:pt x="1642" y="1"/>
                    </a:moveTo>
                    <a:cubicBezTo>
                      <a:pt x="659" y="168"/>
                      <a:pt x="0" y="1095"/>
                      <a:pt x="167" y="2069"/>
                    </a:cubicBezTo>
                    <a:lnTo>
                      <a:pt x="167" y="2069"/>
                    </a:lnTo>
                    <a:lnTo>
                      <a:pt x="510" y="2014"/>
                    </a:lnTo>
                    <a:cubicBezTo>
                      <a:pt x="501" y="1930"/>
                      <a:pt x="492" y="1847"/>
                      <a:pt x="492" y="1772"/>
                    </a:cubicBezTo>
                    <a:cubicBezTo>
                      <a:pt x="492" y="1049"/>
                      <a:pt x="1011" y="455"/>
                      <a:pt x="1698" y="335"/>
                    </a:cubicBezTo>
                    <a:lnTo>
                      <a:pt x="16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7" name="Google Shape;417;p19"/>
              <p:cNvSpPr/>
              <p:nvPr/>
            </p:nvSpPr>
            <p:spPr>
              <a:xfrm>
                <a:off x="7684690" y="3164031"/>
                <a:ext cx="136750" cy="173865"/>
              </a:xfrm>
              <a:custGeom>
                <a:avLst/>
                <a:gdLst/>
                <a:ahLst/>
                <a:cxnLst/>
                <a:rect l="l" t="t" r="r" b="b"/>
                <a:pathLst>
                  <a:path w="1717" h="2183" extrusionOk="0">
                    <a:moveTo>
                      <a:pt x="1559" y="114"/>
                    </a:moveTo>
                    <a:lnTo>
                      <a:pt x="1596" y="346"/>
                    </a:lnTo>
                    <a:cubicBezTo>
                      <a:pt x="900" y="495"/>
                      <a:pt x="399" y="1107"/>
                      <a:pt x="399" y="1830"/>
                    </a:cubicBezTo>
                    <a:cubicBezTo>
                      <a:pt x="399" y="1886"/>
                      <a:pt x="409" y="1951"/>
                      <a:pt x="418" y="2025"/>
                    </a:cubicBezTo>
                    <a:lnTo>
                      <a:pt x="177" y="2062"/>
                    </a:lnTo>
                    <a:cubicBezTo>
                      <a:pt x="112" y="1626"/>
                      <a:pt x="223" y="1181"/>
                      <a:pt x="483" y="819"/>
                    </a:cubicBezTo>
                    <a:cubicBezTo>
                      <a:pt x="742" y="448"/>
                      <a:pt x="1123" y="207"/>
                      <a:pt x="1559" y="114"/>
                    </a:cubicBezTo>
                    <a:close/>
                    <a:moveTo>
                      <a:pt x="1610" y="1"/>
                    </a:moveTo>
                    <a:cubicBezTo>
                      <a:pt x="1605" y="1"/>
                      <a:pt x="1601" y="1"/>
                      <a:pt x="1596" y="3"/>
                    </a:cubicBezTo>
                    <a:cubicBezTo>
                      <a:pt x="1104" y="86"/>
                      <a:pt x="678" y="355"/>
                      <a:pt x="390" y="754"/>
                    </a:cubicBezTo>
                    <a:cubicBezTo>
                      <a:pt x="112" y="1163"/>
                      <a:pt x="0" y="1645"/>
                      <a:pt x="75" y="2137"/>
                    </a:cubicBezTo>
                    <a:cubicBezTo>
                      <a:pt x="84" y="2164"/>
                      <a:pt x="102" y="2183"/>
                      <a:pt x="130" y="2183"/>
                    </a:cubicBezTo>
                    <a:cubicBezTo>
                      <a:pt x="130" y="2183"/>
                      <a:pt x="139" y="2183"/>
                      <a:pt x="139" y="2174"/>
                    </a:cubicBezTo>
                    <a:lnTo>
                      <a:pt x="483" y="2118"/>
                    </a:lnTo>
                    <a:cubicBezTo>
                      <a:pt x="511" y="2109"/>
                      <a:pt x="529" y="2090"/>
                      <a:pt x="529" y="2053"/>
                    </a:cubicBezTo>
                    <a:cubicBezTo>
                      <a:pt x="511" y="1970"/>
                      <a:pt x="511" y="1895"/>
                      <a:pt x="511" y="1821"/>
                    </a:cubicBezTo>
                    <a:cubicBezTo>
                      <a:pt x="511" y="1144"/>
                      <a:pt x="993" y="560"/>
                      <a:pt x="1670" y="439"/>
                    </a:cubicBezTo>
                    <a:cubicBezTo>
                      <a:pt x="1698" y="439"/>
                      <a:pt x="1717" y="411"/>
                      <a:pt x="1707" y="383"/>
                    </a:cubicBezTo>
                    <a:lnTo>
                      <a:pt x="1652" y="49"/>
                    </a:lnTo>
                    <a:cubicBezTo>
                      <a:pt x="1652" y="19"/>
                      <a:pt x="1632" y="1"/>
                      <a:pt x="16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8" name="Google Shape;418;p19"/>
              <p:cNvSpPr/>
              <p:nvPr/>
            </p:nvSpPr>
            <p:spPr>
              <a:xfrm>
                <a:off x="7695044" y="3328974"/>
                <a:ext cx="164786" cy="123290"/>
              </a:xfrm>
              <a:custGeom>
                <a:avLst/>
                <a:gdLst/>
                <a:ahLst/>
                <a:cxnLst/>
                <a:rect l="l" t="t" r="r" b="b"/>
                <a:pathLst>
                  <a:path w="2069" h="1548" extrusionOk="0">
                    <a:moveTo>
                      <a:pt x="343" y="1"/>
                    </a:moveTo>
                    <a:lnTo>
                      <a:pt x="0" y="56"/>
                    </a:lnTo>
                    <a:cubicBezTo>
                      <a:pt x="150" y="929"/>
                      <a:pt x="909" y="1548"/>
                      <a:pt x="1766" y="1548"/>
                    </a:cubicBezTo>
                    <a:cubicBezTo>
                      <a:pt x="1866" y="1548"/>
                      <a:pt x="1967" y="1539"/>
                      <a:pt x="2069" y="1522"/>
                    </a:cubicBezTo>
                    <a:lnTo>
                      <a:pt x="2013" y="1197"/>
                    </a:lnTo>
                    <a:cubicBezTo>
                      <a:pt x="1939" y="1207"/>
                      <a:pt x="1865" y="1216"/>
                      <a:pt x="1781" y="1216"/>
                    </a:cubicBezTo>
                    <a:cubicBezTo>
                      <a:pt x="1058" y="1216"/>
                      <a:pt x="464" y="687"/>
                      <a:pt x="3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9" name="Google Shape;419;p19"/>
              <p:cNvSpPr/>
              <p:nvPr/>
            </p:nvSpPr>
            <p:spPr>
              <a:xfrm>
                <a:off x="7690583" y="3324594"/>
                <a:ext cx="173706" cy="132290"/>
              </a:xfrm>
              <a:custGeom>
                <a:avLst/>
                <a:gdLst/>
                <a:ahLst/>
                <a:cxnLst/>
                <a:rect l="l" t="t" r="r" b="b"/>
                <a:pathLst>
                  <a:path w="2181" h="1661" extrusionOk="0">
                    <a:moveTo>
                      <a:pt x="362" y="111"/>
                    </a:moveTo>
                    <a:cubicBezTo>
                      <a:pt x="501" y="816"/>
                      <a:pt x="1114" y="1327"/>
                      <a:pt x="1837" y="1327"/>
                    </a:cubicBezTo>
                    <a:cubicBezTo>
                      <a:pt x="1902" y="1327"/>
                      <a:pt x="1958" y="1317"/>
                      <a:pt x="2032" y="1308"/>
                    </a:cubicBezTo>
                    <a:lnTo>
                      <a:pt x="2069" y="1540"/>
                    </a:lnTo>
                    <a:cubicBezTo>
                      <a:pt x="1991" y="1550"/>
                      <a:pt x="1912" y="1555"/>
                      <a:pt x="1835" y="1555"/>
                    </a:cubicBezTo>
                    <a:cubicBezTo>
                      <a:pt x="1472" y="1555"/>
                      <a:pt x="1122" y="1448"/>
                      <a:pt x="817" y="1234"/>
                    </a:cubicBezTo>
                    <a:cubicBezTo>
                      <a:pt x="455" y="974"/>
                      <a:pt x="205" y="594"/>
                      <a:pt x="121" y="158"/>
                    </a:cubicBezTo>
                    <a:lnTo>
                      <a:pt x="362" y="111"/>
                    </a:lnTo>
                    <a:close/>
                    <a:moveTo>
                      <a:pt x="390" y="0"/>
                    </a:moveTo>
                    <a:lnTo>
                      <a:pt x="47" y="56"/>
                    </a:lnTo>
                    <a:cubicBezTo>
                      <a:pt x="38" y="65"/>
                      <a:pt x="19" y="65"/>
                      <a:pt x="10" y="84"/>
                    </a:cubicBezTo>
                    <a:cubicBezTo>
                      <a:pt x="10" y="93"/>
                      <a:pt x="1" y="102"/>
                      <a:pt x="1" y="121"/>
                    </a:cubicBezTo>
                    <a:cubicBezTo>
                      <a:pt x="84" y="603"/>
                      <a:pt x="353" y="1030"/>
                      <a:pt x="761" y="1317"/>
                    </a:cubicBezTo>
                    <a:cubicBezTo>
                      <a:pt x="1077" y="1540"/>
                      <a:pt x="1438" y="1661"/>
                      <a:pt x="1828" y="1661"/>
                    </a:cubicBezTo>
                    <a:cubicBezTo>
                      <a:pt x="1930" y="1661"/>
                      <a:pt x="2032" y="1651"/>
                      <a:pt x="2134" y="1633"/>
                    </a:cubicBezTo>
                    <a:cubicBezTo>
                      <a:pt x="2162" y="1633"/>
                      <a:pt x="2181" y="1605"/>
                      <a:pt x="2181" y="1577"/>
                    </a:cubicBezTo>
                    <a:lnTo>
                      <a:pt x="2125" y="1243"/>
                    </a:lnTo>
                    <a:cubicBezTo>
                      <a:pt x="2116" y="1215"/>
                      <a:pt x="2088" y="1197"/>
                      <a:pt x="2060" y="1197"/>
                    </a:cubicBezTo>
                    <a:cubicBezTo>
                      <a:pt x="1986" y="1215"/>
                      <a:pt x="1912" y="1215"/>
                      <a:pt x="1837" y="1215"/>
                    </a:cubicBezTo>
                    <a:cubicBezTo>
                      <a:pt x="1151" y="1215"/>
                      <a:pt x="566" y="724"/>
                      <a:pt x="455" y="46"/>
                    </a:cubicBezTo>
                    <a:cubicBezTo>
                      <a:pt x="455" y="28"/>
                      <a:pt x="446" y="19"/>
                      <a:pt x="437" y="9"/>
                    </a:cubicBezTo>
                    <a:cubicBezTo>
                      <a:pt x="418" y="0"/>
                      <a:pt x="409" y="0"/>
                      <a:pt x="3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0" name="Google Shape;420;p19"/>
              <p:cNvSpPr/>
              <p:nvPr/>
            </p:nvSpPr>
            <p:spPr>
              <a:xfrm>
                <a:off x="7812519" y="3166580"/>
                <a:ext cx="167016" cy="283695"/>
              </a:xfrm>
              <a:custGeom>
                <a:avLst/>
                <a:gdLst/>
                <a:ahLst/>
                <a:cxnLst/>
                <a:rect l="l" t="t" r="r" b="b"/>
                <a:pathLst>
                  <a:path w="2097" h="3562" extrusionOk="0">
                    <a:moveTo>
                      <a:pt x="303" y="1"/>
                    </a:moveTo>
                    <a:cubicBezTo>
                      <a:pt x="203" y="1"/>
                      <a:pt x="102" y="9"/>
                      <a:pt x="0" y="27"/>
                    </a:cubicBezTo>
                    <a:lnTo>
                      <a:pt x="56" y="361"/>
                    </a:lnTo>
                    <a:cubicBezTo>
                      <a:pt x="139" y="342"/>
                      <a:pt x="223" y="333"/>
                      <a:pt x="306" y="333"/>
                    </a:cubicBezTo>
                    <a:cubicBezTo>
                      <a:pt x="1113" y="333"/>
                      <a:pt x="1772" y="991"/>
                      <a:pt x="1772" y="1798"/>
                    </a:cubicBezTo>
                    <a:cubicBezTo>
                      <a:pt x="1772" y="2522"/>
                      <a:pt x="1234" y="3125"/>
                      <a:pt x="538" y="3236"/>
                    </a:cubicBezTo>
                    <a:lnTo>
                      <a:pt x="594" y="3561"/>
                    </a:lnTo>
                    <a:cubicBezTo>
                      <a:pt x="1327" y="3440"/>
                      <a:pt x="1883" y="2884"/>
                      <a:pt x="2041" y="2207"/>
                    </a:cubicBezTo>
                    <a:cubicBezTo>
                      <a:pt x="2069" y="2095"/>
                      <a:pt x="2087" y="1975"/>
                      <a:pt x="2087" y="1854"/>
                    </a:cubicBezTo>
                    <a:cubicBezTo>
                      <a:pt x="2097" y="1743"/>
                      <a:pt x="2087" y="1613"/>
                      <a:pt x="2069" y="1492"/>
                    </a:cubicBezTo>
                    <a:cubicBezTo>
                      <a:pt x="1919" y="620"/>
                      <a:pt x="1160" y="1"/>
                      <a:pt x="3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1" name="Google Shape;421;p19"/>
              <p:cNvSpPr/>
              <p:nvPr/>
            </p:nvSpPr>
            <p:spPr>
              <a:xfrm>
                <a:off x="7807342" y="3162199"/>
                <a:ext cx="176653" cy="293173"/>
              </a:xfrm>
              <a:custGeom>
                <a:avLst/>
                <a:gdLst/>
                <a:ahLst/>
                <a:cxnLst/>
                <a:rect l="l" t="t" r="r" b="b"/>
                <a:pathLst>
                  <a:path w="2218" h="3681" extrusionOk="0">
                    <a:moveTo>
                      <a:pt x="360" y="102"/>
                    </a:moveTo>
                    <a:cubicBezTo>
                      <a:pt x="1194" y="102"/>
                      <a:pt x="1934" y="709"/>
                      <a:pt x="2078" y="1557"/>
                    </a:cubicBezTo>
                    <a:cubicBezTo>
                      <a:pt x="2097" y="1677"/>
                      <a:pt x="2106" y="1789"/>
                      <a:pt x="2106" y="1909"/>
                    </a:cubicBezTo>
                    <a:cubicBezTo>
                      <a:pt x="2097" y="2020"/>
                      <a:pt x="2088" y="2141"/>
                      <a:pt x="2060" y="2252"/>
                    </a:cubicBezTo>
                    <a:cubicBezTo>
                      <a:pt x="1902" y="2920"/>
                      <a:pt x="1373" y="3421"/>
                      <a:pt x="705" y="3560"/>
                    </a:cubicBezTo>
                    <a:lnTo>
                      <a:pt x="668" y="3328"/>
                    </a:lnTo>
                    <a:cubicBezTo>
                      <a:pt x="1373" y="3189"/>
                      <a:pt x="1883" y="2577"/>
                      <a:pt x="1893" y="1853"/>
                    </a:cubicBezTo>
                    <a:cubicBezTo>
                      <a:pt x="1893" y="1019"/>
                      <a:pt x="1206" y="332"/>
                      <a:pt x="371" y="332"/>
                    </a:cubicBezTo>
                    <a:cubicBezTo>
                      <a:pt x="306" y="332"/>
                      <a:pt x="232" y="341"/>
                      <a:pt x="158" y="351"/>
                    </a:cubicBezTo>
                    <a:lnTo>
                      <a:pt x="121" y="119"/>
                    </a:lnTo>
                    <a:cubicBezTo>
                      <a:pt x="201" y="107"/>
                      <a:pt x="281" y="102"/>
                      <a:pt x="360" y="102"/>
                    </a:cubicBezTo>
                    <a:close/>
                    <a:moveTo>
                      <a:pt x="361" y="1"/>
                    </a:moveTo>
                    <a:cubicBezTo>
                      <a:pt x="260" y="1"/>
                      <a:pt x="158" y="9"/>
                      <a:pt x="56" y="26"/>
                    </a:cubicBezTo>
                    <a:lnTo>
                      <a:pt x="0" y="35"/>
                    </a:lnTo>
                    <a:lnTo>
                      <a:pt x="74" y="471"/>
                    </a:lnTo>
                    <a:lnTo>
                      <a:pt x="130" y="462"/>
                    </a:lnTo>
                    <a:cubicBezTo>
                      <a:pt x="214" y="453"/>
                      <a:pt x="297" y="443"/>
                      <a:pt x="371" y="443"/>
                    </a:cubicBezTo>
                    <a:cubicBezTo>
                      <a:pt x="1151" y="443"/>
                      <a:pt x="1781" y="1074"/>
                      <a:pt x="1781" y="1853"/>
                    </a:cubicBezTo>
                    <a:cubicBezTo>
                      <a:pt x="1781" y="2549"/>
                      <a:pt x="1280" y="3134"/>
                      <a:pt x="594" y="3236"/>
                    </a:cubicBezTo>
                    <a:lnTo>
                      <a:pt x="548" y="3245"/>
                    </a:lnTo>
                    <a:lnTo>
                      <a:pt x="622" y="3681"/>
                    </a:lnTo>
                    <a:lnTo>
                      <a:pt x="668" y="3672"/>
                    </a:lnTo>
                    <a:cubicBezTo>
                      <a:pt x="1401" y="3551"/>
                      <a:pt x="1985" y="3004"/>
                      <a:pt x="2162" y="2280"/>
                    </a:cubicBezTo>
                    <a:cubicBezTo>
                      <a:pt x="2190" y="2160"/>
                      <a:pt x="2208" y="2039"/>
                      <a:pt x="2208" y="1918"/>
                    </a:cubicBezTo>
                    <a:cubicBezTo>
                      <a:pt x="2217" y="1789"/>
                      <a:pt x="2208" y="1668"/>
                      <a:pt x="2180" y="1538"/>
                    </a:cubicBezTo>
                    <a:cubicBezTo>
                      <a:pt x="2030" y="638"/>
                      <a:pt x="1245" y="1"/>
                      <a:pt x="3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2" name="Google Shape;422;p19"/>
              <p:cNvSpPr/>
              <p:nvPr/>
            </p:nvSpPr>
            <p:spPr>
              <a:xfrm>
                <a:off x="7540613" y="3210065"/>
                <a:ext cx="103538" cy="455888"/>
              </a:xfrm>
              <a:custGeom>
                <a:avLst/>
                <a:gdLst/>
                <a:ahLst/>
                <a:cxnLst/>
                <a:rect l="l" t="t" r="r" b="b"/>
                <a:pathLst>
                  <a:path w="1300" h="5724" extrusionOk="0">
                    <a:moveTo>
                      <a:pt x="0" y="0"/>
                    </a:moveTo>
                    <a:lnTo>
                      <a:pt x="0" y="5724"/>
                    </a:lnTo>
                    <a:lnTo>
                      <a:pt x="1299" y="5724"/>
                    </a:lnTo>
                    <a:lnTo>
                      <a:pt x="12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3" name="Google Shape;423;p19"/>
              <p:cNvSpPr/>
              <p:nvPr/>
            </p:nvSpPr>
            <p:spPr>
              <a:xfrm>
                <a:off x="7536153" y="3205605"/>
                <a:ext cx="112379" cy="464808"/>
              </a:xfrm>
              <a:custGeom>
                <a:avLst/>
                <a:gdLst/>
                <a:ahLst/>
                <a:cxnLst/>
                <a:rect l="l" t="t" r="r" b="b"/>
                <a:pathLst>
                  <a:path w="1411" h="5836" extrusionOk="0">
                    <a:moveTo>
                      <a:pt x="1299" y="103"/>
                    </a:moveTo>
                    <a:lnTo>
                      <a:pt x="1299" y="5733"/>
                    </a:lnTo>
                    <a:lnTo>
                      <a:pt x="112" y="5733"/>
                    </a:lnTo>
                    <a:lnTo>
                      <a:pt x="112" y="103"/>
                    </a:lnTo>
                    <a:close/>
                    <a:moveTo>
                      <a:pt x="56" y="0"/>
                    </a:moveTo>
                    <a:cubicBezTo>
                      <a:pt x="29" y="0"/>
                      <a:pt x="1" y="28"/>
                      <a:pt x="1" y="56"/>
                    </a:cubicBezTo>
                    <a:lnTo>
                      <a:pt x="1" y="5780"/>
                    </a:lnTo>
                    <a:cubicBezTo>
                      <a:pt x="1" y="5817"/>
                      <a:pt x="29" y="5835"/>
                      <a:pt x="56" y="5835"/>
                    </a:cubicBezTo>
                    <a:lnTo>
                      <a:pt x="1355" y="5835"/>
                    </a:lnTo>
                    <a:cubicBezTo>
                      <a:pt x="1383" y="5835"/>
                      <a:pt x="1411" y="5817"/>
                      <a:pt x="1411" y="5780"/>
                    </a:cubicBezTo>
                    <a:lnTo>
                      <a:pt x="1411" y="56"/>
                    </a:lnTo>
                    <a:cubicBezTo>
                      <a:pt x="1411" y="28"/>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4" name="Google Shape;424;p19"/>
              <p:cNvSpPr/>
              <p:nvPr/>
            </p:nvSpPr>
            <p:spPr>
              <a:xfrm>
                <a:off x="7688353" y="3377000"/>
                <a:ext cx="102822" cy="288952"/>
              </a:xfrm>
              <a:custGeom>
                <a:avLst/>
                <a:gdLst/>
                <a:ahLst/>
                <a:cxnLst/>
                <a:rect l="l" t="t" r="r" b="b"/>
                <a:pathLst>
                  <a:path w="1291" h="3628" extrusionOk="0">
                    <a:moveTo>
                      <a:pt x="1" y="1"/>
                    </a:moveTo>
                    <a:lnTo>
                      <a:pt x="1" y="3628"/>
                    </a:lnTo>
                    <a:lnTo>
                      <a:pt x="1290" y="362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5" name="Google Shape;425;p19"/>
              <p:cNvSpPr/>
              <p:nvPr/>
            </p:nvSpPr>
            <p:spPr>
              <a:xfrm>
                <a:off x="7683973" y="3372540"/>
                <a:ext cx="111583" cy="297872"/>
              </a:xfrm>
              <a:custGeom>
                <a:avLst/>
                <a:gdLst/>
                <a:ahLst/>
                <a:cxnLst/>
                <a:rect l="l" t="t" r="r" b="b"/>
                <a:pathLst>
                  <a:path w="1401" h="3740" extrusionOk="0">
                    <a:moveTo>
                      <a:pt x="1299" y="103"/>
                    </a:moveTo>
                    <a:lnTo>
                      <a:pt x="1299" y="3637"/>
                    </a:lnTo>
                    <a:lnTo>
                      <a:pt x="111" y="3637"/>
                    </a:lnTo>
                    <a:lnTo>
                      <a:pt x="111" y="103"/>
                    </a:lnTo>
                    <a:close/>
                    <a:moveTo>
                      <a:pt x="56" y="1"/>
                    </a:moveTo>
                    <a:cubicBezTo>
                      <a:pt x="28" y="1"/>
                      <a:pt x="0" y="29"/>
                      <a:pt x="0" y="57"/>
                    </a:cubicBezTo>
                    <a:lnTo>
                      <a:pt x="0" y="3684"/>
                    </a:lnTo>
                    <a:cubicBezTo>
                      <a:pt x="0" y="3721"/>
                      <a:pt x="28" y="3739"/>
                      <a:pt x="56" y="3739"/>
                    </a:cubicBezTo>
                    <a:lnTo>
                      <a:pt x="1345" y="3739"/>
                    </a:lnTo>
                    <a:cubicBezTo>
                      <a:pt x="1373" y="3739"/>
                      <a:pt x="1401" y="3721"/>
                      <a:pt x="1401" y="3684"/>
                    </a:cubicBezTo>
                    <a:lnTo>
                      <a:pt x="1401" y="57"/>
                    </a:lnTo>
                    <a:cubicBezTo>
                      <a:pt x="1401" y="29"/>
                      <a:pt x="1373" y="1"/>
                      <a:pt x="13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6" name="Google Shape;426;p19"/>
              <p:cNvSpPr/>
              <p:nvPr/>
            </p:nvSpPr>
            <p:spPr>
              <a:xfrm>
                <a:off x="7833943" y="3502599"/>
                <a:ext cx="103459" cy="163352"/>
              </a:xfrm>
              <a:custGeom>
                <a:avLst/>
                <a:gdLst/>
                <a:ahLst/>
                <a:cxnLst/>
                <a:rect l="l" t="t" r="r" b="b"/>
                <a:pathLst>
                  <a:path w="1299" h="2051" extrusionOk="0">
                    <a:moveTo>
                      <a:pt x="0" y="1"/>
                    </a:moveTo>
                    <a:lnTo>
                      <a:pt x="0" y="2051"/>
                    </a:lnTo>
                    <a:lnTo>
                      <a:pt x="1299" y="2051"/>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7" name="Google Shape;427;p19"/>
              <p:cNvSpPr/>
              <p:nvPr/>
            </p:nvSpPr>
            <p:spPr>
              <a:xfrm>
                <a:off x="7829483" y="3498935"/>
                <a:ext cx="111662" cy="171476"/>
              </a:xfrm>
              <a:custGeom>
                <a:avLst/>
                <a:gdLst/>
                <a:ahLst/>
                <a:cxnLst/>
                <a:rect l="l" t="t" r="r" b="b"/>
                <a:pathLst>
                  <a:path w="1402" h="2153" extrusionOk="0">
                    <a:moveTo>
                      <a:pt x="1299" y="102"/>
                    </a:moveTo>
                    <a:lnTo>
                      <a:pt x="1299" y="2050"/>
                    </a:lnTo>
                    <a:lnTo>
                      <a:pt x="112" y="2050"/>
                    </a:lnTo>
                    <a:lnTo>
                      <a:pt x="112" y="102"/>
                    </a:lnTo>
                    <a:close/>
                    <a:moveTo>
                      <a:pt x="56" y="0"/>
                    </a:moveTo>
                    <a:cubicBezTo>
                      <a:pt x="28" y="0"/>
                      <a:pt x="1" y="19"/>
                      <a:pt x="1" y="47"/>
                    </a:cubicBezTo>
                    <a:lnTo>
                      <a:pt x="1" y="2097"/>
                    </a:lnTo>
                    <a:cubicBezTo>
                      <a:pt x="1" y="2134"/>
                      <a:pt x="28" y="2152"/>
                      <a:pt x="56" y="2152"/>
                    </a:cubicBezTo>
                    <a:lnTo>
                      <a:pt x="1355" y="2152"/>
                    </a:lnTo>
                    <a:cubicBezTo>
                      <a:pt x="1383" y="2152"/>
                      <a:pt x="1401" y="2134"/>
                      <a:pt x="1401" y="2097"/>
                    </a:cubicBezTo>
                    <a:lnTo>
                      <a:pt x="1401" y="47"/>
                    </a:lnTo>
                    <a:cubicBezTo>
                      <a:pt x="1401" y="19"/>
                      <a:pt x="1383" y="0"/>
                      <a:pt x="1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8" name="Google Shape;428;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9" name="Google Shape;429;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0" y="0"/>
                    </a:moveTo>
                    <a:lnTo>
                      <a:pt x="0" y="5706"/>
                    </a:lnTo>
                    <a:lnTo>
                      <a:pt x="1401" y="5706"/>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0" name="Google Shape;43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1" name="Google Shape;43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2" name="Google Shape;43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3" name="Google Shape;43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4" name="Google Shape;434;p19"/>
              <p:cNvSpPr/>
              <p:nvPr/>
            </p:nvSpPr>
            <p:spPr>
              <a:xfrm>
                <a:off x="7531773" y="3210065"/>
                <a:ext cx="102742" cy="445534"/>
              </a:xfrm>
              <a:custGeom>
                <a:avLst/>
                <a:gdLst/>
                <a:ahLst/>
                <a:cxnLst/>
                <a:rect l="l" t="t" r="r" b="b"/>
                <a:pathLst>
                  <a:path w="1290" h="5594" extrusionOk="0">
                    <a:moveTo>
                      <a:pt x="0" y="0"/>
                    </a:moveTo>
                    <a:lnTo>
                      <a:pt x="0" y="5594"/>
                    </a:lnTo>
                    <a:lnTo>
                      <a:pt x="1290" y="5594"/>
                    </a:lnTo>
                    <a:lnTo>
                      <a:pt x="12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5" name="Google Shape;435;p19"/>
              <p:cNvSpPr/>
              <p:nvPr/>
            </p:nvSpPr>
            <p:spPr>
              <a:xfrm>
                <a:off x="7527313" y="3205605"/>
                <a:ext cx="111662" cy="454454"/>
              </a:xfrm>
              <a:custGeom>
                <a:avLst/>
                <a:gdLst/>
                <a:ahLst/>
                <a:cxnLst/>
                <a:rect l="l" t="t" r="r" b="b"/>
                <a:pathLst>
                  <a:path w="1402" h="5706" extrusionOk="0">
                    <a:moveTo>
                      <a:pt x="1299" y="103"/>
                    </a:moveTo>
                    <a:lnTo>
                      <a:pt x="1299" y="5604"/>
                    </a:lnTo>
                    <a:lnTo>
                      <a:pt x="102" y="5604"/>
                    </a:lnTo>
                    <a:lnTo>
                      <a:pt x="102" y="103"/>
                    </a:lnTo>
                    <a:close/>
                    <a:moveTo>
                      <a:pt x="56" y="0"/>
                    </a:moveTo>
                    <a:cubicBezTo>
                      <a:pt x="19" y="0"/>
                      <a:pt x="0" y="28"/>
                      <a:pt x="0" y="56"/>
                    </a:cubicBezTo>
                    <a:lnTo>
                      <a:pt x="0" y="5650"/>
                    </a:lnTo>
                    <a:cubicBezTo>
                      <a:pt x="0" y="5687"/>
                      <a:pt x="19" y="5706"/>
                      <a:pt x="56" y="5706"/>
                    </a:cubicBezTo>
                    <a:lnTo>
                      <a:pt x="1346" y="5706"/>
                    </a:lnTo>
                    <a:cubicBezTo>
                      <a:pt x="1373" y="5706"/>
                      <a:pt x="1401" y="5687"/>
                      <a:pt x="1401" y="5650"/>
                    </a:cubicBezTo>
                    <a:lnTo>
                      <a:pt x="1401" y="56"/>
                    </a:lnTo>
                    <a:cubicBezTo>
                      <a:pt x="1401" y="28"/>
                      <a:pt x="1373" y="0"/>
                      <a:pt x="1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6" name="Google Shape;436;p19"/>
              <p:cNvSpPr/>
              <p:nvPr/>
            </p:nvSpPr>
            <p:spPr>
              <a:xfrm>
                <a:off x="7369219" y="3129465"/>
                <a:ext cx="103459" cy="536489"/>
              </a:xfrm>
              <a:custGeom>
                <a:avLst/>
                <a:gdLst/>
                <a:ahLst/>
                <a:cxnLst/>
                <a:rect l="l" t="t" r="r" b="b"/>
                <a:pathLst>
                  <a:path w="1299" h="6736" extrusionOk="0">
                    <a:moveTo>
                      <a:pt x="0" y="1"/>
                    </a:moveTo>
                    <a:lnTo>
                      <a:pt x="0" y="6736"/>
                    </a:lnTo>
                    <a:lnTo>
                      <a:pt x="1299" y="6736"/>
                    </a:lnTo>
                    <a:lnTo>
                      <a:pt x="12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7" name="Google Shape;437;p19"/>
              <p:cNvSpPr/>
              <p:nvPr/>
            </p:nvSpPr>
            <p:spPr>
              <a:xfrm>
                <a:off x="7365475" y="3125802"/>
                <a:ext cx="110229" cy="543896"/>
              </a:xfrm>
              <a:custGeom>
                <a:avLst/>
                <a:gdLst/>
                <a:ahLst/>
                <a:cxnLst/>
                <a:rect l="l" t="t" r="r" b="b"/>
                <a:pathLst>
                  <a:path w="1384" h="6829" extrusionOk="0">
                    <a:moveTo>
                      <a:pt x="1300" y="84"/>
                    </a:moveTo>
                    <a:lnTo>
                      <a:pt x="1300" y="6745"/>
                    </a:lnTo>
                    <a:lnTo>
                      <a:pt x="84" y="6745"/>
                    </a:lnTo>
                    <a:lnTo>
                      <a:pt x="84" y="84"/>
                    </a:lnTo>
                    <a:close/>
                    <a:moveTo>
                      <a:pt x="38" y="1"/>
                    </a:moveTo>
                    <a:cubicBezTo>
                      <a:pt x="19" y="1"/>
                      <a:pt x="1" y="19"/>
                      <a:pt x="1" y="47"/>
                    </a:cubicBezTo>
                    <a:lnTo>
                      <a:pt x="1" y="6782"/>
                    </a:lnTo>
                    <a:cubicBezTo>
                      <a:pt x="1" y="6810"/>
                      <a:pt x="19" y="6828"/>
                      <a:pt x="38" y="6828"/>
                    </a:cubicBezTo>
                    <a:lnTo>
                      <a:pt x="1346" y="6828"/>
                    </a:lnTo>
                    <a:cubicBezTo>
                      <a:pt x="1364" y="6828"/>
                      <a:pt x="1383" y="6810"/>
                      <a:pt x="1383" y="6782"/>
                    </a:cubicBezTo>
                    <a:lnTo>
                      <a:pt x="1383" y="47"/>
                    </a:lnTo>
                    <a:cubicBezTo>
                      <a:pt x="1383" y="19"/>
                      <a:pt x="136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8" name="Google Shape;438;p19"/>
              <p:cNvSpPr/>
              <p:nvPr/>
            </p:nvSpPr>
            <p:spPr>
              <a:xfrm>
                <a:off x="7359582" y="3130979"/>
                <a:ext cx="103538" cy="524622"/>
              </a:xfrm>
              <a:custGeom>
                <a:avLst/>
                <a:gdLst/>
                <a:ahLst/>
                <a:cxnLst/>
                <a:rect l="l" t="t" r="r" b="b"/>
                <a:pathLst>
                  <a:path w="1300" h="6587" extrusionOk="0">
                    <a:moveTo>
                      <a:pt x="1" y="1"/>
                    </a:moveTo>
                    <a:lnTo>
                      <a:pt x="1" y="6587"/>
                    </a:lnTo>
                    <a:lnTo>
                      <a:pt x="1299" y="6587"/>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9" name="Google Shape;439;p19"/>
              <p:cNvSpPr/>
              <p:nvPr/>
            </p:nvSpPr>
            <p:spPr>
              <a:xfrm>
                <a:off x="7355122" y="3126519"/>
                <a:ext cx="111662" cy="533542"/>
              </a:xfrm>
              <a:custGeom>
                <a:avLst/>
                <a:gdLst/>
                <a:ahLst/>
                <a:cxnLst/>
                <a:rect l="l" t="t" r="r" b="b"/>
                <a:pathLst>
                  <a:path w="1402" h="6699" extrusionOk="0">
                    <a:moveTo>
                      <a:pt x="1300" y="103"/>
                    </a:moveTo>
                    <a:lnTo>
                      <a:pt x="1300" y="6597"/>
                    </a:lnTo>
                    <a:lnTo>
                      <a:pt x="112" y="6597"/>
                    </a:lnTo>
                    <a:lnTo>
                      <a:pt x="112" y="103"/>
                    </a:lnTo>
                    <a:close/>
                    <a:moveTo>
                      <a:pt x="1" y="1"/>
                    </a:moveTo>
                    <a:lnTo>
                      <a:pt x="1" y="6699"/>
                    </a:lnTo>
                    <a:lnTo>
                      <a:pt x="1402" y="6699"/>
                    </a:lnTo>
                    <a:lnTo>
                      <a:pt x="14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0" name="Google Shape;440;p19"/>
              <p:cNvSpPr/>
              <p:nvPr/>
            </p:nvSpPr>
            <p:spPr>
              <a:xfrm>
                <a:off x="7678796" y="3377000"/>
                <a:ext cx="102742" cy="278598"/>
              </a:xfrm>
              <a:custGeom>
                <a:avLst/>
                <a:gdLst/>
                <a:ahLst/>
                <a:cxnLst/>
                <a:rect l="l" t="t" r="r" b="b"/>
                <a:pathLst>
                  <a:path w="1290" h="3498" extrusionOk="0">
                    <a:moveTo>
                      <a:pt x="0" y="1"/>
                    </a:moveTo>
                    <a:lnTo>
                      <a:pt x="0" y="3498"/>
                    </a:lnTo>
                    <a:lnTo>
                      <a:pt x="1290" y="3498"/>
                    </a:lnTo>
                    <a:lnTo>
                      <a:pt x="129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1" name="Google Shape;441;p19"/>
              <p:cNvSpPr/>
              <p:nvPr/>
            </p:nvSpPr>
            <p:spPr>
              <a:xfrm>
                <a:off x="7674336" y="3372540"/>
                <a:ext cx="111662" cy="287518"/>
              </a:xfrm>
              <a:custGeom>
                <a:avLst/>
                <a:gdLst/>
                <a:ahLst/>
                <a:cxnLst/>
                <a:rect l="l" t="t" r="r" b="b"/>
                <a:pathLst>
                  <a:path w="1402" h="3610" extrusionOk="0">
                    <a:moveTo>
                      <a:pt x="1299" y="103"/>
                    </a:moveTo>
                    <a:lnTo>
                      <a:pt x="1299" y="3508"/>
                    </a:lnTo>
                    <a:lnTo>
                      <a:pt x="112" y="3508"/>
                    </a:lnTo>
                    <a:lnTo>
                      <a:pt x="112" y="103"/>
                    </a:lnTo>
                    <a:close/>
                    <a:moveTo>
                      <a:pt x="0" y="1"/>
                    </a:moveTo>
                    <a:lnTo>
                      <a:pt x="0" y="3610"/>
                    </a:lnTo>
                    <a:lnTo>
                      <a:pt x="1401" y="3610"/>
                    </a:lnTo>
                    <a:lnTo>
                      <a:pt x="14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2" name="Google Shape;442;p19"/>
              <p:cNvSpPr/>
              <p:nvPr/>
            </p:nvSpPr>
            <p:spPr>
              <a:xfrm>
                <a:off x="7824306" y="3502599"/>
                <a:ext cx="103538" cy="152998"/>
              </a:xfrm>
              <a:custGeom>
                <a:avLst/>
                <a:gdLst/>
                <a:ahLst/>
                <a:cxnLst/>
                <a:rect l="l" t="t" r="r" b="b"/>
                <a:pathLst>
                  <a:path w="1300" h="1921" extrusionOk="0">
                    <a:moveTo>
                      <a:pt x="1" y="1"/>
                    </a:moveTo>
                    <a:lnTo>
                      <a:pt x="1" y="1921"/>
                    </a:lnTo>
                    <a:lnTo>
                      <a:pt x="1299" y="1921"/>
                    </a:lnTo>
                    <a:lnTo>
                      <a:pt x="12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3" name="Google Shape;443;p19"/>
              <p:cNvSpPr/>
              <p:nvPr/>
            </p:nvSpPr>
            <p:spPr>
              <a:xfrm>
                <a:off x="7820643" y="3498935"/>
                <a:ext cx="111662" cy="161122"/>
              </a:xfrm>
              <a:custGeom>
                <a:avLst/>
                <a:gdLst/>
                <a:ahLst/>
                <a:cxnLst/>
                <a:rect l="l" t="t" r="r" b="b"/>
                <a:pathLst>
                  <a:path w="1402" h="2023" extrusionOk="0">
                    <a:moveTo>
                      <a:pt x="1290" y="102"/>
                    </a:moveTo>
                    <a:lnTo>
                      <a:pt x="1290" y="1921"/>
                    </a:lnTo>
                    <a:lnTo>
                      <a:pt x="102" y="1921"/>
                    </a:lnTo>
                    <a:lnTo>
                      <a:pt x="102" y="102"/>
                    </a:lnTo>
                    <a:close/>
                    <a:moveTo>
                      <a:pt x="0" y="0"/>
                    </a:moveTo>
                    <a:lnTo>
                      <a:pt x="0" y="2023"/>
                    </a:lnTo>
                    <a:lnTo>
                      <a:pt x="1401" y="2023"/>
                    </a:lnTo>
                    <a:lnTo>
                      <a:pt x="14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4" name="Google Shape;444;p19"/>
              <p:cNvSpPr/>
              <p:nvPr/>
            </p:nvSpPr>
            <p:spPr>
              <a:xfrm>
                <a:off x="7980967" y="3600163"/>
                <a:ext cx="103538" cy="66583"/>
              </a:xfrm>
              <a:custGeom>
                <a:avLst/>
                <a:gdLst/>
                <a:ahLst/>
                <a:cxnLst/>
                <a:rect l="l" t="t" r="r" b="b"/>
                <a:pathLst>
                  <a:path w="1300" h="836" extrusionOk="0">
                    <a:moveTo>
                      <a:pt x="0" y="0"/>
                    </a:moveTo>
                    <a:lnTo>
                      <a:pt x="0" y="835"/>
                    </a:lnTo>
                    <a:lnTo>
                      <a:pt x="1299" y="835"/>
                    </a:lnTo>
                    <a:lnTo>
                      <a:pt x="1299" y="0"/>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5" name="Google Shape;445;p19"/>
              <p:cNvSpPr/>
              <p:nvPr/>
            </p:nvSpPr>
            <p:spPr>
              <a:xfrm>
                <a:off x="7976507" y="3595703"/>
                <a:ext cx="111662" cy="75424"/>
              </a:xfrm>
              <a:custGeom>
                <a:avLst/>
                <a:gdLst/>
                <a:ahLst/>
                <a:cxnLst/>
                <a:rect l="l" t="t" r="r" b="b"/>
                <a:pathLst>
                  <a:path w="1402" h="947" extrusionOk="0">
                    <a:moveTo>
                      <a:pt x="1299" y="103"/>
                    </a:moveTo>
                    <a:lnTo>
                      <a:pt x="1299" y="845"/>
                    </a:lnTo>
                    <a:lnTo>
                      <a:pt x="112" y="845"/>
                    </a:lnTo>
                    <a:lnTo>
                      <a:pt x="112" y="103"/>
                    </a:lnTo>
                    <a:close/>
                    <a:moveTo>
                      <a:pt x="56" y="1"/>
                    </a:moveTo>
                    <a:cubicBezTo>
                      <a:pt x="28" y="1"/>
                      <a:pt x="1" y="28"/>
                      <a:pt x="1" y="56"/>
                    </a:cubicBezTo>
                    <a:lnTo>
                      <a:pt x="1" y="891"/>
                    </a:lnTo>
                    <a:cubicBezTo>
                      <a:pt x="1" y="919"/>
                      <a:pt x="28" y="947"/>
                      <a:pt x="56" y="947"/>
                    </a:cubicBezTo>
                    <a:lnTo>
                      <a:pt x="1346" y="947"/>
                    </a:lnTo>
                    <a:cubicBezTo>
                      <a:pt x="1374" y="947"/>
                      <a:pt x="1401" y="919"/>
                      <a:pt x="1401" y="891"/>
                    </a:cubicBezTo>
                    <a:lnTo>
                      <a:pt x="1401" y="56"/>
                    </a:lnTo>
                    <a:cubicBezTo>
                      <a:pt x="1401" y="28"/>
                      <a:pt x="1374" y="1"/>
                      <a:pt x="13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6" name="Google Shape;446;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7" name="Google Shape;447;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0" y="1"/>
                    </a:moveTo>
                    <a:lnTo>
                      <a:pt x="0" y="891"/>
                    </a:lnTo>
                    <a:lnTo>
                      <a:pt x="1401" y="891"/>
                    </a:lnTo>
                    <a:lnTo>
                      <a:pt x="1401" y="1"/>
                    </a:lnTo>
                    <a:close/>
                  </a:path>
                </a:pathLst>
              </a:custGeom>
              <a:solidFill>
                <a:srgbClr val="0100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8" name="Google Shape;448;p19"/>
              <p:cNvSpPr/>
              <p:nvPr/>
            </p:nvSpPr>
            <p:spPr>
              <a:xfrm>
                <a:off x="7971330" y="3600163"/>
                <a:ext cx="103538" cy="62123"/>
              </a:xfrm>
              <a:custGeom>
                <a:avLst/>
                <a:gdLst/>
                <a:ahLst/>
                <a:cxnLst/>
                <a:rect l="l" t="t" r="r" b="b"/>
                <a:pathLst>
                  <a:path w="1300" h="780" extrusionOk="0">
                    <a:moveTo>
                      <a:pt x="1" y="0"/>
                    </a:moveTo>
                    <a:lnTo>
                      <a:pt x="1" y="779"/>
                    </a:lnTo>
                    <a:lnTo>
                      <a:pt x="1299" y="779"/>
                    </a:lnTo>
                    <a:lnTo>
                      <a:pt x="129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9" name="Google Shape;449;p19"/>
              <p:cNvSpPr/>
              <p:nvPr/>
            </p:nvSpPr>
            <p:spPr>
              <a:xfrm>
                <a:off x="7966949" y="3595703"/>
                <a:ext cx="111583" cy="71043"/>
              </a:xfrm>
              <a:custGeom>
                <a:avLst/>
                <a:gdLst/>
                <a:ahLst/>
                <a:cxnLst/>
                <a:rect l="l" t="t" r="r" b="b"/>
                <a:pathLst>
                  <a:path w="1401" h="892" extrusionOk="0">
                    <a:moveTo>
                      <a:pt x="1299" y="103"/>
                    </a:moveTo>
                    <a:lnTo>
                      <a:pt x="1299" y="780"/>
                    </a:lnTo>
                    <a:lnTo>
                      <a:pt x="111" y="780"/>
                    </a:lnTo>
                    <a:lnTo>
                      <a:pt x="111" y="103"/>
                    </a:lnTo>
                    <a:close/>
                    <a:moveTo>
                      <a:pt x="56" y="1"/>
                    </a:moveTo>
                    <a:cubicBezTo>
                      <a:pt x="28" y="1"/>
                      <a:pt x="0" y="28"/>
                      <a:pt x="0" y="56"/>
                    </a:cubicBezTo>
                    <a:lnTo>
                      <a:pt x="0" y="835"/>
                    </a:lnTo>
                    <a:cubicBezTo>
                      <a:pt x="0" y="863"/>
                      <a:pt x="28" y="891"/>
                      <a:pt x="56" y="891"/>
                    </a:cubicBezTo>
                    <a:lnTo>
                      <a:pt x="1354" y="891"/>
                    </a:lnTo>
                    <a:cubicBezTo>
                      <a:pt x="1382" y="891"/>
                      <a:pt x="1401" y="863"/>
                      <a:pt x="1401" y="835"/>
                    </a:cubicBezTo>
                    <a:lnTo>
                      <a:pt x="1401" y="56"/>
                    </a:lnTo>
                    <a:cubicBezTo>
                      <a:pt x="1401" y="28"/>
                      <a:pt x="1382" y="1"/>
                      <a:pt x="13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0" name="Google Shape;450;p19"/>
              <p:cNvSpPr/>
              <p:nvPr/>
            </p:nvSpPr>
            <p:spPr>
              <a:xfrm>
                <a:off x="7003284" y="3902326"/>
                <a:ext cx="295642" cy="127193"/>
              </a:xfrm>
              <a:custGeom>
                <a:avLst/>
                <a:gdLst/>
                <a:ahLst/>
                <a:cxnLst/>
                <a:rect l="l" t="t" r="r" b="b"/>
                <a:pathLst>
                  <a:path w="3712" h="1597" extrusionOk="0">
                    <a:moveTo>
                      <a:pt x="3712" y="1596"/>
                    </a:moveTo>
                    <a:lnTo>
                      <a:pt x="1" y="1"/>
                    </a:lnTo>
                  </a:path>
                </a:pathLst>
              </a:custGeom>
              <a:solidFill>
                <a:srgbClr val="E16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1" name="Google Shape;451;p19"/>
              <p:cNvSpPr/>
              <p:nvPr/>
            </p:nvSpPr>
            <p:spPr>
              <a:xfrm>
                <a:off x="6998107" y="3897627"/>
                <a:ext cx="305996" cy="136273"/>
              </a:xfrm>
              <a:custGeom>
                <a:avLst/>
                <a:gdLst/>
                <a:ahLst/>
                <a:cxnLst/>
                <a:rect l="l" t="t" r="r" b="b"/>
                <a:pathLst>
                  <a:path w="3842" h="1711" extrusionOk="0">
                    <a:moveTo>
                      <a:pt x="62" y="0"/>
                    </a:moveTo>
                    <a:cubicBezTo>
                      <a:pt x="40" y="0"/>
                      <a:pt x="17" y="11"/>
                      <a:pt x="10" y="32"/>
                    </a:cubicBezTo>
                    <a:cubicBezTo>
                      <a:pt x="1" y="60"/>
                      <a:pt x="10" y="97"/>
                      <a:pt x="38" y="106"/>
                    </a:cubicBezTo>
                    <a:lnTo>
                      <a:pt x="3749" y="1702"/>
                    </a:lnTo>
                    <a:cubicBezTo>
                      <a:pt x="3758" y="1711"/>
                      <a:pt x="3767" y="1711"/>
                      <a:pt x="3777" y="1711"/>
                    </a:cubicBezTo>
                    <a:cubicBezTo>
                      <a:pt x="3795" y="1711"/>
                      <a:pt x="3814" y="1702"/>
                      <a:pt x="3823" y="1674"/>
                    </a:cubicBezTo>
                    <a:cubicBezTo>
                      <a:pt x="3842" y="1646"/>
                      <a:pt x="3823" y="1609"/>
                      <a:pt x="3795" y="1600"/>
                    </a:cubicBezTo>
                    <a:lnTo>
                      <a:pt x="84" y="4"/>
                    </a:lnTo>
                    <a:cubicBezTo>
                      <a:pt x="78" y="2"/>
                      <a:pt x="70" y="0"/>
                      <a:pt x="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2" name="Google Shape;452;p19"/>
              <p:cNvSpPr/>
              <p:nvPr/>
            </p:nvSpPr>
            <p:spPr>
              <a:xfrm>
                <a:off x="6969355" y="3873495"/>
                <a:ext cx="48106" cy="48106"/>
              </a:xfrm>
              <a:custGeom>
                <a:avLst/>
                <a:gdLst/>
                <a:ahLst/>
                <a:cxnLst/>
                <a:rect l="l" t="t" r="r" b="b"/>
                <a:pathLst>
                  <a:path w="604" h="604" extrusionOk="0">
                    <a:moveTo>
                      <a:pt x="445" y="1"/>
                    </a:moveTo>
                    <a:lnTo>
                      <a:pt x="0" y="168"/>
                    </a:lnTo>
                    <a:lnTo>
                      <a:pt x="158" y="604"/>
                    </a:lnTo>
                    <a:lnTo>
                      <a:pt x="603" y="446"/>
                    </a:lnTo>
                    <a:lnTo>
                      <a:pt x="44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3" name="Google Shape;453;p19"/>
              <p:cNvSpPr/>
              <p:nvPr/>
            </p:nvSpPr>
            <p:spPr>
              <a:xfrm>
                <a:off x="6964178" y="3868477"/>
                <a:ext cx="58459" cy="57583"/>
              </a:xfrm>
              <a:custGeom>
                <a:avLst/>
                <a:gdLst/>
                <a:ahLst/>
                <a:cxnLst/>
                <a:rect l="l" t="t" r="r" b="b"/>
                <a:pathLst>
                  <a:path w="734" h="723" extrusionOk="0">
                    <a:moveTo>
                      <a:pt x="473" y="129"/>
                    </a:moveTo>
                    <a:lnTo>
                      <a:pt x="594" y="472"/>
                    </a:lnTo>
                    <a:lnTo>
                      <a:pt x="260" y="593"/>
                    </a:lnTo>
                    <a:lnTo>
                      <a:pt x="139" y="259"/>
                    </a:lnTo>
                    <a:lnTo>
                      <a:pt x="473" y="129"/>
                    </a:lnTo>
                    <a:close/>
                    <a:moveTo>
                      <a:pt x="517" y="1"/>
                    </a:moveTo>
                    <a:cubicBezTo>
                      <a:pt x="508" y="1"/>
                      <a:pt x="500" y="3"/>
                      <a:pt x="492" y="8"/>
                    </a:cubicBezTo>
                    <a:lnTo>
                      <a:pt x="47" y="166"/>
                    </a:lnTo>
                    <a:cubicBezTo>
                      <a:pt x="28" y="175"/>
                      <a:pt x="19" y="184"/>
                      <a:pt x="10" y="194"/>
                    </a:cubicBezTo>
                    <a:cubicBezTo>
                      <a:pt x="10" y="212"/>
                      <a:pt x="0" y="222"/>
                      <a:pt x="10" y="240"/>
                    </a:cubicBezTo>
                    <a:lnTo>
                      <a:pt x="167" y="685"/>
                    </a:lnTo>
                    <a:cubicBezTo>
                      <a:pt x="177" y="704"/>
                      <a:pt x="204" y="722"/>
                      <a:pt x="223" y="722"/>
                    </a:cubicBezTo>
                    <a:lnTo>
                      <a:pt x="241" y="722"/>
                    </a:lnTo>
                    <a:lnTo>
                      <a:pt x="687" y="555"/>
                    </a:lnTo>
                    <a:cubicBezTo>
                      <a:pt x="724" y="546"/>
                      <a:pt x="733" y="509"/>
                      <a:pt x="724" y="481"/>
                    </a:cubicBezTo>
                    <a:lnTo>
                      <a:pt x="566" y="36"/>
                    </a:lnTo>
                    <a:cubicBezTo>
                      <a:pt x="559" y="16"/>
                      <a:pt x="538" y="1"/>
                      <a:pt x="5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4" name="Google Shape;454;p19"/>
              <p:cNvSpPr/>
              <p:nvPr/>
            </p:nvSpPr>
            <p:spPr>
              <a:xfrm>
                <a:off x="7282596" y="3887114"/>
                <a:ext cx="591125" cy="551940"/>
              </a:xfrm>
              <a:custGeom>
                <a:avLst/>
                <a:gdLst/>
                <a:ahLst/>
                <a:cxnLst/>
                <a:rect l="l" t="t" r="r" b="b"/>
                <a:pathLst>
                  <a:path w="7422" h="6930" extrusionOk="0">
                    <a:moveTo>
                      <a:pt x="3722" y="1"/>
                    </a:moveTo>
                    <a:cubicBezTo>
                      <a:pt x="3544" y="1"/>
                      <a:pt x="3364" y="15"/>
                      <a:pt x="3182" y="43"/>
                    </a:cubicBezTo>
                    <a:cubicBezTo>
                      <a:pt x="1299" y="331"/>
                      <a:pt x="1" y="2093"/>
                      <a:pt x="288" y="3986"/>
                    </a:cubicBezTo>
                    <a:cubicBezTo>
                      <a:pt x="549" y="5702"/>
                      <a:pt x="2030" y="6929"/>
                      <a:pt x="3714" y="6929"/>
                    </a:cubicBezTo>
                    <a:cubicBezTo>
                      <a:pt x="3888" y="6929"/>
                      <a:pt x="4063" y="6916"/>
                      <a:pt x="4240" y="6889"/>
                    </a:cubicBezTo>
                    <a:cubicBezTo>
                      <a:pt x="6123" y="6593"/>
                      <a:pt x="7422" y="4830"/>
                      <a:pt x="7134" y="2938"/>
                    </a:cubicBezTo>
                    <a:cubicBezTo>
                      <a:pt x="6874" y="1227"/>
                      <a:pt x="5401" y="1"/>
                      <a:pt x="37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5" name="Google Shape;455;p19"/>
              <p:cNvSpPr/>
              <p:nvPr/>
            </p:nvSpPr>
            <p:spPr>
              <a:xfrm>
                <a:off x="7277420" y="3882176"/>
                <a:ext cx="589692" cy="561099"/>
              </a:xfrm>
              <a:custGeom>
                <a:avLst/>
                <a:gdLst/>
                <a:ahLst/>
                <a:cxnLst/>
                <a:rect l="l" t="t" r="r" b="b"/>
                <a:pathLst>
                  <a:path w="7404" h="7045" extrusionOk="0">
                    <a:moveTo>
                      <a:pt x="3776" y="114"/>
                    </a:moveTo>
                    <a:cubicBezTo>
                      <a:pt x="5427" y="114"/>
                      <a:pt x="6884" y="1330"/>
                      <a:pt x="7144" y="3009"/>
                    </a:cubicBezTo>
                    <a:cubicBezTo>
                      <a:pt x="7283" y="3909"/>
                      <a:pt x="7060" y="4808"/>
                      <a:pt x="6522" y="5541"/>
                    </a:cubicBezTo>
                    <a:cubicBezTo>
                      <a:pt x="5984" y="6274"/>
                      <a:pt x="5196" y="6757"/>
                      <a:pt x="4296" y="6886"/>
                    </a:cubicBezTo>
                    <a:cubicBezTo>
                      <a:pt x="4119" y="6914"/>
                      <a:pt x="3952" y="6933"/>
                      <a:pt x="3776" y="6933"/>
                    </a:cubicBezTo>
                    <a:cubicBezTo>
                      <a:pt x="2125" y="6933"/>
                      <a:pt x="669" y="5718"/>
                      <a:pt x="409" y="4038"/>
                    </a:cubicBezTo>
                    <a:cubicBezTo>
                      <a:pt x="130" y="2183"/>
                      <a:pt x="1401" y="439"/>
                      <a:pt x="3266" y="161"/>
                    </a:cubicBezTo>
                    <a:cubicBezTo>
                      <a:pt x="3433" y="133"/>
                      <a:pt x="3609" y="114"/>
                      <a:pt x="3776" y="114"/>
                    </a:cubicBezTo>
                    <a:close/>
                    <a:moveTo>
                      <a:pt x="3765" y="1"/>
                    </a:moveTo>
                    <a:cubicBezTo>
                      <a:pt x="3591" y="1"/>
                      <a:pt x="3415" y="14"/>
                      <a:pt x="3238" y="40"/>
                    </a:cubicBezTo>
                    <a:cubicBezTo>
                      <a:pt x="1327" y="337"/>
                      <a:pt x="1" y="2137"/>
                      <a:pt x="297" y="4057"/>
                    </a:cubicBezTo>
                    <a:cubicBezTo>
                      <a:pt x="566" y="5801"/>
                      <a:pt x="2069" y="7044"/>
                      <a:pt x="3776" y="7044"/>
                    </a:cubicBezTo>
                    <a:cubicBezTo>
                      <a:pt x="3952" y="7044"/>
                      <a:pt x="4129" y="7035"/>
                      <a:pt x="4314" y="7007"/>
                    </a:cubicBezTo>
                    <a:cubicBezTo>
                      <a:pt x="5242" y="6868"/>
                      <a:pt x="6058" y="6367"/>
                      <a:pt x="6615" y="5606"/>
                    </a:cubicBezTo>
                    <a:cubicBezTo>
                      <a:pt x="7171" y="4855"/>
                      <a:pt x="7403" y="3918"/>
                      <a:pt x="7255" y="2990"/>
                    </a:cubicBezTo>
                    <a:cubicBezTo>
                      <a:pt x="6985" y="1247"/>
                      <a:pt x="5478" y="1"/>
                      <a:pt x="37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6" name="Google Shape;456;p19"/>
              <p:cNvSpPr/>
              <p:nvPr/>
            </p:nvSpPr>
            <p:spPr>
              <a:xfrm>
                <a:off x="7236801" y="3869592"/>
                <a:ext cx="627364" cy="551781"/>
              </a:xfrm>
              <a:custGeom>
                <a:avLst/>
                <a:gdLst/>
                <a:ahLst/>
                <a:cxnLst/>
                <a:rect l="l" t="t" r="r" b="b"/>
                <a:pathLst>
                  <a:path w="7877" h="6928" extrusionOk="0">
                    <a:moveTo>
                      <a:pt x="3939" y="1"/>
                    </a:moveTo>
                    <a:cubicBezTo>
                      <a:pt x="2845" y="1"/>
                      <a:pt x="1768" y="518"/>
                      <a:pt x="1095" y="1488"/>
                    </a:cubicBezTo>
                    <a:cubicBezTo>
                      <a:pt x="0" y="3055"/>
                      <a:pt x="390" y="5208"/>
                      <a:pt x="1958" y="6302"/>
                    </a:cubicBezTo>
                    <a:cubicBezTo>
                      <a:pt x="2562" y="6724"/>
                      <a:pt x="3255" y="6927"/>
                      <a:pt x="3941" y="6927"/>
                    </a:cubicBezTo>
                    <a:cubicBezTo>
                      <a:pt x="5034" y="6927"/>
                      <a:pt x="6109" y="6412"/>
                      <a:pt x="6782" y="5449"/>
                    </a:cubicBezTo>
                    <a:cubicBezTo>
                      <a:pt x="7876" y="3881"/>
                      <a:pt x="7487" y="1720"/>
                      <a:pt x="5919" y="625"/>
                    </a:cubicBezTo>
                    <a:cubicBezTo>
                      <a:pt x="5315" y="203"/>
                      <a:pt x="462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7" name="Google Shape;457;p19"/>
              <p:cNvSpPr/>
              <p:nvPr/>
            </p:nvSpPr>
            <p:spPr>
              <a:xfrm>
                <a:off x="7250102" y="3865769"/>
                <a:ext cx="588895" cy="561258"/>
              </a:xfrm>
              <a:custGeom>
                <a:avLst/>
                <a:gdLst/>
                <a:ahLst/>
                <a:cxnLst/>
                <a:rect l="l" t="t" r="r" b="b"/>
                <a:pathLst>
                  <a:path w="7394" h="7047" extrusionOk="0">
                    <a:moveTo>
                      <a:pt x="3778" y="113"/>
                    </a:moveTo>
                    <a:cubicBezTo>
                      <a:pt x="5427" y="113"/>
                      <a:pt x="6874" y="1322"/>
                      <a:pt x="7134" y="3001"/>
                    </a:cubicBezTo>
                    <a:cubicBezTo>
                      <a:pt x="7273" y="3901"/>
                      <a:pt x="7051" y="4801"/>
                      <a:pt x="6513" y="5534"/>
                    </a:cubicBezTo>
                    <a:cubicBezTo>
                      <a:pt x="5975" y="6267"/>
                      <a:pt x="5186" y="6749"/>
                      <a:pt x="4286" y="6888"/>
                    </a:cubicBezTo>
                    <a:cubicBezTo>
                      <a:pt x="4111" y="6916"/>
                      <a:pt x="3936" y="6929"/>
                      <a:pt x="3764" y="6929"/>
                    </a:cubicBezTo>
                    <a:cubicBezTo>
                      <a:pt x="2114" y="6929"/>
                      <a:pt x="661" y="5720"/>
                      <a:pt x="409" y="4040"/>
                    </a:cubicBezTo>
                    <a:cubicBezTo>
                      <a:pt x="121" y="2185"/>
                      <a:pt x="1401" y="441"/>
                      <a:pt x="3256" y="153"/>
                    </a:cubicBezTo>
                    <a:cubicBezTo>
                      <a:pt x="3432" y="126"/>
                      <a:pt x="3606" y="113"/>
                      <a:pt x="3778" y="113"/>
                    </a:cubicBezTo>
                    <a:close/>
                    <a:moveTo>
                      <a:pt x="3777" y="1"/>
                    </a:moveTo>
                    <a:cubicBezTo>
                      <a:pt x="3599" y="1"/>
                      <a:pt x="3419" y="14"/>
                      <a:pt x="3238" y="42"/>
                    </a:cubicBezTo>
                    <a:cubicBezTo>
                      <a:pt x="1318" y="339"/>
                      <a:pt x="0" y="2139"/>
                      <a:pt x="288" y="4059"/>
                    </a:cubicBezTo>
                    <a:cubicBezTo>
                      <a:pt x="557" y="5794"/>
                      <a:pt x="2060" y="7046"/>
                      <a:pt x="3767" y="7046"/>
                    </a:cubicBezTo>
                    <a:cubicBezTo>
                      <a:pt x="3943" y="7046"/>
                      <a:pt x="4128" y="7027"/>
                      <a:pt x="4305" y="7000"/>
                    </a:cubicBezTo>
                    <a:cubicBezTo>
                      <a:pt x="5232" y="6861"/>
                      <a:pt x="6049" y="6360"/>
                      <a:pt x="6605" y="5608"/>
                    </a:cubicBezTo>
                    <a:cubicBezTo>
                      <a:pt x="7171" y="4847"/>
                      <a:pt x="7394" y="3920"/>
                      <a:pt x="7255" y="2983"/>
                    </a:cubicBezTo>
                    <a:cubicBezTo>
                      <a:pt x="6986" y="1252"/>
                      <a:pt x="5484" y="1"/>
                      <a:pt x="3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8" name="Google Shape;458;p19"/>
              <p:cNvSpPr/>
              <p:nvPr/>
            </p:nvSpPr>
            <p:spPr>
              <a:xfrm>
                <a:off x="7643863" y="3925423"/>
                <a:ext cx="134600" cy="135078"/>
              </a:xfrm>
              <a:custGeom>
                <a:avLst/>
                <a:gdLst/>
                <a:ahLst/>
                <a:cxnLst/>
                <a:rect l="l" t="t" r="r" b="b"/>
                <a:pathLst>
                  <a:path w="1690" h="1696" extrusionOk="0">
                    <a:moveTo>
                      <a:pt x="105" y="0"/>
                    </a:moveTo>
                    <a:cubicBezTo>
                      <a:pt x="71" y="0"/>
                      <a:pt x="42" y="19"/>
                      <a:pt x="29" y="54"/>
                    </a:cubicBezTo>
                    <a:cubicBezTo>
                      <a:pt x="1" y="100"/>
                      <a:pt x="19" y="147"/>
                      <a:pt x="66" y="165"/>
                    </a:cubicBezTo>
                    <a:cubicBezTo>
                      <a:pt x="715" y="471"/>
                      <a:pt x="1225" y="991"/>
                      <a:pt x="1513" y="1649"/>
                    </a:cubicBezTo>
                    <a:cubicBezTo>
                      <a:pt x="1531" y="1677"/>
                      <a:pt x="1559" y="1696"/>
                      <a:pt x="1596" y="1696"/>
                    </a:cubicBezTo>
                    <a:cubicBezTo>
                      <a:pt x="1606" y="1696"/>
                      <a:pt x="1615" y="1696"/>
                      <a:pt x="1624" y="1687"/>
                    </a:cubicBezTo>
                    <a:cubicBezTo>
                      <a:pt x="1671" y="1668"/>
                      <a:pt x="1689" y="1622"/>
                      <a:pt x="1671" y="1575"/>
                    </a:cubicBezTo>
                    <a:cubicBezTo>
                      <a:pt x="1365" y="879"/>
                      <a:pt x="826" y="332"/>
                      <a:pt x="140" y="7"/>
                    </a:cubicBezTo>
                    <a:cubicBezTo>
                      <a:pt x="128" y="3"/>
                      <a:pt x="116" y="0"/>
                      <a:pt x="10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9" name="Google Shape;459;p19"/>
              <p:cNvSpPr/>
              <p:nvPr/>
            </p:nvSpPr>
            <p:spPr>
              <a:xfrm>
                <a:off x="7895061" y="4209673"/>
                <a:ext cx="304483" cy="38548"/>
              </a:xfrm>
              <a:custGeom>
                <a:avLst/>
                <a:gdLst/>
                <a:ahLst/>
                <a:cxnLst/>
                <a:rect l="l" t="t" r="r" b="b"/>
                <a:pathLst>
                  <a:path w="3823" h="484" extrusionOk="0">
                    <a:moveTo>
                      <a:pt x="1" y="1"/>
                    </a:moveTo>
                    <a:lnTo>
                      <a:pt x="1" y="483"/>
                    </a:lnTo>
                    <a:lnTo>
                      <a:pt x="3823" y="483"/>
                    </a:lnTo>
                    <a:lnTo>
                      <a:pt x="382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0" name="Google Shape;460;p19"/>
              <p:cNvSpPr/>
              <p:nvPr/>
            </p:nvSpPr>
            <p:spPr>
              <a:xfrm>
                <a:off x="7890681" y="4205293"/>
                <a:ext cx="314040" cy="48106"/>
              </a:xfrm>
              <a:custGeom>
                <a:avLst/>
                <a:gdLst/>
                <a:ahLst/>
                <a:cxnLst/>
                <a:rect l="l" t="t" r="r" b="b"/>
                <a:pathLst>
                  <a:path w="3943" h="604" extrusionOk="0">
                    <a:moveTo>
                      <a:pt x="3822" y="111"/>
                    </a:moveTo>
                    <a:lnTo>
                      <a:pt x="3822" y="482"/>
                    </a:lnTo>
                    <a:lnTo>
                      <a:pt x="121" y="482"/>
                    </a:lnTo>
                    <a:lnTo>
                      <a:pt x="121" y="111"/>
                    </a:lnTo>
                    <a:close/>
                    <a:moveTo>
                      <a:pt x="56" y="0"/>
                    </a:moveTo>
                    <a:cubicBezTo>
                      <a:pt x="28" y="0"/>
                      <a:pt x="0" y="19"/>
                      <a:pt x="0" y="56"/>
                    </a:cubicBezTo>
                    <a:lnTo>
                      <a:pt x="0" y="547"/>
                    </a:lnTo>
                    <a:cubicBezTo>
                      <a:pt x="0" y="557"/>
                      <a:pt x="10" y="575"/>
                      <a:pt x="19" y="584"/>
                    </a:cubicBezTo>
                    <a:cubicBezTo>
                      <a:pt x="28" y="594"/>
                      <a:pt x="47" y="603"/>
                      <a:pt x="56" y="603"/>
                    </a:cubicBezTo>
                    <a:lnTo>
                      <a:pt x="3878" y="603"/>
                    </a:lnTo>
                    <a:cubicBezTo>
                      <a:pt x="3915" y="603"/>
                      <a:pt x="3943" y="575"/>
                      <a:pt x="3943" y="547"/>
                    </a:cubicBezTo>
                    <a:lnTo>
                      <a:pt x="3943" y="56"/>
                    </a:lnTo>
                    <a:cubicBezTo>
                      <a:pt x="3943" y="37"/>
                      <a:pt x="3934" y="19"/>
                      <a:pt x="3924" y="9"/>
                    </a:cubicBezTo>
                    <a:cubicBezTo>
                      <a:pt x="3915" y="0"/>
                      <a:pt x="3896" y="0"/>
                      <a:pt x="38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1" name="Google Shape;461;p19"/>
              <p:cNvSpPr/>
              <p:nvPr/>
            </p:nvSpPr>
            <p:spPr>
              <a:xfrm>
                <a:off x="7895061" y="4136560"/>
                <a:ext cx="175219" cy="25885"/>
              </a:xfrm>
              <a:custGeom>
                <a:avLst/>
                <a:gdLst/>
                <a:ahLst/>
                <a:cxnLst/>
                <a:rect l="l" t="t" r="r" b="b"/>
                <a:pathLst>
                  <a:path w="2200" h="325" extrusionOk="0">
                    <a:moveTo>
                      <a:pt x="1" y="0"/>
                    </a:moveTo>
                    <a:lnTo>
                      <a:pt x="1" y="325"/>
                    </a:lnTo>
                    <a:lnTo>
                      <a:pt x="2199" y="325"/>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2" name="Google Shape;462;p19"/>
              <p:cNvSpPr/>
              <p:nvPr/>
            </p:nvSpPr>
            <p:spPr>
              <a:xfrm>
                <a:off x="7890681" y="4132100"/>
                <a:ext cx="184060" cy="34805"/>
              </a:xfrm>
              <a:custGeom>
                <a:avLst/>
                <a:gdLst/>
                <a:ahLst/>
                <a:cxnLst/>
                <a:rect l="l" t="t" r="r" b="b"/>
                <a:pathLst>
                  <a:path w="2311" h="437" extrusionOk="0">
                    <a:moveTo>
                      <a:pt x="2199" y="121"/>
                    </a:moveTo>
                    <a:lnTo>
                      <a:pt x="2199" y="316"/>
                    </a:lnTo>
                    <a:lnTo>
                      <a:pt x="121" y="316"/>
                    </a:lnTo>
                    <a:lnTo>
                      <a:pt x="121" y="121"/>
                    </a:lnTo>
                    <a:close/>
                    <a:moveTo>
                      <a:pt x="56" y="1"/>
                    </a:moveTo>
                    <a:cubicBezTo>
                      <a:pt x="47" y="1"/>
                      <a:pt x="28" y="10"/>
                      <a:pt x="19" y="19"/>
                    </a:cubicBezTo>
                    <a:cubicBezTo>
                      <a:pt x="10" y="28"/>
                      <a:pt x="0" y="47"/>
                      <a:pt x="0" y="56"/>
                    </a:cubicBezTo>
                    <a:lnTo>
                      <a:pt x="0" y="381"/>
                    </a:lnTo>
                    <a:cubicBezTo>
                      <a:pt x="0" y="409"/>
                      <a:pt x="28" y="437"/>
                      <a:pt x="56" y="437"/>
                    </a:cubicBezTo>
                    <a:lnTo>
                      <a:pt x="2254" y="437"/>
                    </a:lnTo>
                    <a:cubicBezTo>
                      <a:pt x="2273" y="437"/>
                      <a:pt x="2282" y="427"/>
                      <a:pt x="2292" y="418"/>
                    </a:cubicBezTo>
                    <a:cubicBezTo>
                      <a:pt x="2310" y="409"/>
                      <a:pt x="2310" y="390"/>
                      <a:pt x="2310" y="381"/>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3" name="Google Shape;463;p19"/>
              <p:cNvSpPr/>
              <p:nvPr/>
            </p:nvSpPr>
            <p:spPr>
              <a:xfrm>
                <a:off x="7895061" y="4064163"/>
                <a:ext cx="175219" cy="25168"/>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4" name="Google Shape;464;p19"/>
              <p:cNvSpPr/>
              <p:nvPr/>
            </p:nvSpPr>
            <p:spPr>
              <a:xfrm>
                <a:off x="7890681" y="4059703"/>
                <a:ext cx="184060" cy="34805"/>
              </a:xfrm>
              <a:custGeom>
                <a:avLst/>
                <a:gdLst/>
                <a:ahLst/>
                <a:cxnLst/>
                <a:rect l="l" t="t" r="r" b="b"/>
                <a:pathLst>
                  <a:path w="2311" h="437" extrusionOk="0">
                    <a:moveTo>
                      <a:pt x="2199" y="112"/>
                    </a:moveTo>
                    <a:lnTo>
                      <a:pt x="2199" y="316"/>
                    </a:lnTo>
                    <a:lnTo>
                      <a:pt x="121" y="316"/>
                    </a:lnTo>
                    <a:lnTo>
                      <a:pt x="121" y="112"/>
                    </a:lnTo>
                    <a:close/>
                    <a:moveTo>
                      <a:pt x="56" y="1"/>
                    </a:moveTo>
                    <a:cubicBezTo>
                      <a:pt x="47" y="1"/>
                      <a:pt x="28" y="10"/>
                      <a:pt x="19" y="19"/>
                    </a:cubicBezTo>
                    <a:cubicBezTo>
                      <a:pt x="10" y="28"/>
                      <a:pt x="0" y="38"/>
                      <a:pt x="0" y="56"/>
                    </a:cubicBezTo>
                    <a:lnTo>
                      <a:pt x="0" y="372"/>
                    </a:lnTo>
                    <a:cubicBezTo>
                      <a:pt x="0" y="409"/>
                      <a:pt x="28" y="437"/>
                      <a:pt x="56" y="437"/>
                    </a:cubicBezTo>
                    <a:lnTo>
                      <a:pt x="2254" y="437"/>
                    </a:lnTo>
                    <a:cubicBezTo>
                      <a:pt x="2273" y="437"/>
                      <a:pt x="2282" y="427"/>
                      <a:pt x="2292" y="418"/>
                    </a:cubicBezTo>
                    <a:cubicBezTo>
                      <a:pt x="2310" y="409"/>
                      <a:pt x="2310" y="390"/>
                      <a:pt x="2310" y="372"/>
                    </a:cubicBezTo>
                    <a:lnTo>
                      <a:pt x="2310" y="56"/>
                    </a:lnTo>
                    <a:cubicBezTo>
                      <a:pt x="2310" y="28"/>
                      <a:pt x="2282"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5" name="Google Shape;465;p19"/>
              <p:cNvSpPr/>
              <p:nvPr/>
            </p:nvSpPr>
            <p:spPr>
              <a:xfrm>
                <a:off x="7475415" y="3969546"/>
                <a:ext cx="156025" cy="115326"/>
              </a:xfrm>
              <a:custGeom>
                <a:avLst/>
                <a:gdLst/>
                <a:ahLst/>
                <a:cxnLst/>
                <a:rect l="l" t="t" r="r" b="b"/>
                <a:pathLst>
                  <a:path w="1959" h="1448" extrusionOk="0">
                    <a:moveTo>
                      <a:pt x="975" y="1"/>
                    </a:moveTo>
                    <a:cubicBezTo>
                      <a:pt x="437" y="1"/>
                      <a:pt x="1" y="437"/>
                      <a:pt x="1" y="975"/>
                    </a:cubicBezTo>
                    <a:lnTo>
                      <a:pt x="1" y="1448"/>
                    </a:lnTo>
                    <a:lnTo>
                      <a:pt x="353" y="1448"/>
                    </a:lnTo>
                    <a:lnTo>
                      <a:pt x="353" y="975"/>
                    </a:lnTo>
                    <a:cubicBezTo>
                      <a:pt x="353" y="632"/>
                      <a:pt x="641" y="353"/>
                      <a:pt x="984" y="353"/>
                    </a:cubicBezTo>
                    <a:cubicBezTo>
                      <a:pt x="1327" y="353"/>
                      <a:pt x="1606" y="632"/>
                      <a:pt x="1606" y="975"/>
                    </a:cubicBezTo>
                    <a:lnTo>
                      <a:pt x="1606" y="1448"/>
                    </a:lnTo>
                    <a:lnTo>
                      <a:pt x="1958" y="1448"/>
                    </a:lnTo>
                    <a:lnTo>
                      <a:pt x="1958" y="975"/>
                    </a:lnTo>
                    <a:cubicBezTo>
                      <a:pt x="1958" y="437"/>
                      <a:pt x="1513" y="1"/>
                      <a:pt x="9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6" name="Google Shape;466;p19"/>
              <p:cNvSpPr/>
              <p:nvPr/>
            </p:nvSpPr>
            <p:spPr>
              <a:xfrm>
                <a:off x="7471035" y="3964369"/>
                <a:ext cx="164786" cy="125680"/>
              </a:xfrm>
              <a:custGeom>
                <a:avLst/>
                <a:gdLst/>
                <a:ahLst/>
                <a:cxnLst/>
                <a:rect l="l" t="t" r="r" b="b"/>
                <a:pathLst>
                  <a:path w="2069" h="1578" extrusionOk="0">
                    <a:moveTo>
                      <a:pt x="1039" y="121"/>
                    </a:moveTo>
                    <a:cubicBezTo>
                      <a:pt x="1540" y="121"/>
                      <a:pt x="1948" y="530"/>
                      <a:pt x="1948" y="1040"/>
                    </a:cubicBezTo>
                    <a:lnTo>
                      <a:pt x="1948" y="1457"/>
                    </a:lnTo>
                    <a:lnTo>
                      <a:pt x="1716" y="1457"/>
                    </a:lnTo>
                    <a:lnTo>
                      <a:pt x="1716" y="1040"/>
                    </a:lnTo>
                    <a:cubicBezTo>
                      <a:pt x="1716" y="660"/>
                      <a:pt x="1410" y="353"/>
                      <a:pt x="1030" y="353"/>
                    </a:cubicBezTo>
                    <a:cubicBezTo>
                      <a:pt x="659" y="353"/>
                      <a:pt x="353" y="660"/>
                      <a:pt x="353" y="1040"/>
                    </a:cubicBezTo>
                    <a:lnTo>
                      <a:pt x="353" y="1457"/>
                    </a:lnTo>
                    <a:lnTo>
                      <a:pt x="121" y="1457"/>
                    </a:lnTo>
                    <a:lnTo>
                      <a:pt x="121" y="1040"/>
                    </a:lnTo>
                    <a:cubicBezTo>
                      <a:pt x="121" y="530"/>
                      <a:pt x="529" y="121"/>
                      <a:pt x="1039" y="121"/>
                    </a:cubicBezTo>
                    <a:close/>
                    <a:moveTo>
                      <a:pt x="1039" y="1"/>
                    </a:moveTo>
                    <a:cubicBezTo>
                      <a:pt x="464" y="1"/>
                      <a:pt x="0" y="465"/>
                      <a:pt x="0" y="1040"/>
                    </a:cubicBezTo>
                    <a:lnTo>
                      <a:pt x="0" y="1513"/>
                    </a:lnTo>
                    <a:cubicBezTo>
                      <a:pt x="0" y="1550"/>
                      <a:pt x="28" y="1578"/>
                      <a:pt x="65" y="1578"/>
                    </a:cubicBezTo>
                    <a:lnTo>
                      <a:pt x="418" y="1578"/>
                    </a:lnTo>
                    <a:cubicBezTo>
                      <a:pt x="445" y="1578"/>
                      <a:pt x="473" y="1550"/>
                      <a:pt x="473" y="1513"/>
                    </a:cubicBezTo>
                    <a:lnTo>
                      <a:pt x="473" y="1040"/>
                    </a:lnTo>
                    <a:cubicBezTo>
                      <a:pt x="473" y="724"/>
                      <a:pt x="724" y="474"/>
                      <a:pt x="1039" y="474"/>
                    </a:cubicBezTo>
                    <a:cubicBezTo>
                      <a:pt x="1345" y="474"/>
                      <a:pt x="1605" y="724"/>
                      <a:pt x="1605" y="1040"/>
                    </a:cubicBezTo>
                    <a:lnTo>
                      <a:pt x="1605" y="1513"/>
                    </a:lnTo>
                    <a:cubicBezTo>
                      <a:pt x="1605" y="1550"/>
                      <a:pt x="1624" y="1578"/>
                      <a:pt x="1661" y="1578"/>
                    </a:cubicBezTo>
                    <a:lnTo>
                      <a:pt x="2013" y="1578"/>
                    </a:lnTo>
                    <a:cubicBezTo>
                      <a:pt x="2041" y="1578"/>
                      <a:pt x="2069" y="1550"/>
                      <a:pt x="2069" y="1513"/>
                    </a:cubicBezTo>
                    <a:lnTo>
                      <a:pt x="2069" y="1040"/>
                    </a:lnTo>
                    <a:cubicBezTo>
                      <a:pt x="2069" y="465"/>
                      <a:pt x="1605" y="1"/>
                      <a:pt x="10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7" name="Google Shape;467;p19"/>
              <p:cNvSpPr/>
              <p:nvPr/>
            </p:nvSpPr>
            <p:spPr>
              <a:xfrm>
                <a:off x="7437744" y="4085587"/>
                <a:ext cx="231369" cy="192900"/>
              </a:xfrm>
              <a:custGeom>
                <a:avLst/>
                <a:gdLst/>
                <a:ahLst/>
                <a:cxnLst/>
                <a:rect l="l" t="t" r="r" b="b"/>
                <a:pathLst>
                  <a:path w="2905" h="2422" extrusionOk="0">
                    <a:moveTo>
                      <a:pt x="84" y="0"/>
                    </a:moveTo>
                    <a:cubicBezTo>
                      <a:pt x="38" y="0"/>
                      <a:pt x="10" y="37"/>
                      <a:pt x="10" y="74"/>
                    </a:cubicBezTo>
                    <a:lnTo>
                      <a:pt x="10" y="2347"/>
                    </a:lnTo>
                    <a:cubicBezTo>
                      <a:pt x="1" y="2384"/>
                      <a:pt x="38" y="2421"/>
                      <a:pt x="84" y="2421"/>
                    </a:cubicBezTo>
                    <a:lnTo>
                      <a:pt x="2821" y="2421"/>
                    </a:lnTo>
                    <a:cubicBezTo>
                      <a:pt x="2867" y="2421"/>
                      <a:pt x="2904" y="2384"/>
                      <a:pt x="2904" y="2347"/>
                    </a:cubicBezTo>
                    <a:lnTo>
                      <a:pt x="2904" y="74"/>
                    </a:lnTo>
                    <a:cubicBezTo>
                      <a:pt x="2904" y="37"/>
                      <a:pt x="2867" y="0"/>
                      <a:pt x="28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8" name="Google Shape;468;p19"/>
              <p:cNvSpPr/>
              <p:nvPr/>
            </p:nvSpPr>
            <p:spPr>
              <a:xfrm>
                <a:off x="7433283" y="4080411"/>
                <a:ext cx="240209" cy="202537"/>
              </a:xfrm>
              <a:custGeom>
                <a:avLst/>
                <a:gdLst/>
                <a:ahLst/>
                <a:cxnLst/>
                <a:rect l="l" t="t" r="r" b="b"/>
                <a:pathLst>
                  <a:path w="3016" h="2543" extrusionOk="0">
                    <a:moveTo>
                      <a:pt x="2877" y="121"/>
                    </a:moveTo>
                    <a:cubicBezTo>
                      <a:pt x="2895" y="121"/>
                      <a:pt x="2905" y="130"/>
                      <a:pt x="2905" y="139"/>
                    </a:cubicBezTo>
                    <a:lnTo>
                      <a:pt x="2905" y="2412"/>
                    </a:lnTo>
                    <a:cubicBezTo>
                      <a:pt x="2905" y="2421"/>
                      <a:pt x="2886" y="2431"/>
                      <a:pt x="2877" y="2431"/>
                    </a:cubicBezTo>
                    <a:lnTo>
                      <a:pt x="140" y="2431"/>
                    </a:lnTo>
                    <a:cubicBezTo>
                      <a:pt x="131" y="2431"/>
                      <a:pt x="122" y="2421"/>
                      <a:pt x="122" y="2412"/>
                    </a:cubicBezTo>
                    <a:lnTo>
                      <a:pt x="122" y="139"/>
                    </a:lnTo>
                    <a:cubicBezTo>
                      <a:pt x="122" y="130"/>
                      <a:pt x="131" y="121"/>
                      <a:pt x="140" y="121"/>
                    </a:cubicBezTo>
                    <a:close/>
                    <a:moveTo>
                      <a:pt x="140" y="0"/>
                    </a:moveTo>
                    <a:cubicBezTo>
                      <a:pt x="66" y="0"/>
                      <a:pt x="1" y="65"/>
                      <a:pt x="1" y="139"/>
                    </a:cubicBezTo>
                    <a:lnTo>
                      <a:pt x="1" y="2412"/>
                    </a:lnTo>
                    <a:cubicBezTo>
                      <a:pt x="1" y="2486"/>
                      <a:pt x="66" y="2542"/>
                      <a:pt x="140" y="2542"/>
                    </a:cubicBezTo>
                    <a:lnTo>
                      <a:pt x="2877" y="2542"/>
                    </a:lnTo>
                    <a:cubicBezTo>
                      <a:pt x="2951" y="2542"/>
                      <a:pt x="3016" y="2486"/>
                      <a:pt x="3016" y="2412"/>
                    </a:cubicBezTo>
                    <a:lnTo>
                      <a:pt x="3016" y="139"/>
                    </a:lnTo>
                    <a:cubicBezTo>
                      <a:pt x="3016" y="65"/>
                      <a:pt x="2951" y="0"/>
                      <a:pt x="2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9" name="Google Shape;469;p19"/>
              <p:cNvSpPr/>
              <p:nvPr/>
            </p:nvSpPr>
            <p:spPr>
              <a:xfrm>
                <a:off x="7532361" y="4141737"/>
                <a:ext cx="42132" cy="80601"/>
              </a:xfrm>
              <a:custGeom>
                <a:avLst/>
                <a:gdLst/>
                <a:ahLst/>
                <a:cxnLst/>
                <a:rect l="l" t="t" r="r" b="b"/>
                <a:pathLst>
                  <a:path w="529" h="1012" extrusionOk="0">
                    <a:moveTo>
                      <a:pt x="269" y="0"/>
                    </a:moveTo>
                    <a:cubicBezTo>
                      <a:pt x="121" y="0"/>
                      <a:pt x="0" y="121"/>
                      <a:pt x="0" y="269"/>
                    </a:cubicBezTo>
                    <a:cubicBezTo>
                      <a:pt x="0" y="371"/>
                      <a:pt x="56" y="464"/>
                      <a:pt x="148" y="510"/>
                    </a:cubicBezTo>
                    <a:lnTo>
                      <a:pt x="37" y="900"/>
                    </a:lnTo>
                    <a:cubicBezTo>
                      <a:pt x="28" y="956"/>
                      <a:pt x="65" y="1011"/>
                      <a:pt x="121" y="1011"/>
                    </a:cubicBezTo>
                    <a:lnTo>
                      <a:pt x="427" y="1011"/>
                    </a:lnTo>
                    <a:cubicBezTo>
                      <a:pt x="482" y="1011"/>
                      <a:pt x="520" y="956"/>
                      <a:pt x="510" y="900"/>
                    </a:cubicBezTo>
                    <a:lnTo>
                      <a:pt x="390" y="501"/>
                    </a:lnTo>
                    <a:cubicBezTo>
                      <a:pt x="473" y="455"/>
                      <a:pt x="529" y="371"/>
                      <a:pt x="529" y="269"/>
                    </a:cubicBezTo>
                    <a:cubicBezTo>
                      <a:pt x="529" y="121"/>
                      <a:pt x="417" y="0"/>
                      <a:pt x="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0" name="Google Shape;470;p19"/>
              <p:cNvSpPr/>
              <p:nvPr/>
            </p:nvSpPr>
            <p:spPr>
              <a:xfrm>
                <a:off x="7527901" y="4137277"/>
                <a:ext cx="51769" cy="89521"/>
              </a:xfrm>
              <a:custGeom>
                <a:avLst/>
                <a:gdLst/>
                <a:ahLst/>
                <a:cxnLst/>
                <a:rect l="l" t="t" r="r" b="b"/>
                <a:pathLst>
                  <a:path w="650" h="1124" extrusionOk="0">
                    <a:moveTo>
                      <a:pt x="325" y="121"/>
                    </a:moveTo>
                    <a:cubicBezTo>
                      <a:pt x="436" y="121"/>
                      <a:pt x="529" y="214"/>
                      <a:pt x="529" y="325"/>
                    </a:cubicBezTo>
                    <a:cubicBezTo>
                      <a:pt x="529" y="399"/>
                      <a:pt x="492" y="474"/>
                      <a:pt x="418" y="511"/>
                    </a:cubicBezTo>
                    <a:cubicBezTo>
                      <a:pt x="399" y="520"/>
                      <a:pt x="390" y="548"/>
                      <a:pt x="390" y="576"/>
                    </a:cubicBezTo>
                    <a:lnTo>
                      <a:pt x="511" y="975"/>
                    </a:lnTo>
                    <a:cubicBezTo>
                      <a:pt x="511" y="984"/>
                      <a:pt x="501" y="993"/>
                      <a:pt x="501" y="993"/>
                    </a:cubicBezTo>
                    <a:cubicBezTo>
                      <a:pt x="501" y="1002"/>
                      <a:pt x="492" y="1002"/>
                      <a:pt x="483" y="1002"/>
                    </a:cubicBezTo>
                    <a:lnTo>
                      <a:pt x="177" y="1002"/>
                    </a:lnTo>
                    <a:cubicBezTo>
                      <a:pt x="158" y="1002"/>
                      <a:pt x="158" y="1002"/>
                      <a:pt x="158" y="993"/>
                    </a:cubicBezTo>
                    <a:cubicBezTo>
                      <a:pt x="149" y="993"/>
                      <a:pt x="149" y="984"/>
                      <a:pt x="149" y="975"/>
                    </a:cubicBezTo>
                    <a:lnTo>
                      <a:pt x="260" y="576"/>
                    </a:lnTo>
                    <a:cubicBezTo>
                      <a:pt x="269" y="548"/>
                      <a:pt x="260" y="520"/>
                      <a:pt x="232" y="511"/>
                    </a:cubicBezTo>
                    <a:cubicBezTo>
                      <a:pt x="158" y="474"/>
                      <a:pt x="112" y="409"/>
                      <a:pt x="112" y="325"/>
                    </a:cubicBezTo>
                    <a:cubicBezTo>
                      <a:pt x="112" y="214"/>
                      <a:pt x="204" y="121"/>
                      <a:pt x="325" y="121"/>
                    </a:cubicBezTo>
                    <a:close/>
                    <a:moveTo>
                      <a:pt x="325" y="1"/>
                    </a:moveTo>
                    <a:cubicBezTo>
                      <a:pt x="140" y="1"/>
                      <a:pt x="0" y="149"/>
                      <a:pt x="0" y="325"/>
                    </a:cubicBezTo>
                    <a:cubicBezTo>
                      <a:pt x="0" y="427"/>
                      <a:pt x="47" y="529"/>
                      <a:pt x="140" y="594"/>
                    </a:cubicBezTo>
                    <a:lnTo>
                      <a:pt x="37" y="947"/>
                    </a:lnTo>
                    <a:cubicBezTo>
                      <a:pt x="28" y="984"/>
                      <a:pt x="28" y="1030"/>
                      <a:pt x="56" y="1067"/>
                    </a:cubicBezTo>
                    <a:cubicBezTo>
                      <a:pt x="84" y="1105"/>
                      <a:pt x="130" y="1123"/>
                      <a:pt x="167" y="1123"/>
                    </a:cubicBezTo>
                    <a:lnTo>
                      <a:pt x="483" y="1123"/>
                    </a:lnTo>
                    <a:cubicBezTo>
                      <a:pt x="529" y="1123"/>
                      <a:pt x="566" y="1105"/>
                      <a:pt x="594" y="1067"/>
                    </a:cubicBezTo>
                    <a:cubicBezTo>
                      <a:pt x="622" y="1030"/>
                      <a:pt x="631" y="984"/>
                      <a:pt x="613" y="947"/>
                    </a:cubicBezTo>
                    <a:lnTo>
                      <a:pt x="520" y="585"/>
                    </a:lnTo>
                    <a:cubicBezTo>
                      <a:pt x="594" y="520"/>
                      <a:pt x="650" y="427"/>
                      <a:pt x="650" y="325"/>
                    </a:cubicBezTo>
                    <a:cubicBezTo>
                      <a:pt x="650" y="140"/>
                      <a:pt x="501" y="1"/>
                      <a:pt x="3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71" name="Google Shape;471;p19"/>
            <p:cNvGrpSpPr/>
            <p:nvPr/>
          </p:nvGrpSpPr>
          <p:grpSpPr>
            <a:xfrm flipH="1">
              <a:off x="3725955" y="3512636"/>
              <a:ext cx="1329443" cy="916475"/>
              <a:chOff x="713230" y="2963286"/>
              <a:chExt cx="1329443" cy="916475"/>
            </a:xfrm>
          </p:grpSpPr>
          <p:sp>
            <p:nvSpPr>
              <p:cNvPr id="472" name="Google Shape;472;p19"/>
              <p:cNvSpPr/>
              <p:nvPr/>
            </p:nvSpPr>
            <p:spPr>
              <a:xfrm>
                <a:off x="803044" y="2963286"/>
                <a:ext cx="9516" cy="59929"/>
              </a:xfrm>
              <a:custGeom>
                <a:avLst/>
                <a:gdLst/>
                <a:ahLst/>
                <a:cxnLst/>
                <a:rect l="l" t="t" r="r" b="b"/>
                <a:pathLst>
                  <a:path w="121" h="762" extrusionOk="0">
                    <a:moveTo>
                      <a:pt x="56" y="1"/>
                    </a:moveTo>
                    <a:cubicBezTo>
                      <a:pt x="28" y="1"/>
                      <a:pt x="0" y="28"/>
                      <a:pt x="0" y="56"/>
                    </a:cubicBezTo>
                    <a:lnTo>
                      <a:pt x="0" y="696"/>
                    </a:lnTo>
                    <a:cubicBezTo>
                      <a:pt x="0" y="734"/>
                      <a:pt x="28" y="761"/>
                      <a:pt x="56" y="761"/>
                    </a:cubicBezTo>
                    <a:cubicBezTo>
                      <a:pt x="93" y="761"/>
                      <a:pt x="121" y="734"/>
                      <a:pt x="121" y="696"/>
                    </a:cubicBezTo>
                    <a:lnTo>
                      <a:pt x="121" y="56"/>
                    </a:lnTo>
                    <a:cubicBezTo>
                      <a:pt x="121" y="28"/>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3" name="Google Shape;473;p19"/>
              <p:cNvSpPr/>
              <p:nvPr/>
            </p:nvSpPr>
            <p:spPr>
              <a:xfrm>
                <a:off x="803044" y="3093131"/>
                <a:ext cx="9516" cy="59222"/>
              </a:xfrm>
              <a:custGeom>
                <a:avLst/>
                <a:gdLst/>
                <a:ahLst/>
                <a:cxnLst/>
                <a:rect l="l" t="t" r="r" b="b"/>
                <a:pathLst>
                  <a:path w="121" h="753" extrusionOk="0">
                    <a:moveTo>
                      <a:pt x="56" y="1"/>
                    </a:moveTo>
                    <a:cubicBezTo>
                      <a:pt x="28" y="1"/>
                      <a:pt x="0" y="19"/>
                      <a:pt x="0" y="57"/>
                    </a:cubicBezTo>
                    <a:lnTo>
                      <a:pt x="0" y="697"/>
                    </a:lnTo>
                    <a:cubicBezTo>
                      <a:pt x="0" y="724"/>
                      <a:pt x="28" y="752"/>
                      <a:pt x="56" y="752"/>
                    </a:cubicBezTo>
                    <a:cubicBezTo>
                      <a:pt x="93" y="752"/>
                      <a:pt x="121" y="724"/>
                      <a:pt x="121" y="697"/>
                    </a:cubicBezTo>
                    <a:lnTo>
                      <a:pt x="121" y="57"/>
                    </a:lnTo>
                    <a:cubicBezTo>
                      <a:pt x="121" y="19"/>
                      <a:pt x="93" y="1"/>
                      <a:pt x="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4" name="Google Shape;474;p19"/>
              <p:cNvSpPr/>
              <p:nvPr/>
            </p:nvSpPr>
            <p:spPr>
              <a:xfrm>
                <a:off x="842367" y="3053021"/>
                <a:ext cx="59929" cy="9595"/>
              </a:xfrm>
              <a:custGeom>
                <a:avLst/>
                <a:gdLst/>
                <a:ahLst/>
                <a:cxnLst/>
                <a:rect l="l" t="t" r="r" b="b"/>
                <a:pathLst>
                  <a:path w="762" h="122" extrusionOk="0">
                    <a:moveTo>
                      <a:pt x="66" y="1"/>
                    </a:moveTo>
                    <a:cubicBezTo>
                      <a:pt x="29" y="1"/>
                      <a:pt x="1" y="29"/>
                      <a:pt x="1" y="66"/>
                    </a:cubicBezTo>
                    <a:cubicBezTo>
                      <a:pt x="1" y="93"/>
                      <a:pt x="29" y="121"/>
                      <a:pt x="66" y="121"/>
                    </a:cubicBezTo>
                    <a:lnTo>
                      <a:pt x="706" y="121"/>
                    </a:lnTo>
                    <a:cubicBezTo>
                      <a:pt x="734" y="121"/>
                      <a:pt x="762" y="93"/>
                      <a:pt x="762" y="66"/>
                    </a:cubicBezTo>
                    <a:cubicBezTo>
                      <a:pt x="762" y="29"/>
                      <a:pt x="734" y="1"/>
                      <a:pt x="7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5" name="Google Shape;475;p19"/>
              <p:cNvSpPr/>
              <p:nvPr/>
            </p:nvSpPr>
            <p:spPr>
              <a:xfrm>
                <a:off x="713230" y="3053021"/>
                <a:ext cx="59222" cy="9595"/>
              </a:xfrm>
              <a:custGeom>
                <a:avLst/>
                <a:gdLst/>
                <a:ahLst/>
                <a:cxnLst/>
                <a:rect l="l" t="t" r="r" b="b"/>
                <a:pathLst>
                  <a:path w="753" h="122" extrusionOk="0">
                    <a:moveTo>
                      <a:pt x="57" y="1"/>
                    </a:moveTo>
                    <a:cubicBezTo>
                      <a:pt x="29" y="1"/>
                      <a:pt x="1" y="29"/>
                      <a:pt x="1" y="66"/>
                    </a:cubicBezTo>
                    <a:cubicBezTo>
                      <a:pt x="1" y="93"/>
                      <a:pt x="29" y="121"/>
                      <a:pt x="57" y="121"/>
                    </a:cubicBezTo>
                    <a:lnTo>
                      <a:pt x="697" y="121"/>
                    </a:lnTo>
                    <a:cubicBezTo>
                      <a:pt x="734" y="121"/>
                      <a:pt x="752" y="93"/>
                      <a:pt x="752" y="66"/>
                    </a:cubicBezTo>
                    <a:cubicBezTo>
                      <a:pt x="752" y="29"/>
                      <a:pt x="734" y="1"/>
                      <a:pt x="6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6" name="Google Shape;476;p19"/>
              <p:cNvSpPr/>
              <p:nvPr/>
            </p:nvSpPr>
            <p:spPr>
              <a:xfrm>
                <a:off x="743902" y="3085896"/>
                <a:ext cx="35863" cy="35785"/>
              </a:xfrm>
              <a:custGeom>
                <a:avLst/>
                <a:gdLst/>
                <a:ahLst/>
                <a:cxnLst/>
                <a:rect l="l" t="t" r="r" b="b"/>
                <a:pathLst>
                  <a:path w="456" h="455" extrusionOk="0">
                    <a:moveTo>
                      <a:pt x="1"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7" name="Google Shape;477;p19"/>
              <p:cNvSpPr/>
              <p:nvPr/>
            </p:nvSpPr>
            <p:spPr>
              <a:xfrm>
                <a:off x="738790" y="3081098"/>
                <a:ext cx="46087" cy="44986"/>
              </a:xfrm>
              <a:custGeom>
                <a:avLst/>
                <a:gdLst/>
                <a:ahLst/>
                <a:cxnLst/>
                <a:rect l="l" t="t" r="r" b="b"/>
                <a:pathLst>
                  <a:path w="586" h="572" extrusionOk="0">
                    <a:moveTo>
                      <a:pt x="521" y="1"/>
                    </a:moveTo>
                    <a:cubicBezTo>
                      <a:pt x="506" y="1"/>
                      <a:pt x="492" y="5"/>
                      <a:pt x="483" y="15"/>
                    </a:cubicBezTo>
                    <a:lnTo>
                      <a:pt x="28" y="469"/>
                    </a:lnTo>
                    <a:cubicBezTo>
                      <a:pt x="1" y="497"/>
                      <a:pt x="1" y="534"/>
                      <a:pt x="28" y="553"/>
                    </a:cubicBezTo>
                    <a:cubicBezTo>
                      <a:pt x="38" y="562"/>
                      <a:pt x="47" y="571"/>
                      <a:pt x="66" y="571"/>
                    </a:cubicBezTo>
                    <a:cubicBezTo>
                      <a:pt x="84" y="571"/>
                      <a:pt x="93" y="562"/>
                      <a:pt x="112" y="553"/>
                    </a:cubicBezTo>
                    <a:lnTo>
                      <a:pt x="567" y="98"/>
                    </a:lnTo>
                    <a:cubicBezTo>
                      <a:pt x="585" y="80"/>
                      <a:pt x="585" y="43"/>
                      <a:pt x="567" y="15"/>
                    </a:cubicBezTo>
                    <a:cubicBezTo>
                      <a:pt x="553" y="5"/>
                      <a:pt x="536" y="1"/>
                      <a:pt x="5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8" name="Google Shape;478;p19"/>
              <p:cNvSpPr/>
              <p:nvPr/>
            </p:nvSpPr>
            <p:spPr>
              <a:xfrm>
                <a:off x="835840" y="2993958"/>
                <a:ext cx="35785" cy="35785"/>
              </a:xfrm>
              <a:custGeom>
                <a:avLst/>
                <a:gdLst/>
                <a:ahLst/>
                <a:cxnLst/>
                <a:rect l="l" t="t" r="r" b="b"/>
                <a:pathLst>
                  <a:path w="455" h="455" extrusionOk="0">
                    <a:moveTo>
                      <a:pt x="0" y="455"/>
                    </a:moveTo>
                    <a:lnTo>
                      <a:pt x="455" y="0"/>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9" name="Google Shape;479;p19"/>
              <p:cNvSpPr/>
              <p:nvPr/>
            </p:nvSpPr>
            <p:spPr>
              <a:xfrm>
                <a:off x="830728" y="2989396"/>
                <a:ext cx="46009" cy="45458"/>
              </a:xfrm>
              <a:custGeom>
                <a:avLst/>
                <a:gdLst/>
                <a:ahLst/>
                <a:cxnLst/>
                <a:rect l="l" t="t" r="r" b="b"/>
                <a:pathLst>
                  <a:path w="585" h="578" extrusionOk="0">
                    <a:moveTo>
                      <a:pt x="519" y="0"/>
                    </a:moveTo>
                    <a:cubicBezTo>
                      <a:pt x="504" y="0"/>
                      <a:pt x="488" y="7"/>
                      <a:pt x="474" y="21"/>
                    </a:cubicBezTo>
                    <a:lnTo>
                      <a:pt x="19" y="476"/>
                    </a:lnTo>
                    <a:cubicBezTo>
                      <a:pt x="1" y="494"/>
                      <a:pt x="1" y="531"/>
                      <a:pt x="19" y="559"/>
                    </a:cubicBezTo>
                    <a:cubicBezTo>
                      <a:pt x="28" y="568"/>
                      <a:pt x="47" y="578"/>
                      <a:pt x="65" y="578"/>
                    </a:cubicBezTo>
                    <a:cubicBezTo>
                      <a:pt x="75" y="578"/>
                      <a:pt x="93" y="568"/>
                      <a:pt x="103" y="559"/>
                    </a:cubicBezTo>
                    <a:lnTo>
                      <a:pt x="557" y="105"/>
                    </a:lnTo>
                    <a:cubicBezTo>
                      <a:pt x="585" y="77"/>
                      <a:pt x="585" y="40"/>
                      <a:pt x="557" y="21"/>
                    </a:cubicBezTo>
                    <a:cubicBezTo>
                      <a:pt x="548" y="7"/>
                      <a:pt x="534" y="0"/>
                      <a:pt x="5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0" name="Google Shape;480;p19"/>
              <p:cNvSpPr/>
              <p:nvPr/>
            </p:nvSpPr>
            <p:spPr>
              <a:xfrm>
                <a:off x="743902" y="2993958"/>
                <a:ext cx="35863" cy="35785"/>
              </a:xfrm>
              <a:custGeom>
                <a:avLst/>
                <a:gdLst/>
                <a:ahLst/>
                <a:cxnLst/>
                <a:rect l="l" t="t" r="r" b="b"/>
                <a:pathLst>
                  <a:path w="456" h="455" extrusionOk="0">
                    <a:moveTo>
                      <a:pt x="1"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1" name="Google Shape;481;p19"/>
              <p:cNvSpPr/>
              <p:nvPr/>
            </p:nvSpPr>
            <p:spPr>
              <a:xfrm>
                <a:off x="738790" y="2989396"/>
                <a:ext cx="46087" cy="45458"/>
              </a:xfrm>
              <a:custGeom>
                <a:avLst/>
                <a:gdLst/>
                <a:ahLst/>
                <a:cxnLst/>
                <a:rect l="l" t="t" r="r" b="b"/>
                <a:pathLst>
                  <a:path w="586" h="578" extrusionOk="0">
                    <a:moveTo>
                      <a:pt x="67" y="0"/>
                    </a:moveTo>
                    <a:cubicBezTo>
                      <a:pt x="52" y="0"/>
                      <a:pt x="38" y="7"/>
                      <a:pt x="28" y="21"/>
                    </a:cubicBezTo>
                    <a:cubicBezTo>
                      <a:pt x="1" y="40"/>
                      <a:pt x="1" y="77"/>
                      <a:pt x="28" y="105"/>
                    </a:cubicBezTo>
                    <a:lnTo>
                      <a:pt x="483" y="559"/>
                    </a:lnTo>
                    <a:cubicBezTo>
                      <a:pt x="492" y="568"/>
                      <a:pt x="502" y="578"/>
                      <a:pt x="520" y="578"/>
                    </a:cubicBezTo>
                    <a:cubicBezTo>
                      <a:pt x="539" y="578"/>
                      <a:pt x="548" y="568"/>
                      <a:pt x="567" y="559"/>
                    </a:cubicBezTo>
                    <a:cubicBezTo>
                      <a:pt x="585" y="531"/>
                      <a:pt x="585" y="494"/>
                      <a:pt x="567" y="476"/>
                    </a:cubicBezTo>
                    <a:lnTo>
                      <a:pt x="112" y="21"/>
                    </a:lnTo>
                    <a:cubicBezTo>
                      <a:pt x="98" y="7"/>
                      <a:pt x="82" y="0"/>
                      <a:pt x="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2" name="Google Shape;482;p19"/>
              <p:cNvSpPr/>
              <p:nvPr/>
            </p:nvSpPr>
            <p:spPr>
              <a:xfrm>
                <a:off x="835840" y="3085896"/>
                <a:ext cx="35785" cy="35785"/>
              </a:xfrm>
              <a:custGeom>
                <a:avLst/>
                <a:gdLst/>
                <a:ahLst/>
                <a:cxnLst/>
                <a:rect l="l" t="t" r="r" b="b"/>
                <a:pathLst>
                  <a:path w="455" h="455" extrusionOk="0">
                    <a:moveTo>
                      <a:pt x="0" y="0"/>
                    </a:moveTo>
                    <a:lnTo>
                      <a:pt x="455" y="455"/>
                    </a:lnTo>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3" name="Google Shape;483;p19"/>
              <p:cNvSpPr/>
              <p:nvPr/>
            </p:nvSpPr>
            <p:spPr>
              <a:xfrm>
                <a:off x="830728" y="3081098"/>
                <a:ext cx="46009" cy="44986"/>
              </a:xfrm>
              <a:custGeom>
                <a:avLst/>
                <a:gdLst/>
                <a:ahLst/>
                <a:cxnLst/>
                <a:rect l="l" t="t" r="r" b="b"/>
                <a:pathLst>
                  <a:path w="585" h="572" extrusionOk="0">
                    <a:moveTo>
                      <a:pt x="64" y="1"/>
                    </a:moveTo>
                    <a:cubicBezTo>
                      <a:pt x="49" y="1"/>
                      <a:pt x="33" y="5"/>
                      <a:pt x="19" y="15"/>
                    </a:cubicBezTo>
                    <a:cubicBezTo>
                      <a:pt x="1" y="43"/>
                      <a:pt x="1" y="80"/>
                      <a:pt x="19" y="98"/>
                    </a:cubicBezTo>
                    <a:lnTo>
                      <a:pt x="474" y="553"/>
                    </a:lnTo>
                    <a:cubicBezTo>
                      <a:pt x="483" y="562"/>
                      <a:pt x="501" y="571"/>
                      <a:pt x="520" y="571"/>
                    </a:cubicBezTo>
                    <a:cubicBezTo>
                      <a:pt x="529" y="571"/>
                      <a:pt x="548" y="562"/>
                      <a:pt x="557" y="553"/>
                    </a:cubicBezTo>
                    <a:cubicBezTo>
                      <a:pt x="585" y="534"/>
                      <a:pt x="585" y="497"/>
                      <a:pt x="557" y="469"/>
                    </a:cubicBezTo>
                    <a:lnTo>
                      <a:pt x="103" y="15"/>
                    </a:lnTo>
                    <a:cubicBezTo>
                      <a:pt x="93" y="5"/>
                      <a:pt x="79" y="1"/>
                      <a:pt x="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4" name="Google Shape;484;p19"/>
              <p:cNvSpPr/>
              <p:nvPr/>
            </p:nvSpPr>
            <p:spPr>
              <a:xfrm>
                <a:off x="1099227" y="3149281"/>
                <a:ext cx="70861" cy="71569"/>
              </a:xfrm>
              <a:custGeom>
                <a:avLst/>
                <a:gdLst/>
                <a:ahLst/>
                <a:cxnLst/>
                <a:rect l="l" t="t" r="r" b="b"/>
                <a:pathLst>
                  <a:path w="901" h="910" extrusionOk="0">
                    <a:moveTo>
                      <a:pt x="446" y="121"/>
                    </a:moveTo>
                    <a:cubicBezTo>
                      <a:pt x="631" y="121"/>
                      <a:pt x="789" y="270"/>
                      <a:pt x="789" y="455"/>
                    </a:cubicBezTo>
                    <a:cubicBezTo>
                      <a:pt x="789" y="641"/>
                      <a:pt x="631" y="789"/>
                      <a:pt x="446" y="789"/>
                    </a:cubicBezTo>
                    <a:cubicBezTo>
                      <a:pt x="269" y="789"/>
                      <a:pt x="112" y="641"/>
                      <a:pt x="112" y="455"/>
                    </a:cubicBezTo>
                    <a:cubicBezTo>
                      <a:pt x="112" y="270"/>
                      <a:pt x="269" y="121"/>
                      <a:pt x="446" y="121"/>
                    </a:cubicBezTo>
                    <a:close/>
                    <a:moveTo>
                      <a:pt x="446" y="1"/>
                    </a:moveTo>
                    <a:cubicBezTo>
                      <a:pt x="204" y="1"/>
                      <a:pt x="0" y="205"/>
                      <a:pt x="0" y="455"/>
                    </a:cubicBezTo>
                    <a:cubicBezTo>
                      <a:pt x="0" y="706"/>
                      <a:pt x="204" y="910"/>
                      <a:pt x="446" y="910"/>
                    </a:cubicBezTo>
                    <a:cubicBezTo>
                      <a:pt x="696" y="910"/>
                      <a:pt x="900" y="706"/>
                      <a:pt x="900" y="455"/>
                    </a:cubicBezTo>
                    <a:cubicBezTo>
                      <a:pt x="900" y="205"/>
                      <a:pt x="696" y="1"/>
                      <a:pt x="4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5" name="Google Shape;485;p19"/>
              <p:cNvSpPr/>
              <p:nvPr/>
            </p:nvSpPr>
            <p:spPr>
              <a:xfrm>
                <a:off x="822706" y="3648376"/>
                <a:ext cx="300669" cy="38773"/>
              </a:xfrm>
              <a:custGeom>
                <a:avLst/>
                <a:gdLst/>
                <a:ahLst/>
                <a:cxnLst/>
                <a:rect l="l" t="t" r="r" b="b"/>
                <a:pathLst>
                  <a:path w="3823" h="493" extrusionOk="0">
                    <a:moveTo>
                      <a:pt x="0" y="0"/>
                    </a:moveTo>
                    <a:lnTo>
                      <a:pt x="0" y="492"/>
                    </a:lnTo>
                    <a:lnTo>
                      <a:pt x="3822" y="492"/>
                    </a:lnTo>
                    <a:lnTo>
                      <a:pt x="382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6" name="Google Shape;486;p19"/>
              <p:cNvSpPr/>
              <p:nvPr/>
            </p:nvSpPr>
            <p:spPr>
              <a:xfrm>
                <a:off x="818302" y="3643972"/>
                <a:ext cx="309478" cy="47503"/>
              </a:xfrm>
              <a:custGeom>
                <a:avLst/>
                <a:gdLst/>
                <a:ahLst/>
                <a:cxnLst/>
                <a:rect l="l" t="t" r="r" b="b"/>
                <a:pathLst>
                  <a:path w="3935" h="604" extrusionOk="0">
                    <a:moveTo>
                      <a:pt x="3823" y="121"/>
                    </a:moveTo>
                    <a:lnTo>
                      <a:pt x="3823" y="492"/>
                    </a:lnTo>
                    <a:lnTo>
                      <a:pt x="112" y="492"/>
                    </a:lnTo>
                    <a:lnTo>
                      <a:pt x="112" y="121"/>
                    </a:lnTo>
                    <a:close/>
                    <a:moveTo>
                      <a:pt x="56" y="1"/>
                    </a:moveTo>
                    <a:cubicBezTo>
                      <a:pt x="38" y="1"/>
                      <a:pt x="29" y="10"/>
                      <a:pt x="10" y="19"/>
                    </a:cubicBezTo>
                    <a:cubicBezTo>
                      <a:pt x="1" y="29"/>
                      <a:pt x="1" y="47"/>
                      <a:pt x="1" y="56"/>
                    </a:cubicBezTo>
                    <a:lnTo>
                      <a:pt x="1" y="548"/>
                    </a:lnTo>
                    <a:cubicBezTo>
                      <a:pt x="1" y="585"/>
                      <a:pt x="19" y="604"/>
                      <a:pt x="56" y="604"/>
                    </a:cubicBezTo>
                    <a:lnTo>
                      <a:pt x="3878" y="604"/>
                    </a:lnTo>
                    <a:cubicBezTo>
                      <a:pt x="3906" y="604"/>
                      <a:pt x="3934" y="585"/>
                      <a:pt x="3934" y="548"/>
                    </a:cubicBezTo>
                    <a:lnTo>
                      <a:pt x="3934" y="56"/>
                    </a:lnTo>
                    <a:cubicBezTo>
                      <a:pt x="3934" y="47"/>
                      <a:pt x="3925" y="29"/>
                      <a:pt x="3916" y="19"/>
                    </a:cubicBezTo>
                    <a:cubicBezTo>
                      <a:pt x="3906" y="10"/>
                      <a:pt x="3888" y="1"/>
                      <a:pt x="38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7" name="Google Shape;487;p19"/>
              <p:cNvSpPr/>
              <p:nvPr/>
            </p:nvSpPr>
            <p:spPr>
              <a:xfrm>
                <a:off x="950349" y="357688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8" name="Google Shape;488;p19"/>
              <p:cNvSpPr/>
              <p:nvPr/>
            </p:nvSpPr>
            <p:spPr>
              <a:xfrm>
                <a:off x="946024" y="3572482"/>
                <a:ext cx="181754" cy="33661"/>
              </a:xfrm>
              <a:custGeom>
                <a:avLst/>
                <a:gdLst/>
                <a:ahLst/>
                <a:cxnLst/>
                <a:rect l="l" t="t" r="r" b="b"/>
                <a:pathLst>
                  <a:path w="2311" h="428" extrusionOk="0">
                    <a:moveTo>
                      <a:pt x="2199" y="112"/>
                    </a:moveTo>
                    <a:lnTo>
                      <a:pt x="2199" y="316"/>
                    </a:lnTo>
                    <a:lnTo>
                      <a:pt x="121" y="316"/>
                    </a:lnTo>
                    <a:lnTo>
                      <a:pt x="121" y="112"/>
                    </a:lnTo>
                    <a:close/>
                    <a:moveTo>
                      <a:pt x="56" y="1"/>
                    </a:moveTo>
                    <a:cubicBezTo>
                      <a:pt x="28" y="1"/>
                      <a:pt x="0" y="19"/>
                      <a:pt x="0" y="56"/>
                    </a:cubicBezTo>
                    <a:lnTo>
                      <a:pt x="0" y="372"/>
                    </a:lnTo>
                    <a:cubicBezTo>
                      <a:pt x="0" y="390"/>
                      <a:pt x="10" y="400"/>
                      <a:pt x="19" y="418"/>
                    </a:cubicBezTo>
                    <a:cubicBezTo>
                      <a:pt x="28" y="427"/>
                      <a:pt x="47" y="427"/>
                      <a:pt x="56" y="427"/>
                    </a:cubicBezTo>
                    <a:lnTo>
                      <a:pt x="2254" y="427"/>
                    </a:lnTo>
                    <a:cubicBezTo>
                      <a:pt x="2282" y="427"/>
                      <a:pt x="2310" y="409"/>
                      <a:pt x="2310" y="372"/>
                    </a:cubicBezTo>
                    <a:lnTo>
                      <a:pt x="2310" y="56"/>
                    </a:lnTo>
                    <a:cubicBezTo>
                      <a:pt x="2310" y="38"/>
                      <a:pt x="2301" y="28"/>
                      <a:pt x="2292" y="10"/>
                    </a:cubicBezTo>
                    <a:cubicBezTo>
                      <a:pt x="2282" y="1"/>
                      <a:pt x="2264" y="1"/>
                      <a:pt x="22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9" name="Google Shape;489;p19"/>
              <p:cNvSpPr/>
              <p:nvPr/>
            </p:nvSpPr>
            <p:spPr>
              <a:xfrm>
                <a:off x="950349" y="3505397"/>
                <a:ext cx="173025" cy="24853"/>
              </a:xfrm>
              <a:custGeom>
                <a:avLst/>
                <a:gdLst/>
                <a:ahLst/>
                <a:cxnLst/>
                <a:rect l="l" t="t" r="r" b="b"/>
                <a:pathLst>
                  <a:path w="2200" h="316" extrusionOk="0">
                    <a:moveTo>
                      <a:pt x="1" y="0"/>
                    </a:moveTo>
                    <a:lnTo>
                      <a:pt x="1" y="316"/>
                    </a:lnTo>
                    <a:lnTo>
                      <a:pt x="2199" y="316"/>
                    </a:lnTo>
                    <a:lnTo>
                      <a:pt x="219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0" name="Google Shape;490;p19"/>
              <p:cNvSpPr/>
              <p:nvPr/>
            </p:nvSpPr>
            <p:spPr>
              <a:xfrm>
                <a:off x="946024" y="3500285"/>
                <a:ext cx="181754" cy="34369"/>
              </a:xfrm>
              <a:custGeom>
                <a:avLst/>
                <a:gdLst/>
                <a:ahLst/>
                <a:cxnLst/>
                <a:rect l="l" t="t" r="r" b="b"/>
                <a:pathLst>
                  <a:path w="2311" h="437" extrusionOk="0">
                    <a:moveTo>
                      <a:pt x="2199" y="121"/>
                    </a:moveTo>
                    <a:lnTo>
                      <a:pt x="2199" y="316"/>
                    </a:lnTo>
                    <a:lnTo>
                      <a:pt x="121" y="316"/>
                    </a:lnTo>
                    <a:lnTo>
                      <a:pt x="121" y="121"/>
                    </a:lnTo>
                    <a:close/>
                    <a:moveTo>
                      <a:pt x="56" y="0"/>
                    </a:moveTo>
                    <a:cubicBezTo>
                      <a:pt x="47" y="0"/>
                      <a:pt x="28" y="10"/>
                      <a:pt x="19" y="19"/>
                    </a:cubicBezTo>
                    <a:cubicBezTo>
                      <a:pt x="10" y="28"/>
                      <a:pt x="0" y="47"/>
                      <a:pt x="0" y="65"/>
                    </a:cubicBezTo>
                    <a:lnTo>
                      <a:pt x="0" y="381"/>
                    </a:lnTo>
                    <a:cubicBezTo>
                      <a:pt x="0" y="408"/>
                      <a:pt x="28" y="436"/>
                      <a:pt x="56" y="436"/>
                    </a:cubicBezTo>
                    <a:lnTo>
                      <a:pt x="2254" y="436"/>
                    </a:lnTo>
                    <a:cubicBezTo>
                      <a:pt x="2282" y="436"/>
                      <a:pt x="2310" y="408"/>
                      <a:pt x="2310" y="381"/>
                    </a:cubicBezTo>
                    <a:lnTo>
                      <a:pt x="2310" y="65"/>
                    </a:lnTo>
                    <a:cubicBezTo>
                      <a:pt x="2310" y="47"/>
                      <a:pt x="2301" y="28"/>
                      <a:pt x="2292" y="19"/>
                    </a:cubicBezTo>
                    <a:cubicBezTo>
                      <a:pt x="2282" y="10"/>
                      <a:pt x="2264" y="0"/>
                      <a:pt x="2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1" name="Google Shape;491;p19"/>
              <p:cNvSpPr/>
              <p:nvPr/>
            </p:nvSpPr>
            <p:spPr>
              <a:xfrm>
                <a:off x="1144449" y="3330093"/>
                <a:ext cx="583722" cy="544713"/>
              </a:xfrm>
              <a:custGeom>
                <a:avLst/>
                <a:gdLst/>
                <a:ahLst/>
                <a:cxnLst/>
                <a:rect l="l" t="t" r="r" b="b"/>
                <a:pathLst>
                  <a:path w="7422" h="6926" extrusionOk="0">
                    <a:moveTo>
                      <a:pt x="3714" y="0"/>
                    </a:moveTo>
                    <a:cubicBezTo>
                      <a:pt x="2029" y="0"/>
                      <a:pt x="549" y="1227"/>
                      <a:pt x="288" y="2934"/>
                    </a:cubicBezTo>
                    <a:cubicBezTo>
                      <a:pt x="0" y="4827"/>
                      <a:pt x="1299" y="6599"/>
                      <a:pt x="3182" y="6886"/>
                    </a:cubicBezTo>
                    <a:cubicBezTo>
                      <a:pt x="3359" y="6913"/>
                      <a:pt x="3535" y="6926"/>
                      <a:pt x="3708" y="6926"/>
                    </a:cubicBezTo>
                    <a:cubicBezTo>
                      <a:pt x="5393" y="6926"/>
                      <a:pt x="6874" y="5699"/>
                      <a:pt x="7134" y="3992"/>
                    </a:cubicBezTo>
                    <a:cubicBezTo>
                      <a:pt x="7422" y="2099"/>
                      <a:pt x="6123" y="327"/>
                      <a:pt x="4240" y="40"/>
                    </a:cubicBezTo>
                    <a:cubicBezTo>
                      <a:pt x="4063" y="13"/>
                      <a:pt x="3887" y="0"/>
                      <a:pt x="3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2" name="Google Shape;492;p19"/>
              <p:cNvSpPr/>
              <p:nvPr/>
            </p:nvSpPr>
            <p:spPr>
              <a:xfrm>
                <a:off x="1151763" y="3325532"/>
                <a:ext cx="569880" cy="554229"/>
              </a:xfrm>
              <a:custGeom>
                <a:avLst/>
                <a:gdLst/>
                <a:ahLst/>
                <a:cxnLst/>
                <a:rect l="l" t="t" r="r" b="b"/>
                <a:pathLst>
                  <a:path w="7246" h="7047" extrusionOk="0">
                    <a:moveTo>
                      <a:pt x="3618" y="116"/>
                    </a:moveTo>
                    <a:cubicBezTo>
                      <a:pt x="3785" y="116"/>
                      <a:pt x="3961" y="126"/>
                      <a:pt x="4138" y="154"/>
                    </a:cubicBezTo>
                    <a:cubicBezTo>
                      <a:pt x="5038" y="293"/>
                      <a:pt x="5826" y="775"/>
                      <a:pt x="6364" y="1508"/>
                    </a:cubicBezTo>
                    <a:cubicBezTo>
                      <a:pt x="6902" y="2241"/>
                      <a:pt x="7125" y="3141"/>
                      <a:pt x="6986" y="4040"/>
                    </a:cubicBezTo>
                    <a:cubicBezTo>
                      <a:pt x="6725" y="5720"/>
                      <a:pt x="5271" y="6929"/>
                      <a:pt x="3621" y="6929"/>
                    </a:cubicBezTo>
                    <a:cubicBezTo>
                      <a:pt x="3449" y="6929"/>
                      <a:pt x="3274" y="6916"/>
                      <a:pt x="3099" y="6888"/>
                    </a:cubicBezTo>
                    <a:cubicBezTo>
                      <a:pt x="2199" y="6749"/>
                      <a:pt x="1410" y="6267"/>
                      <a:pt x="872" y="5534"/>
                    </a:cubicBezTo>
                    <a:cubicBezTo>
                      <a:pt x="334" y="4801"/>
                      <a:pt x="112" y="3901"/>
                      <a:pt x="251" y="3002"/>
                    </a:cubicBezTo>
                    <a:cubicBezTo>
                      <a:pt x="510" y="1322"/>
                      <a:pt x="1967" y="116"/>
                      <a:pt x="3618" y="116"/>
                    </a:cubicBezTo>
                    <a:close/>
                    <a:moveTo>
                      <a:pt x="3618" y="1"/>
                    </a:moveTo>
                    <a:cubicBezTo>
                      <a:pt x="1910" y="1"/>
                      <a:pt x="408" y="1252"/>
                      <a:pt x="139" y="2983"/>
                    </a:cubicBezTo>
                    <a:cubicBezTo>
                      <a:pt x="0" y="3920"/>
                      <a:pt x="223" y="4848"/>
                      <a:pt x="780" y="5608"/>
                    </a:cubicBezTo>
                    <a:cubicBezTo>
                      <a:pt x="1336" y="6360"/>
                      <a:pt x="2152" y="6861"/>
                      <a:pt x="3089" y="7000"/>
                    </a:cubicBezTo>
                    <a:cubicBezTo>
                      <a:pt x="3266" y="7028"/>
                      <a:pt x="3442" y="7046"/>
                      <a:pt x="3618" y="7046"/>
                    </a:cubicBezTo>
                    <a:cubicBezTo>
                      <a:pt x="5325" y="7046"/>
                      <a:pt x="6837" y="5794"/>
                      <a:pt x="7097" y="4059"/>
                    </a:cubicBezTo>
                    <a:cubicBezTo>
                      <a:pt x="7245" y="3122"/>
                      <a:pt x="7013" y="2194"/>
                      <a:pt x="6457" y="1434"/>
                    </a:cubicBezTo>
                    <a:cubicBezTo>
                      <a:pt x="5900" y="682"/>
                      <a:pt x="5084" y="181"/>
                      <a:pt x="4156" y="42"/>
                    </a:cubicBezTo>
                    <a:cubicBezTo>
                      <a:pt x="3975" y="14"/>
                      <a:pt x="3795" y="1"/>
                      <a:pt x="36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3" name="Google Shape;493;p19"/>
              <p:cNvSpPr/>
              <p:nvPr/>
            </p:nvSpPr>
            <p:spPr>
              <a:xfrm>
                <a:off x="1152471" y="3313892"/>
                <a:ext cx="621708" cy="544949"/>
              </a:xfrm>
              <a:custGeom>
                <a:avLst/>
                <a:gdLst/>
                <a:ahLst/>
                <a:cxnLst/>
                <a:rect l="l" t="t" r="r" b="b"/>
                <a:pathLst>
                  <a:path w="7905" h="6929" extrusionOk="0">
                    <a:moveTo>
                      <a:pt x="3948" y="1"/>
                    </a:moveTo>
                    <a:cubicBezTo>
                      <a:pt x="3318" y="1"/>
                      <a:pt x="2680" y="173"/>
                      <a:pt x="2106" y="533"/>
                    </a:cubicBezTo>
                    <a:cubicBezTo>
                      <a:pt x="492" y="1554"/>
                      <a:pt x="1" y="3688"/>
                      <a:pt x="1021" y="5311"/>
                    </a:cubicBezTo>
                    <a:cubicBezTo>
                      <a:pt x="1675" y="6354"/>
                      <a:pt x="2801" y="6929"/>
                      <a:pt x="3955" y="6929"/>
                    </a:cubicBezTo>
                    <a:cubicBezTo>
                      <a:pt x="4586" y="6929"/>
                      <a:pt x="5225" y="6757"/>
                      <a:pt x="5798" y="6396"/>
                    </a:cubicBezTo>
                    <a:cubicBezTo>
                      <a:pt x="7413" y="5376"/>
                      <a:pt x="7904" y="3242"/>
                      <a:pt x="6884" y="1619"/>
                    </a:cubicBezTo>
                    <a:cubicBezTo>
                      <a:pt x="6224" y="575"/>
                      <a:pt x="5099" y="1"/>
                      <a:pt x="39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4" name="Google Shape;494;p19"/>
              <p:cNvSpPr/>
              <p:nvPr/>
            </p:nvSpPr>
            <p:spPr>
              <a:xfrm>
                <a:off x="1178739" y="3308938"/>
                <a:ext cx="582306" cy="553993"/>
              </a:xfrm>
              <a:custGeom>
                <a:avLst/>
                <a:gdLst/>
                <a:ahLst/>
                <a:cxnLst/>
                <a:rect l="l" t="t" r="r" b="b"/>
                <a:pathLst>
                  <a:path w="7404" h="7044" extrusionOk="0">
                    <a:moveTo>
                      <a:pt x="3628" y="114"/>
                    </a:moveTo>
                    <a:cubicBezTo>
                      <a:pt x="3795" y="114"/>
                      <a:pt x="3971" y="133"/>
                      <a:pt x="4138" y="160"/>
                    </a:cubicBezTo>
                    <a:cubicBezTo>
                      <a:pt x="5993" y="439"/>
                      <a:pt x="7273" y="2183"/>
                      <a:pt x="6995" y="4038"/>
                    </a:cubicBezTo>
                    <a:cubicBezTo>
                      <a:pt x="6735" y="5718"/>
                      <a:pt x="5280" y="6926"/>
                      <a:pt x="3630" y="6926"/>
                    </a:cubicBezTo>
                    <a:cubicBezTo>
                      <a:pt x="3458" y="6926"/>
                      <a:pt x="3284" y="6913"/>
                      <a:pt x="3108" y="6886"/>
                    </a:cubicBezTo>
                    <a:cubicBezTo>
                      <a:pt x="2208" y="6747"/>
                      <a:pt x="1420" y="6274"/>
                      <a:pt x="882" y="5541"/>
                    </a:cubicBezTo>
                    <a:cubicBezTo>
                      <a:pt x="344" y="4808"/>
                      <a:pt x="121" y="3908"/>
                      <a:pt x="260" y="3008"/>
                    </a:cubicBezTo>
                    <a:cubicBezTo>
                      <a:pt x="520" y="1320"/>
                      <a:pt x="1976" y="114"/>
                      <a:pt x="3628" y="114"/>
                    </a:cubicBezTo>
                    <a:close/>
                    <a:moveTo>
                      <a:pt x="3629" y="0"/>
                    </a:moveTo>
                    <a:cubicBezTo>
                      <a:pt x="1917" y="0"/>
                      <a:pt x="410" y="1247"/>
                      <a:pt x="149" y="2990"/>
                    </a:cubicBezTo>
                    <a:cubicBezTo>
                      <a:pt x="1" y="3918"/>
                      <a:pt x="232" y="4845"/>
                      <a:pt x="789" y="5606"/>
                    </a:cubicBezTo>
                    <a:cubicBezTo>
                      <a:pt x="1346" y="6367"/>
                      <a:pt x="2162" y="6858"/>
                      <a:pt x="3090" y="7007"/>
                    </a:cubicBezTo>
                    <a:cubicBezTo>
                      <a:pt x="3275" y="7034"/>
                      <a:pt x="3451" y="7044"/>
                      <a:pt x="3628" y="7044"/>
                    </a:cubicBezTo>
                    <a:cubicBezTo>
                      <a:pt x="5335" y="7044"/>
                      <a:pt x="6837" y="5791"/>
                      <a:pt x="7106" y="4057"/>
                    </a:cubicBezTo>
                    <a:cubicBezTo>
                      <a:pt x="7403" y="2136"/>
                      <a:pt x="6077" y="337"/>
                      <a:pt x="4156" y="40"/>
                    </a:cubicBezTo>
                    <a:cubicBezTo>
                      <a:pt x="3979" y="13"/>
                      <a:pt x="3803" y="0"/>
                      <a:pt x="3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5" name="Google Shape;495;p19"/>
              <p:cNvSpPr/>
              <p:nvPr/>
            </p:nvSpPr>
            <p:spPr>
              <a:xfrm>
                <a:off x="1563950" y="3370439"/>
                <a:ext cx="117578" cy="119701"/>
              </a:xfrm>
              <a:custGeom>
                <a:avLst/>
                <a:gdLst/>
                <a:ahLst/>
                <a:cxnLst/>
                <a:rect l="l" t="t" r="r" b="b"/>
                <a:pathLst>
                  <a:path w="1495" h="1522" extrusionOk="0">
                    <a:moveTo>
                      <a:pt x="1" y="0"/>
                    </a:moveTo>
                    <a:lnTo>
                      <a:pt x="1494" y="1521"/>
                    </a:lnTo>
                    <a:cubicBezTo>
                      <a:pt x="1197" y="863"/>
                      <a:pt x="678"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6" name="Google Shape;496;p19"/>
              <p:cNvSpPr/>
              <p:nvPr/>
            </p:nvSpPr>
            <p:spPr>
              <a:xfrm>
                <a:off x="1555928" y="3363282"/>
                <a:ext cx="132836" cy="133386"/>
              </a:xfrm>
              <a:custGeom>
                <a:avLst/>
                <a:gdLst/>
                <a:ahLst/>
                <a:cxnLst/>
                <a:rect l="l" t="t" r="r" b="b"/>
                <a:pathLst>
                  <a:path w="1689" h="1696" extrusionOk="0">
                    <a:moveTo>
                      <a:pt x="104" y="0"/>
                    </a:moveTo>
                    <a:cubicBezTo>
                      <a:pt x="71" y="0"/>
                      <a:pt x="42" y="20"/>
                      <a:pt x="28" y="54"/>
                    </a:cubicBezTo>
                    <a:cubicBezTo>
                      <a:pt x="1" y="100"/>
                      <a:pt x="19" y="147"/>
                      <a:pt x="65" y="175"/>
                    </a:cubicBezTo>
                    <a:cubicBezTo>
                      <a:pt x="715" y="471"/>
                      <a:pt x="1225" y="991"/>
                      <a:pt x="1513" y="1650"/>
                    </a:cubicBezTo>
                    <a:cubicBezTo>
                      <a:pt x="1531" y="1677"/>
                      <a:pt x="1559" y="1696"/>
                      <a:pt x="1596" y="1696"/>
                    </a:cubicBezTo>
                    <a:lnTo>
                      <a:pt x="1633" y="1696"/>
                    </a:lnTo>
                    <a:cubicBezTo>
                      <a:pt x="1670" y="1668"/>
                      <a:pt x="1689" y="1622"/>
                      <a:pt x="1670" y="1575"/>
                    </a:cubicBezTo>
                    <a:cubicBezTo>
                      <a:pt x="1364" y="889"/>
                      <a:pt x="826" y="332"/>
                      <a:pt x="140" y="8"/>
                    </a:cubicBezTo>
                    <a:cubicBezTo>
                      <a:pt x="128" y="3"/>
                      <a:pt x="116" y="0"/>
                      <a:pt x="10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7" name="Google Shape;497;p19"/>
              <p:cNvSpPr/>
              <p:nvPr/>
            </p:nvSpPr>
            <p:spPr>
              <a:xfrm>
                <a:off x="1990058" y="3317117"/>
                <a:ext cx="47503" cy="47503"/>
              </a:xfrm>
              <a:custGeom>
                <a:avLst/>
                <a:gdLst/>
                <a:ahLst/>
                <a:cxnLst/>
                <a:rect l="l" t="t" r="r" b="b"/>
                <a:pathLst>
                  <a:path w="604" h="604" extrusionOk="0">
                    <a:moveTo>
                      <a:pt x="158" y="1"/>
                    </a:moveTo>
                    <a:lnTo>
                      <a:pt x="0" y="437"/>
                    </a:lnTo>
                    <a:lnTo>
                      <a:pt x="436" y="604"/>
                    </a:lnTo>
                    <a:lnTo>
                      <a:pt x="603" y="159"/>
                    </a:lnTo>
                    <a:lnTo>
                      <a:pt x="15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8" name="Google Shape;498;p19"/>
              <p:cNvSpPr/>
              <p:nvPr/>
            </p:nvSpPr>
            <p:spPr>
              <a:xfrm>
                <a:off x="1277991" y="3581212"/>
                <a:ext cx="151790" cy="76524"/>
              </a:xfrm>
              <a:custGeom>
                <a:avLst/>
                <a:gdLst/>
                <a:ahLst/>
                <a:cxnLst/>
                <a:rect l="l" t="t" r="r" b="b"/>
                <a:pathLst>
                  <a:path w="1930" h="973" extrusionOk="0">
                    <a:moveTo>
                      <a:pt x="965" y="1"/>
                    </a:moveTo>
                    <a:cubicBezTo>
                      <a:pt x="427" y="1"/>
                      <a:pt x="0" y="437"/>
                      <a:pt x="0" y="966"/>
                    </a:cubicBezTo>
                    <a:cubicBezTo>
                      <a:pt x="0" y="970"/>
                      <a:pt x="483" y="973"/>
                      <a:pt x="965" y="973"/>
                    </a:cubicBezTo>
                    <a:cubicBezTo>
                      <a:pt x="1447" y="973"/>
                      <a:pt x="1930" y="970"/>
                      <a:pt x="1930" y="966"/>
                    </a:cubicBezTo>
                    <a:cubicBezTo>
                      <a:pt x="1930" y="437"/>
                      <a:pt x="1494"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9" name="Google Shape;499;p19"/>
              <p:cNvSpPr/>
              <p:nvPr/>
            </p:nvSpPr>
            <p:spPr>
              <a:xfrm>
                <a:off x="1272879" y="3576887"/>
                <a:ext cx="161306" cy="85411"/>
              </a:xfrm>
              <a:custGeom>
                <a:avLst/>
                <a:gdLst/>
                <a:ahLst/>
                <a:cxnLst/>
                <a:rect l="l" t="t" r="r" b="b"/>
                <a:pathLst>
                  <a:path w="2051" h="1086" extrusionOk="0">
                    <a:moveTo>
                      <a:pt x="1030" y="112"/>
                    </a:moveTo>
                    <a:cubicBezTo>
                      <a:pt x="1512" y="112"/>
                      <a:pt x="1902" y="492"/>
                      <a:pt x="1930" y="965"/>
                    </a:cubicBezTo>
                    <a:lnTo>
                      <a:pt x="121" y="965"/>
                    </a:lnTo>
                    <a:cubicBezTo>
                      <a:pt x="149" y="492"/>
                      <a:pt x="548" y="112"/>
                      <a:pt x="1030" y="112"/>
                    </a:cubicBezTo>
                    <a:close/>
                    <a:moveTo>
                      <a:pt x="1030" y="0"/>
                    </a:moveTo>
                    <a:cubicBezTo>
                      <a:pt x="464" y="0"/>
                      <a:pt x="0" y="455"/>
                      <a:pt x="0" y="1021"/>
                    </a:cubicBezTo>
                    <a:cubicBezTo>
                      <a:pt x="0" y="1076"/>
                      <a:pt x="0" y="1076"/>
                      <a:pt x="408" y="1086"/>
                    </a:cubicBezTo>
                    <a:lnTo>
                      <a:pt x="1132" y="1086"/>
                    </a:lnTo>
                    <a:cubicBezTo>
                      <a:pt x="2050" y="1086"/>
                      <a:pt x="2050" y="1086"/>
                      <a:pt x="2050" y="1021"/>
                    </a:cubicBezTo>
                    <a:cubicBezTo>
                      <a:pt x="2050" y="455"/>
                      <a:pt x="1587" y="0"/>
                      <a:pt x="1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0" name="Google Shape;500;p19"/>
              <p:cNvSpPr/>
              <p:nvPr/>
            </p:nvSpPr>
            <p:spPr>
              <a:xfrm>
                <a:off x="1310787" y="3484241"/>
                <a:ext cx="86198" cy="86905"/>
              </a:xfrm>
              <a:custGeom>
                <a:avLst/>
                <a:gdLst/>
                <a:ahLst/>
                <a:cxnLst/>
                <a:rect l="l" t="t" r="r" b="b"/>
                <a:pathLst>
                  <a:path w="1096" h="1105" extrusionOk="0">
                    <a:moveTo>
                      <a:pt x="548" y="0"/>
                    </a:moveTo>
                    <a:cubicBezTo>
                      <a:pt x="251" y="0"/>
                      <a:pt x="1" y="251"/>
                      <a:pt x="1" y="548"/>
                    </a:cubicBezTo>
                    <a:cubicBezTo>
                      <a:pt x="1" y="854"/>
                      <a:pt x="251" y="1104"/>
                      <a:pt x="548" y="1104"/>
                    </a:cubicBezTo>
                    <a:cubicBezTo>
                      <a:pt x="854" y="1104"/>
                      <a:pt x="1095" y="854"/>
                      <a:pt x="1095" y="548"/>
                    </a:cubicBezTo>
                    <a:cubicBezTo>
                      <a:pt x="1095"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1" name="Google Shape;501;p19"/>
              <p:cNvSpPr/>
              <p:nvPr/>
            </p:nvSpPr>
            <p:spPr>
              <a:xfrm>
                <a:off x="1306383" y="3479837"/>
                <a:ext cx="95714" cy="95635"/>
              </a:xfrm>
              <a:custGeom>
                <a:avLst/>
                <a:gdLst/>
                <a:ahLst/>
                <a:cxnLst/>
                <a:rect l="l" t="t" r="r" b="b"/>
                <a:pathLst>
                  <a:path w="1217" h="1216" extrusionOk="0">
                    <a:moveTo>
                      <a:pt x="604" y="121"/>
                    </a:moveTo>
                    <a:cubicBezTo>
                      <a:pt x="882" y="121"/>
                      <a:pt x="1096" y="334"/>
                      <a:pt x="1096" y="604"/>
                    </a:cubicBezTo>
                    <a:cubicBezTo>
                      <a:pt x="1096" y="882"/>
                      <a:pt x="882" y="1095"/>
                      <a:pt x="604" y="1095"/>
                    </a:cubicBezTo>
                    <a:cubicBezTo>
                      <a:pt x="335" y="1095"/>
                      <a:pt x="122" y="882"/>
                      <a:pt x="122" y="604"/>
                    </a:cubicBezTo>
                    <a:cubicBezTo>
                      <a:pt x="122" y="334"/>
                      <a:pt x="335" y="121"/>
                      <a:pt x="604" y="121"/>
                    </a:cubicBezTo>
                    <a:close/>
                    <a:moveTo>
                      <a:pt x="604" y="1"/>
                    </a:moveTo>
                    <a:cubicBezTo>
                      <a:pt x="270" y="1"/>
                      <a:pt x="1" y="279"/>
                      <a:pt x="1" y="613"/>
                    </a:cubicBezTo>
                    <a:cubicBezTo>
                      <a:pt x="1" y="947"/>
                      <a:pt x="270" y="1216"/>
                      <a:pt x="604" y="1216"/>
                    </a:cubicBezTo>
                    <a:cubicBezTo>
                      <a:pt x="938" y="1216"/>
                      <a:pt x="1216" y="947"/>
                      <a:pt x="1216" y="613"/>
                    </a:cubicBezTo>
                    <a:cubicBezTo>
                      <a:pt x="1216" y="279"/>
                      <a:pt x="938" y="1"/>
                      <a:pt x="6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2" name="Google Shape;502;p19"/>
              <p:cNvSpPr/>
              <p:nvPr/>
            </p:nvSpPr>
            <p:spPr>
              <a:xfrm>
                <a:off x="1499775" y="3581212"/>
                <a:ext cx="152576" cy="76524"/>
              </a:xfrm>
              <a:custGeom>
                <a:avLst/>
                <a:gdLst/>
                <a:ahLst/>
                <a:cxnLst/>
                <a:rect l="l" t="t" r="r" b="b"/>
                <a:pathLst>
                  <a:path w="1940" h="973" extrusionOk="0">
                    <a:moveTo>
                      <a:pt x="965" y="1"/>
                    </a:moveTo>
                    <a:cubicBezTo>
                      <a:pt x="436" y="1"/>
                      <a:pt x="0" y="437"/>
                      <a:pt x="0" y="966"/>
                    </a:cubicBezTo>
                    <a:cubicBezTo>
                      <a:pt x="0" y="970"/>
                      <a:pt x="485" y="973"/>
                      <a:pt x="970" y="973"/>
                    </a:cubicBezTo>
                    <a:cubicBezTo>
                      <a:pt x="1454" y="973"/>
                      <a:pt x="1939" y="970"/>
                      <a:pt x="1939" y="966"/>
                    </a:cubicBezTo>
                    <a:cubicBezTo>
                      <a:pt x="1939" y="437"/>
                      <a:pt x="1503" y="1"/>
                      <a:pt x="96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3" name="Google Shape;503;p19"/>
              <p:cNvSpPr/>
              <p:nvPr/>
            </p:nvSpPr>
            <p:spPr>
              <a:xfrm>
                <a:off x="1495370" y="3576887"/>
                <a:ext cx="161306" cy="85411"/>
              </a:xfrm>
              <a:custGeom>
                <a:avLst/>
                <a:gdLst/>
                <a:ahLst/>
                <a:cxnLst/>
                <a:rect l="l" t="t" r="r" b="b"/>
                <a:pathLst>
                  <a:path w="2051" h="1086" extrusionOk="0">
                    <a:moveTo>
                      <a:pt x="1030" y="112"/>
                    </a:moveTo>
                    <a:cubicBezTo>
                      <a:pt x="1503" y="112"/>
                      <a:pt x="1902" y="492"/>
                      <a:pt x="1930" y="965"/>
                    </a:cubicBezTo>
                    <a:lnTo>
                      <a:pt x="121" y="965"/>
                    </a:lnTo>
                    <a:cubicBezTo>
                      <a:pt x="149" y="492"/>
                      <a:pt x="548" y="112"/>
                      <a:pt x="1030" y="112"/>
                    </a:cubicBezTo>
                    <a:close/>
                    <a:moveTo>
                      <a:pt x="1021" y="0"/>
                    </a:moveTo>
                    <a:cubicBezTo>
                      <a:pt x="464" y="0"/>
                      <a:pt x="1" y="455"/>
                      <a:pt x="1" y="1021"/>
                    </a:cubicBezTo>
                    <a:cubicBezTo>
                      <a:pt x="1" y="1076"/>
                      <a:pt x="1" y="1076"/>
                      <a:pt x="399" y="1086"/>
                    </a:cubicBezTo>
                    <a:lnTo>
                      <a:pt x="1132" y="1086"/>
                    </a:lnTo>
                    <a:cubicBezTo>
                      <a:pt x="2051" y="1086"/>
                      <a:pt x="2051" y="1086"/>
                      <a:pt x="2051" y="1021"/>
                    </a:cubicBezTo>
                    <a:cubicBezTo>
                      <a:pt x="2051" y="455"/>
                      <a:pt x="1587" y="0"/>
                      <a:pt x="10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4" name="Google Shape;504;p19"/>
              <p:cNvSpPr/>
              <p:nvPr/>
            </p:nvSpPr>
            <p:spPr>
              <a:xfrm>
                <a:off x="1533278" y="3484241"/>
                <a:ext cx="86198" cy="86905"/>
              </a:xfrm>
              <a:custGeom>
                <a:avLst/>
                <a:gdLst/>
                <a:ahLst/>
                <a:cxnLst/>
                <a:rect l="l" t="t" r="r" b="b"/>
                <a:pathLst>
                  <a:path w="1096" h="1105" extrusionOk="0">
                    <a:moveTo>
                      <a:pt x="548" y="0"/>
                    </a:moveTo>
                    <a:cubicBezTo>
                      <a:pt x="251" y="0"/>
                      <a:pt x="1" y="251"/>
                      <a:pt x="1" y="557"/>
                    </a:cubicBezTo>
                    <a:cubicBezTo>
                      <a:pt x="1" y="854"/>
                      <a:pt x="242" y="1104"/>
                      <a:pt x="548" y="1104"/>
                    </a:cubicBezTo>
                    <a:cubicBezTo>
                      <a:pt x="854" y="1104"/>
                      <a:pt x="1096" y="854"/>
                      <a:pt x="1096" y="557"/>
                    </a:cubicBezTo>
                    <a:cubicBezTo>
                      <a:pt x="1096" y="251"/>
                      <a:pt x="854" y="0"/>
                      <a:pt x="54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5" name="Google Shape;505;p19"/>
              <p:cNvSpPr/>
              <p:nvPr/>
            </p:nvSpPr>
            <p:spPr>
              <a:xfrm>
                <a:off x="1528952" y="3479837"/>
                <a:ext cx="95635" cy="95635"/>
              </a:xfrm>
              <a:custGeom>
                <a:avLst/>
                <a:gdLst/>
                <a:ahLst/>
                <a:cxnLst/>
                <a:rect l="l" t="t" r="r" b="b"/>
                <a:pathLst>
                  <a:path w="1216" h="1216" extrusionOk="0">
                    <a:moveTo>
                      <a:pt x="603" y="121"/>
                    </a:moveTo>
                    <a:cubicBezTo>
                      <a:pt x="872" y="121"/>
                      <a:pt x="1095" y="334"/>
                      <a:pt x="1095" y="604"/>
                    </a:cubicBezTo>
                    <a:cubicBezTo>
                      <a:pt x="1095" y="882"/>
                      <a:pt x="872" y="1095"/>
                      <a:pt x="603" y="1095"/>
                    </a:cubicBezTo>
                    <a:cubicBezTo>
                      <a:pt x="334" y="1095"/>
                      <a:pt x="112" y="882"/>
                      <a:pt x="112" y="604"/>
                    </a:cubicBezTo>
                    <a:cubicBezTo>
                      <a:pt x="112" y="334"/>
                      <a:pt x="334" y="121"/>
                      <a:pt x="603" y="121"/>
                    </a:cubicBezTo>
                    <a:close/>
                    <a:moveTo>
                      <a:pt x="603" y="1"/>
                    </a:moveTo>
                    <a:cubicBezTo>
                      <a:pt x="269" y="1"/>
                      <a:pt x="0" y="279"/>
                      <a:pt x="0" y="613"/>
                    </a:cubicBezTo>
                    <a:cubicBezTo>
                      <a:pt x="0" y="947"/>
                      <a:pt x="269" y="1216"/>
                      <a:pt x="603" y="1216"/>
                    </a:cubicBezTo>
                    <a:cubicBezTo>
                      <a:pt x="937" y="1216"/>
                      <a:pt x="1216" y="947"/>
                      <a:pt x="1216" y="613"/>
                    </a:cubicBezTo>
                    <a:cubicBezTo>
                      <a:pt x="1216" y="279"/>
                      <a:pt x="937" y="1"/>
                      <a:pt x="6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6" name="Google Shape;506;p19"/>
              <p:cNvSpPr/>
              <p:nvPr/>
            </p:nvSpPr>
            <p:spPr>
              <a:xfrm>
                <a:off x="1374962" y="3594346"/>
                <a:ext cx="172317" cy="86512"/>
              </a:xfrm>
              <a:custGeom>
                <a:avLst/>
                <a:gdLst/>
                <a:ahLst/>
                <a:cxnLst/>
                <a:rect l="l" t="t" r="r" b="b"/>
                <a:pathLst>
                  <a:path w="2191" h="1100" extrusionOk="0">
                    <a:moveTo>
                      <a:pt x="1096" y="1"/>
                    </a:moveTo>
                    <a:cubicBezTo>
                      <a:pt x="493" y="1"/>
                      <a:pt x="1" y="493"/>
                      <a:pt x="1" y="1096"/>
                    </a:cubicBezTo>
                    <a:cubicBezTo>
                      <a:pt x="1" y="1096"/>
                      <a:pt x="974" y="1100"/>
                      <a:pt x="1623" y="1100"/>
                    </a:cubicBezTo>
                    <a:cubicBezTo>
                      <a:pt x="1947" y="1100"/>
                      <a:pt x="2190" y="1099"/>
                      <a:pt x="2190" y="1096"/>
                    </a:cubicBezTo>
                    <a:cubicBezTo>
                      <a:pt x="2190" y="493"/>
                      <a:pt x="1699" y="1"/>
                      <a:pt x="10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7" name="Google Shape;507;p19"/>
              <p:cNvSpPr/>
              <p:nvPr/>
            </p:nvSpPr>
            <p:spPr>
              <a:xfrm>
                <a:off x="1370637" y="3590021"/>
                <a:ext cx="180968" cy="95635"/>
              </a:xfrm>
              <a:custGeom>
                <a:avLst/>
                <a:gdLst/>
                <a:ahLst/>
                <a:cxnLst/>
                <a:rect l="l" t="t" r="r" b="b"/>
                <a:pathLst>
                  <a:path w="2301" h="1216" extrusionOk="0">
                    <a:moveTo>
                      <a:pt x="1151" y="112"/>
                    </a:moveTo>
                    <a:cubicBezTo>
                      <a:pt x="1707" y="112"/>
                      <a:pt x="2162" y="548"/>
                      <a:pt x="2190" y="1095"/>
                    </a:cubicBezTo>
                    <a:lnTo>
                      <a:pt x="112" y="1095"/>
                    </a:lnTo>
                    <a:cubicBezTo>
                      <a:pt x="139" y="548"/>
                      <a:pt x="594" y="112"/>
                      <a:pt x="1151" y="112"/>
                    </a:cubicBezTo>
                    <a:close/>
                    <a:moveTo>
                      <a:pt x="1151" y="0"/>
                    </a:moveTo>
                    <a:cubicBezTo>
                      <a:pt x="510" y="0"/>
                      <a:pt x="0" y="511"/>
                      <a:pt x="0" y="1151"/>
                    </a:cubicBezTo>
                    <a:cubicBezTo>
                      <a:pt x="0" y="1206"/>
                      <a:pt x="0" y="1206"/>
                      <a:pt x="446" y="1216"/>
                    </a:cubicBezTo>
                    <a:lnTo>
                      <a:pt x="1271" y="1216"/>
                    </a:lnTo>
                    <a:cubicBezTo>
                      <a:pt x="2301" y="1216"/>
                      <a:pt x="2301" y="1216"/>
                      <a:pt x="2301" y="1151"/>
                    </a:cubicBezTo>
                    <a:cubicBezTo>
                      <a:pt x="2301" y="511"/>
                      <a:pt x="1791" y="0"/>
                      <a:pt x="11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8" name="Google Shape;508;p19"/>
              <p:cNvSpPr/>
              <p:nvPr/>
            </p:nvSpPr>
            <p:spPr>
              <a:xfrm>
                <a:off x="1412949" y="3484241"/>
                <a:ext cx="97837" cy="98545"/>
              </a:xfrm>
              <a:custGeom>
                <a:avLst/>
                <a:gdLst/>
                <a:ahLst/>
                <a:cxnLst/>
                <a:rect l="l" t="t" r="r" b="b"/>
                <a:pathLst>
                  <a:path w="1244" h="1253" extrusionOk="0">
                    <a:moveTo>
                      <a:pt x="622" y="0"/>
                    </a:moveTo>
                    <a:cubicBezTo>
                      <a:pt x="279" y="0"/>
                      <a:pt x="0" y="278"/>
                      <a:pt x="0" y="622"/>
                    </a:cubicBezTo>
                    <a:cubicBezTo>
                      <a:pt x="0" y="974"/>
                      <a:pt x="279" y="1253"/>
                      <a:pt x="622" y="1253"/>
                    </a:cubicBezTo>
                    <a:cubicBezTo>
                      <a:pt x="965" y="1253"/>
                      <a:pt x="1243" y="974"/>
                      <a:pt x="1243" y="622"/>
                    </a:cubicBezTo>
                    <a:cubicBezTo>
                      <a:pt x="1243" y="278"/>
                      <a:pt x="965" y="0"/>
                      <a:pt x="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9" name="Google Shape;509;p19"/>
              <p:cNvSpPr/>
              <p:nvPr/>
            </p:nvSpPr>
            <p:spPr>
              <a:xfrm>
                <a:off x="1407837" y="3479837"/>
                <a:ext cx="107354" cy="107354"/>
              </a:xfrm>
              <a:custGeom>
                <a:avLst/>
                <a:gdLst/>
                <a:ahLst/>
                <a:cxnLst/>
                <a:rect l="l" t="t" r="r" b="b"/>
                <a:pathLst>
                  <a:path w="1365" h="1365" extrusionOk="0">
                    <a:moveTo>
                      <a:pt x="687" y="121"/>
                    </a:moveTo>
                    <a:cubicBezTo>
                      <a:pt x="993" y="121"/>
                      <a:pt x="1253" y="372"/>
                      <a:pt x="1253" y="678"/>
                    </a:cubicBezTo>
                    <a:cubicBezTo>
                      <a:pt x="1253" y="993"/>
                      <a:pt x="993" y="1244"/>
                      <a:pt x="687" y="1244"/>
                    </a:cubicBezTo>
                    <a:cubicBezTo>
                      <a:pt x="371" y="1244"/>
                      <a:pt x="121" y="993"/>
                      <a:pt x="121" y="678"/>
                    </a:cubicBezTo>
                    <a:cubicBezTo>
                      <a:pt x="121" y="372"/>
                      <a:pt x="371" y="121"/>
                      <a:pt x="687" y="121"/>
                    </a:cubicBezTo>
                    <a:close/>
                    <a:moveTo>
                      <a:pt x="687" y="1"/>
                    </a:moveTo>
                    <a:cubicBezTo>
                      <a:pt x="307" y="1"/>
                      <a:pt x="0" y="307"/>
                      <a:pt x="0" y="678"/>
                    </a:cubicBezTo>
                    <a:cubicBezTo>
                      <a:pt x="0" y="1058"/>
                      <a:pt x="307" y="1364"/>
                      <a:pt x="687" y="1364"/>
                    </a:cubicBezTo>
                    <a:cubicBezTo>
                      <a:pt x="1058" y="1364"/>
                      <a:pt x="1364" y="1058"/>
                      <a:pt x="1364" y="678"/>
                    </a:cubicBezTo>
                    <a:cubicBezTo>
                      <a:pt x="1364" y="307"/>
                      <a:pt x="1058" y="1"/>
                      <a:pt x="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0" name="Google Shape;510;p19"/>
              <p:cNvSpPr/>
              <p:nvPr/>
            </p:nvSpPr>
            <p:spPr>
              <a:xfrm>
                <a:off x="1985653" y="3311847"/>
                <a:ext cx="57019" cy="56469"/>
              </a:xfrm>
              <a:custGeom>
                <a:avLst/>
                <a:gdLst/>
                <a:ahLst/>
                <a:cxnLst/>
                <a:rect l="l" t="t" r="r" b="b"/>
                <a:pathLst>
                  <a:path w="725" h="718" extrusionOk="0">
                    <a:moveTo>
                      <a:pt x="251" y="133"/>
                    </a:moveTo>
                    <a:lnTo>
                      <a:pt x="585" y="253"/>
                    </a:lnTo>
                    <a:lnTo>
                      <a:pt x="464" y="587"/>
                    </a:lnTo>
                    <a:lnTo>
                      <a:pt x="130" y="467"/>
                    </a:lnTo>
                    <a:lnTo>
                      <a:pt x="251" y="133"/>
                    </a:lnTo>
                    <a:close/>
                    <a:moveTo>
                      <a:pt x="223" y="0"/>
                    </a:moveTo>
                    <a:cubicBezTo>
                      <a:pt x="195" y="0"/>
                      <a:pt x="175" y="17"/>
                      <a:pt x="168" y="40"/>
                    </a:cubicBezTo>
                    <a:lnTo>
                      <a:pt x="1" y="485"/>
                    </a:lnTo>
                    <a:cubicBezTo>
                      <a:pt x="1" y="495"/>
                      <a:pt x="1" y="513"/>
                      <a:pt x="1" y="522"/>
                    </a:cubicBezTo>
                    <a:cubicBezTo>
                      <a:pt x="10" y="541"/>
                      <a:pt x="19" y="550"/>
                      <a:pt x="38" y="559"/>
                    </a:cubicBezTo>
                    <a:lnTo>
                      <a:pt x="483" y="717"/>
                    </a:lnTo>
                    <a:lnTo>
                      <a:pt x="501" y="717"/>
                    </a:lnTo>
                    <a:cubicBezTo>
                      <a:pt x="520" y="717"/>
                      <a:pt x="548" y="708"/>
                      <a:pt x="557" y="680"/>
                    </a:cubicBezTo>
                    <a:lnTo>
                      <a:pt x="715" y="235"/>
                    </a:lnTo>
                    <a:cubicBezTo>
                      <a:pt x="724" y="207"/>
                      <a:pt x="715" y="179"/>
                      <a:pt x="678" y="161"/>
                    </a:cubicBezTo>
                    <a:lnTo>
                      <a:pt x="242" y="3"/>
                    </a:lnTo>
                    <a:cubicBezTo>
                      <a:pt x="235" y="1"/>
                      <a:pt x="229" y="0"/>
                      <a:pt x="2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1" name="Google Shape;511;p19"/>
              <p:cNvSpPr/>
              <p:nvPr/>
            </p:nvSpPr>
            <p:spPr>
              <a:xfrm>
                <a:off x="1707716" y="3340239"/>
                <a:ext cx="302085" cy="134566"/>
              </a:xfrm>
              <a:custGeom>
                <a:avLst/>
                <a:gdLst/>
                <a:ahLst/>
                <a:cxnLst/>
                <a:rect l="l" t="t" r="r" b="b"/>
                <a:pathLst>
                  <a:path w="3841" h="1711" extrusionOk="0">
                    <a:moveTo>
                      <a:pt x="3769" y="0"/>
                    </a:moveTo>
                    <a:cubicBezTo>
                      <a:pt x="3762" y="0"/>
                      <a:pt x="3754" y="1"/>
                      <a:pt x="3748" y="4"/>
                    </a:cubicBezTo>
                    <a:lnTo>
                      <a:pt x="37" y="1599"/>
                    </a:lnTo>
                    <a:cubicBezTo>
                      <a:pt x="9" y="1618"/>
                      <a:pt x="0" y="1655"/>
                      <a:pt x="9" y="1683"/>
                    </a:cubicBezTo>
                    <a:cubicBezTo>
                      <a:pt x="19" y="1701"/>
                      <a:pt x="37" y="1711"/>
                      <a:pt x="65" y="1711"/>
                    </a:cubicBezTo>
                    <a:lnTo>
                      <a:pt x="84" y="1711"/>
                    </a:lnTo>
                    <a:lnTo>
                      <a:pt x="3794" y="115"/>
                    </a:lnTo>
                    <a:cubicBezTo>
                      <a:pt x="3822" y="106"/>
                      <a:pt x="3841" y="69"/>
                      <a:pt x="3822" y="41"/>
                    </a:cubicBezTo>
                    <a:cubicBezTo>
                      <a:pt x="3815" y="12"/>
                      <a:pt x="3792" y="0"/>
                      <a:pt x="37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280806329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703"/>
        <p:cNvGrpSpPr/>
        <p:nvPr/>
      </p:nvGrpSpPr>
      <p:grpSpPr>
        <a:xfrm>
          <a:off x="0" y="0"/>
          <a:ext cx="0" cy="0"/>
          <a:chOff x="0" y="0"/>
          <a:chExt cx="0" cy="0"/>
        </a:xfrm>
      </p:grpSpPr>
    </p:spTree>
    <p:extLst>
      <p:ext uri="{BB962C8B-B14F-4D97-AF65-F5344CB8AC3E}">
        <p14:creationId xmlns:p14="http://schemas.microsoft.com/office/powerpoint/2010/main" val="413732455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704"/>
        <p:cNvGrpSpPr/>
        <p:nvPr/>
      </p:nvGrpSpPr>
      <p:grpSpPr>
        <a:xfrm>
          <a:off x="0" y="0"/>
          <a:ext cx="0" cy="0"/>
          <a:chOff x="0" y="0"/>
          <a:chExt cx="0" cy="0"/>
        </a:xfrm>
      </p:grpSpPr>
      <p:sp>
        <p:nvSpPr>
          <p:cNvPr id="705" name="Google Shape;705;p23"/>
          <p:cNvSpPr txBox="1">
            <a:spLocks noGrp="1"/>
          </p:cNvSpPr>
          <p:nvPr>
            <p:ph type="title"/>
          </p:nvPr>
        </p:nvSpPr>
        <p:spPr>
          <a:xfrm>
            <a:off x="9556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89530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5" Type="http://schemas.openxmlformats.org/officeDocument/2006/relationships/theme" Target="../theme/theme2.xml"/><Relationship Id="rId4"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21" Type="http://schemas.openxmlformats.org/officeDocument/2006/relationships/slideLayout" Target="../slideLayouts/slideLayout55.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theme" Target="../theme/theme3.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5" Type="http://schemas.openxmlformats.org/officeDocument/2006/relationships/theme" Target="../theme/theme4.xml"/><Relationship Id="rId4" Type="http://schemas.openxmlformats.org/officeDocument/2006/relationships/slideLayout" Target="../slideLayouts/slideLayout6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slideLayout" Target="../slideLayouts/slideLayout87.xml"/><Relationship Id="rId3" Type="http://schemas.openxmlformats.org/officeDocument/2006/relationships/slideLayout" Target="../slideLayouts/slideLayout64.xml"/><Relationship Id="rId21" Type="http://schemas.openxmlformats.org/officeDocument/2006/relationships/slideLayout" Target="../slideLayouts/slideLayout82.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slideLayout" Target="../slideLayouts/slideLayout86.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29" Type="http://schemas.openxmlformats.org/officeDocument/2006/relationships/slideLayout" Target="../slideLayouts/slideLayout90.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32" Type="http://schemas.openxmlformats.org/officeDocument/2006/relationships/theme" Target="../theme/theme5.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slideLayout" Target="../slideLayouts/slideLayout89.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31" Type="http://schemas.openxmlformats.org/officeDocument/2006/relationships/slideLayout" Target="../slideLayouts/slideLayout92.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slideLayout" Target="../slideLayouts/slideLayout88.xml"/><Relationship Id="rId30" Type="http://schemas.openxmlformats.org/officeDocument/2006/relationships/slideLayout" Target="../slideLayouts/slideLayout91.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slideLayout" Target="../slideLayouts/slideLayout94.xml"/><Relationship Id="rId1" Type="http://schemas.openxmlformats.org/officeDocument/2006/relationships/slideLayout" Target="../slideLayouts/slideLayout93.xml"/><Relationship Id="rId6" Type="http://schemas.openxmlformats.org/officeDocument/2006/relationships/theme" Target="../theme/theme6.xml"/><Relationship Id="rId5" Type="http://schemas.openxmlformats.org/officeDocument/2006/relationships/slideLayout" Target="../slideLayouts/slideLayout97.xml"/><Relationship Id="rId4" Type="http://schemas.openxmlformats.org/officeDocument/2006/relationships/slideLayout" Target="../slideLayouts/slideLayout9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05.xml"/><Relationship Id="rId13" Type="http://schemas.openxmlformats.org/officeDocument/2006/relationships/slideLayout" Target="../slideLayouts/slideLayout110.xml"/><Relationship Id="rId3" Type="http://schemas.openxmlformats.org/officeDocument/2006/relationships/slideLayout" Target="../slideLayouts/slideLayout100.xml"/><Relationship Id="rId7" Type="http://schemas.openxmlformats.org/officeDocument/2006/relationships/slideLayout" Target="../slideLayouts/slideLayout104.xml"/><Relationship Id="rId12" Type="http://schemas.openxmlformats.org/officeDocument/2006/relationships/slideLayout" Target="../slideLayouts/slideLayout109.xml"/><Relationship Id="rId17" Type="http://schemas.openxmlformats.org/officeDocument/2006/relationships/theme" Target="../theme/theme7.xml"/><Relationship Id="rId2" Type="http://schemas.openxmlformats.org/officeDocument/2006/relationships/slideLayout" Target="../slideLayouts/slideLayout99.xml"/><Relationship Id="rId16" Type="http://schemas.openxmlformats.org/officeDocument/2006/relationships/slideLayout" Target="../slideLayouts/slideLayout113.xml"/><Relationship Id="rId1" Type="http://schemas.openxmlformats.org/officeDocument/2006/relationships/slideLayout" Target="../slideLayouts/slideLayout98.xml"/><Relationship Id="rId6" Type="http://schemas.openxmlformats.org/officeDocument/2006/relationships/slideLayout" Target="../slideLayouts/slideLayout103.xml"/><Relationship Id="rId11" Type="http://schemas.openxmlformats.org/officeDocument/2006/relationships/slideLayout" Target="../slideLayouts/slideLayout108.xml"/><Relationship Id="rId5" Type="http://schemas.openxmlformats.org/officeDocument/2006/relationships/slideLayout" Target="../slideLayouts/slideLayout102.xml"/><Relationship Id="rId15" Type="http://schemas.openxmlformats.org/officeDocument/2006/relationships/slideLayout" Target="../slideLayouts/slideLayout112.xml"/><Relationship Id="rId10" Type="http://schemas.openxmlformats.org/officeDocument/2006/relationships/slideLayout" Target="../slideLayouts/slideLayout107.xml"/><Relationship Id="rId4" Type="http://schemas.openxmlformats.org/officeDocument/2006/relationships/slideLayout" Target="../slideLayouts/slideLayout101.xml"/><Relationship Id="rId9" Type="http://schemas.openxmlformats.org/officeDocument/2006/relationships/slideLayout" Target="../slideLayouts/slideLayout106.xml"/><Relationship Id="rId14" Type="http://schemas.openxmlformats.org/officeDocument/2006/relationships/slideLayout" Target="../slideLayouts/slideLayout111.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15.xml"/><Relationship Id="rId1" Type="http://schemas.openxmlformats.org/officeDocument/2006/relationships/slideLayout" Target="../slideLayouts/slideLayout1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950967" y="1536633"/>
            <a:ext cx="102424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3760206379"/>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420"/>
        <p:cNvGrpSpPr/>
        <p:nvPr/>
      </p:nvGrpSpPr>
      <p:grpSpPr>
        <a:xfrm>
          <a:off x="0" y="0"/>
          <a:ext cx="0" cy="0"/>
          <a:chOff x="0" y="0"/>
          <a:chExt cx="0" cy="0"/>
        </a:xfrm>
      </p:grpSpPr>
      <p:sp>
        <p:nvSpPr>
          <p:cNvPr id="1421" name="Google Shape;1421;p3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422" name="Google Shape;1422;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299390603"/>
      </p:ext>
    </p:extLst>
  </p:cSld>
  <p:clrMap bg1="lt1" tx1="dk1" bg2="dk2"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Raleway Black"/>
              <a:buNone/>
              <a:defRPr sz="2600">
                <a:solidFill>
                  <a:schemeClr val="dk1"/>
                </a:solidFill>
                <a:latin typeface="Raleway Black"/>
                <a:ea typeface="Raleway Black"/>
                <a:cs typeface="Raleway Black"/>
                <a:sym typeface="Raleway Black"/>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1pPr>
            <a:lvl2pPr marL="914400" lvl="1"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2pPr>
            <a:lvl3pPr marL="1371600" lvl="2"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3pPr>
            <a:lvl4pPr marL="1828800" lvl="3"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4pPr>
            <a:lvl5pPr marL="2286000" lvl="4"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5pPr>
            <a:lvl6pPr marL="2743200" lvl="5"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6pPr>
            <a:lvl7pPr marL="3200400" lvl="6"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7pPr>
            <a:lvl8pPr marL="3657600" lvl="7"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8pPr>
            <a:lvl9pPr marL="4114800" lvl="8" indent="-304800">
              <a:lnSpc>
                <a:spcPct val="100000"/>
              </a:lnSpc>
              <a:spcBef>
                <a:spcPts val="0"/>
              </a:spcBef>
              <a:spcAft>
                <a:spcPts val="0"/>
              </a:spcAft>
              <a:buClr>
                <a:schemeClr val="dk1"/>
              </a:buClr>
              <a:buSzPts val="1200"/>
              <a:buFont typeface="Hanken Grotesk"/>
              <a:buChar char="■"/>
              <a:defRPr sz="1200">
                <a:solidFill>
                  <a:schemeClr val="dk1"/>
                </a:solidFill>
                <a:latin typeface="Hanken Grotesk"/>
                <a:ea typeface="Hanken Grotesk"/>
                <a:cs typeface="Hanken Grotesk"/>
                <a:sym typeface="Hanken Grotesk"/>
              </a:defRPr>
            </a:lvl9pPr>
          </a:lstStyle>
          <a:p>
            <a:endParaRPr/>
          </a:p>
        </p:txBody>
      </p:sp>
    </p:spTree>
    <p:extLst>
      <p:ext uri="{BB962C8B-B14F-4D97-AF65-F5344CB8AC3E}">
        <p14:creationId xmlns:p14="http://schemas.microsoft.com/office/powerpoint/2010/main" val="2887420567"/>
      </p:ext>
    </p:extLst>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652"/>
        <p:cNvGrpSpPr/>
        <p:nvPr/>
      </p:nvGrpSpPr>
      <p:grpSpPr>
        <a:xfrm>
          <a:off x="0" y="0"/>
          <a:ext cx="0" cy="0"/>
          <a:chOff x="0" y="0"/>
          <a:chExt cx="0" cy="0"/>
        </a:xfrm>
      </p:grpSpPr>
      <p:sp>
        <p:nvSpPr>
          <p:cNvPr id="653" name="Google Shape;653;p2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654" name="Google Shape;654;p2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4169788493"/>
      </p:ext>
    </p:extLst>
  </p:cSld>
  <p:clrMap bg1="lt1" tx1="dk1" bg2="dk2" tx2="lt2" accent1="accent1" accent2="accent2" accent3="accent3" accent4="accent4" accent5="accent5" accent6="accent6" hlink="hlink" folHlink="folHlink"/>
  <p:sldLayoutIdLst>
    <p:sldLayoutId id="2147483722" r:id="rId1"/>
    <p:sldLayoutId id="2147483723" r:id="rId2"/>
    <p:sldLayoutId id="2147483783" r:id="rId3"/>
    <p:sldLayoutId id="2147483784" r:id="rId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Spline Sans Mono Medium"/>
              <a:buNone/>
              <a:defRPr sz="3200">
                <a:solidFill>
                  <a:schemeClr val="dk1"/>
                </a:solidFill>
                <a:latin typeface="Spline Sans Mono Medium"/>
                <a:ea typeface="Spline Sans Mono Medium"/>
                <a:cs typeface="Spline Sans Mono Medium"/>
                <a:sym typeface="Spline Sans Mono Medium"/>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imo"/>
              <a:buChar char="●"/>
              <a:defRPr>
                <a:solidFill>
                  <a:schemeClr val="dk1"/>
                </a:solidFill>
                <a:latin typeface="Arimo"/>
                <a:ea typeface="Arimo"/>
                <a:cs typeface="Arimo"/>
                <a:sym typeface="Arimo"/>
              </a:defRPr>
            </a:lvl1pPr>
            <a:lvl2pPr marL="914400" lvl="1" indent="-317500">
              <a:lnSpc>
                <a:spcPct val="100000"/>
              </a:lnSpc>
              <a:spcBef>
                <a:spcPts val="1600"/>
              </a:spcBef>
              <a:spcAft>
                <a:spcPts val="0"/>
              </a:spcAft>
              <a:buClr>
                <a:schemeClr val="dk1"/>
              </a:buClr>
              <a:buSzPts val="1400"/>
              <a:buFont typeface="Arimo"/>
              <a:buChar char="○"/>
              <a:defRPr>
                <a:solidFill>
                  <a:schemeClr val="dk1"/>
                </a:solidFill>
                <a:latin typeface="Arimo"/>
                <a:ea typeface="Arimo"/>
                <a:cs typeface="Arimo"/>
                <a:sym typeface="Arimo"/>
              </a:defRPr>
            </a:lvl2pPr>
            <a:lvl3pPr marL="1371600" lvl="2" indent="-317500">
              <a:lnSpc>
                <a:spcPct val="100000"/>
              </a:lnSpc>
              <a:spcBef>
                <a:spcPts val="1600"/>
              </a:spcBef>
              <a:spcAft>
                <a:spcPts val="0"/>
              </a:spcAft>
              <a:buClr>
                <a:schemeClr val="dk1"/>
              </a:buClr>
              <a:buSzPts val="1400"/>
              <a:buFont typeface="Arimo"/>
              <a:buChar char="■"/>
              <a:defRPr>
                <a:solidFill>
                  <a:schemeClr val="dk1"/>
                </a:solidFill>
                <a:latin typeface="Arimo"/>
                <a:ea typeface="Arimo"/>
                <a:cs typeface="Arimo"/>
                <a:sym typeface="Arimo"/>
              </a:defRPr>
            </a:lvl3pPr>
            <a:lvl4pPr marL="1828800" lvl="3" indent="-317500">
              <a:lnSpc>
                <a:spcPct val="100000"/>
              </a:lnSpc>
              <a:spcBef>
                <a:spcPts val="1600"/>
              </a:spcBef>
              <a:spcAft>
                <a:spcPts val="0"/>
              </a:spcAft>
              <a:buClr>
                <a:schemeClr val="dk1"/>
              </a:buClr>
              <a:buSzPts val="1400"/>
              <a:buFont typeface="Arimo"/>
              <a:buChar char="●"/>
              <a:defRPr>
                <a:solidFill>
                  <a:schemeClr val="dk1"/>
                </a:solidFill>
                <a:latin typeface="Arimo"/>
                <a:ea typeface="Arimo"/>
                <a:cs typeface="Arimo"/>
                <a:sym typeface="Arimo"/>
              </a:defRPr>
            </a:lvl4pPr>
            <a:lvl5pPr marL="2286000" lvl="4" indent="-317500">
              <a:lnSpc>
                <a:spcPct val="100000"/>
              </a:lnSpc>
              <a:spcBef>
                <a:spcPts val="1600"/>
              </a:spcBef>
              <a:spcAft>
                <a:spcPts val="0"/>
              </a:spcAft>
              <a:buClr>
                <a:schemeClr val="dk1"/>
              </a:buClr>
              <a:buSzPts val="1400"/>
              <a:buFont typeface="Arimo"/>
              <a:buChar char="○"/>
              <a:defRPr>
                <a:solidFill>
                  <a:schemeClr val="dk1"/>
                </a:solidFill>
                <a:latin typeface="Arimo"/>
                <a:ea typeface="Arimo"/>
                <a:cs typeface="Arimo"/>
                <a:sym typeface="Arimo"/>
              </a:defRPr>
            </a:lvl5pPr>
            <a:lvl6pPr marL="2743200" lvl="5" indent="-317500">
              <a:lnSpc>
                <a:spcPct val="100000"/>
              </a:lnSpc>
              <a:spcBef>
                <a:spcPts val="1600"/>
              </a:spcBef>
              <a:spcAft>
                <a:spcPts val="0"/>
              </a:spcAft>
              <a:buClr>
                <a:schemeClr val="dk1"/>
              </a:buClr>
              <a:buSzPts val="1400"/>
              <a:buFont typeface="Arimo"/>
              <a:buChar char="■"/>
              <a:defRPr>
                <a:solidFill>
                  <a:schemeClr val="dk1"/>
                </a:solidFill>
                <a:latin typeface="Arimo"/>
                <a:ea typeface="Arimo"/>
                <a:cs typeface="Arimo"/>
                <a:sym typeface="Arimo"/>
              </a:defRPr>
            </a:lvl6pPr>
            <a:lvl7pPr marL="3200400" lvl="6" indent="-317500">
              <a:lnSpc>
                <a:spcPct val="100000"/>
              </a:lnSpc>
              <a:spcBef>
                <a:spcPts val="1600"/>
              </a:spcBef>
              <a:spcAft>
                <a:spcPts val="0"/>
              </a:spcAft>
              <a:buClr>
                <a:schemeClr val="dk1"/>
              </a:buClr>
              <a:buSzPts val="1400"/>
              <a:buFont typeface="Arimo"/>
              <a:buChar char="●"/>
              <a:defRPr>
                <a:solidFill>
                  <a:schemeClr val="dk1"/>
                </a:solidFill>
                <a:latin typeface="Arimo"/>
                <a:ea typeface="Arimo"/>
                <a:cs typeface="Arimo"/>
                <a:sym typeface="Arimo"/>
              </a:defRPr>
            </a:lvl7pPr>
            <a:lvl8pPr marL="3657600" lvl="7" indent="-317500">
              <a:lnSpc>
                <a:spcPct val="100000"/>
              </a:lnSpc>
              <a:spcBef>
                <a:spcPts val="1600"/>
              </a:spcBef>
              <a:spcAft>
                <a:spcPts val="0"/>
              </a:spcAft>
              <a:buClr>
                <a:schemeClr val="dk1"/>
              </a:buClr>
              <a:buSzPts val="1400"/>
              <a:buFont typeface="Arimo"/>
              <a:buChar char="○"/>
              <a:defRPr>
                <a:solidFill>
                  <a:schemeClr val="dk1"/>
                </a:solidFill>
                <a:latin typeface="Arimo"/>
                <a:ea typeface="Arimo"/>
                <a:cs typeface="Arimo"/>
                <a:sym typeface="Arimo"/>
              </a:defRPr>
            </a:lvl8pPr>
            <a:lvl9pPr marL="4114800" lvl="8" indent="-317500">
              <a:lnSpc>
                <a:spcPct val="100000"/>
              </a:lnSpc>
              <a:spcBef>
                <a:spcPts val="1600"/>
              </a:spcBef>
              <a:spcAft>
                <a:spcPts val="1600"/>
              </a:spcAft>
              <a:buClr>
                <a:schemeClr val="dk1"/>
              </a:buClr>
              <a:buSzPts val="1400"/>
              <a:buFont typeface="Arimo"/>
              <a:buChar char="■"/>
              <a:defRPr>
                <a:solidFill>
                  <a:schemeClr val="dk1"/>
                </a:solidFill>
                <a:latin typeface="Arimo"/>
                <a:ea typeface="Arimo"/>
                <a:cs typeface="Arimo"/>
                <a:sym typeface="Arimo"/>
              </a:defRPr>
            </a:lvl9pPr>
          </a:lstStyle>
          <a:p>
            <a:endParaRPr/>
          </a:p>
        </p:txBody>
      </p:sp>
    </p:spTree>
    <p:extLst>
      <p:ext uri="{BB962C8B-B14F-4D97-AF65-F5344CB8AC3E}">
        <p14:creationId xmlns:p14="http://schemas.microsoft.com/office/powerpoint/2010/main" val="3770702724"/>
      </p:ext>
    </p:extLst>
  </p:cSld>
  <p:clrMap bg1="lt1" tx1="dk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 id="2147483744" r:id="rId20"/>
    <p:sldLayoutId id="2147483745" r:id="rId21"/>
    <p:sldLayoutId id="2147483746" r:id="rId22"/>
    <p:sldLayoutId id="2147483747" r:id="rId23"/>
    <p:sldLayoutId id="2147483748" r:id="rId24"/>
    <p:sldLayoutId id="2147483749" r:id="rId25"/>
    <p:sldLayoutId id="2147483750" r:id="rId26"/>
    <p:sldLayoutId id="2147483751" r:id="rId27"/>
    <p:sldLayoutId id="2147483752" r:id="rId28"/>
    <p:sldLayoutId id="2147483753" r:id="rId29"/>
    <p:sldLayoutId id="2147483754" r:id="rId30"/>
    <p:sldLayoutId id="2147483755" r:id="rId3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dk1"/>
        </a:solidFill>
        <a:effectLst/>
      </p:bgPr>
    </p:bg>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950967" y="719333"/>
            <a:ext cx="10290000" cy="643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9pPr>
          </a:lstStyle>
          <a:p>
            <a:endParaRPr/>
          </a:p>
        </p:txBody>
      </p:sp>
      <p:sp>
        <p:nvSpPr>
          <p:cNvPr id="197" name="Google Shape;197;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marL="914400" lvl="1"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marL="1371600" lvl="2"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marL="1828800" lvl="3"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marL="2286000" lvl="4"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marL="2743200" lvl="5"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marL="3200400" lvl="6"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marL="3657600" lvl="7"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marL="4114800" lvl="8"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a:endParaRPr/>
          </a:p>
        </p:txBody>
      </p:sp>
    </p:spTree>
    <p:extLst>
      <p:ext uri="{BB962C8B-B14F-4D97-AF65-F5344CB8AC3E}">
        <p14:creationId xmlns:p14="http://schemas.microsoft.com/office/powerpoint/2010/main" val="4041074195"/>
      </p:ext>
    </p:extLst>
  </p:cSld>
  <p:clrMap bg1="lt1" tx1="dk1" bg2="dk2" tx2="lt2" accent1="accent1" accent2="accent2" accent3="accent3" accent4="accent4" accent5="accent5" accent6="accent6" hlink="hlink" folHlink="folHlink"/>
  <p:sldLayoutIdLst>
    <p:sldLayoutId id="2147483757" r:id="rId1"/>
    <p:sldLayoutId id="2147483758" r:id="rId2"/>
    <p:sldLayoutId id="2147483759" r:id="rId3"/>
    <p:sldLayoutId id="2147483785" r:id="rId4"/>
    <p:sldLayoutId id="2147483786" r:id="rId5"/>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9pPr>
          </a:lstStyle>
          <a:p>
            <a:endParaRPr/>
          </a:p>
        </p:txBody>
      </p:sp>
    </p:spTree>
    <p:extLst>
      <p:ext uri="{BB962C8B-B14F-4D97-AF65-F5344CB8AC3E}">
        <p14:creationId xmlns:p14="http://schemas.microsoft.com/office/powerpoint/2010/main" val="2191664963"/>
      </p:ext>
    </p:extLst>
  </p:cSld>
  <p:clrMap bg1="lt1" tx1="dk1" bg2="dk2" tx2="lt2" accent1="accent1" accent2="accent2" accent3="accent3" accent4="accent4" accent5="accent5" accent6="accent6" hlink="hlink" folHlink="folHlink"/>
  <p:sldLayoutIdLst>
    <p:sldLayoutId id="2147483761"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4" r:id="rId12"/>
    <p:sldLayoutId id="2147483775" r:id="rId13"/>
    <p:sldLayoutId id="2147483776" r:id="rId14"/>
    <p:sldLayoutId id="2147483777" r:id="rId15"/>
    <p:sldLayoutId id="2147483778" r:id="rId16"/>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700"/>
        <p:cNvGrpSpPr/>
        <p:nvPr/>
      </p:nvGrpSpPr>
      <p:grpSpPr>
        <a:xfrm>
          <a:off x="0" y="0"/>
          <a:ext cx="0" cy="0"/>
          <a:chOff x="0" y="0"/>
          <a:chExt cx="0" cy="0"/>
        </a:xfrm>
      </p:grpSpPr>
      <p:sp>
        <p:nvSpPr>
          <p:cNvPr id="701" name="Google Shape;701;p21"/>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702" name="Google Shape;702;p21"/>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99334239"/>
      </p:ext>
    </p:extLst>
  </p:cSld>
  <p:clrMap bg1="lt1" tx1="dk1" bg2="dk2" tx2="lt2" accent1="accent1" accent2="accent2" accent3="accent3" accent4="accent4" accent5="accent5" accent6="accent6" hlink="hlink" folHlink="folHlink"/>
  <p:sldLayoutIdLst>
    <p:sldLayoutId id="2147483781" r:id="rId1"/>
    <p:sldLayoutId id="2147483782"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9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9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3EEAA-403E-6477-510D-76B1A67951D9}"/>
              </a:ext>
            </a:extLst>
          </p:cNvPr>
          <p:cNvSpPr>
            <a:spLocks noGrp="1"/>
          </p:cNvSpPr>
          <p:nvPr>
            <p:ph type="ctrTitle"/>
          </p:nvPr>
        </p:nvSpPr>
        <p:spPr>
          <a:xfrm>
            <a:off x="950966" y="1091184"/>
            <a:ext cx="5826800" cy="2868400"/>
          </a:xfrm>
        </p:spPr>
        <p:txBody>
          <a:bodyPr/>
          <a:lstStyle/>
          <a:p>
            <a:r>
              <a:rPr lang="ro-MD" sz="4400" noProof="0" dirty="0"/>
              <a:t>Analiza Paternelor de Arhitectură Pentru Dezvoltarea Aplicațiilor Web</a:t>
            </a:r>
          </a:p>
        </p:txBody>
      </p:sp>
      <p:sp>
        <p:nvSpPr>
          <p:cNvPr id="3" name="Subtitle 2">
            <a:extLst>
              <a:ext uri="{FF2B5EF4-FFF2-40B4-BE49-F238E27FC236}">
                <a16:creationId xmlns:a16="http://schemas.microsoft.com/office/drawing/2014/main" id="{D84361C0-9B6E-6EB2-133E-6F9177FF2CBB}"/>
              </a:ext>
            </a:extLst>
          </p:cNvPr>
          <p:cNvSpPr>
            <a:spLocks noGrp="1"/>
          </p:cNvSpPr>
          <p:nvPr>
            <p:ph type="subTitle" idx="1"/>
          </p:nvPr>
        </p:nvSpPr>
        <p:spPr>
          <a:xfrm>
            <a:off x="950966" y="4553030"/>
            <a:ext cx="6539494" cy="1213786"/>
          </a:xfrm>
        </p:spPr>
        <p:txBody>
          <a:bodyPr/>
          <a:lstStyle/>
          <a:p>
            <a:r>
              <a:rPr lang="ro-MD" noProof="0" dirty="0"/>
              <a:t>Autorul Tezei: </a:t>
            </a:r>
            <a:r>
              <a:rPr lang="ro-MD" b="1" noProof="0" dirty="0" err="1"/>
              <a:t>Dorogan</a:t>
            </a:r>
            <a:r>
              <a:rPr lang="ro-MD" b="1" noProof="0" dirty="0"/>
              <a:t> Vadim </a:t>
            </a:r>
            <a:r>
              <a:rPr lang="ro-MD" noProof="0" dirty="0"/>
              <a:t>IA-2201 FMI, USM</a:t>
            </a:r>
          </a:p>
          <a:p>
            <a:endParaRPr lang="ro-MD" noProof="0" dirty="0"/>
          </a:p>
          <a:p>
            <a:r>
              <a:rPr lang="ro-MD" noProof="0" dirty="0"/>
              <a:t>Conducător Științific: lect. univ. </a:t>
            </a:r>
            <a:r>
              <a:rPr lang="ro-MD" b="1" noProof="0" dirty="0"/>
              <a:t>Croitor Mihail</a:t>
            </a:r>
          </a:p>
          <a:p>
            <a:endParaRPr lang="ro-MD" noProof="0" dirty="0"/>
          </a:p>
        </p:txBody>
      </p:sp>
    </p:spTree>
    <p:extLst>
      <p:ext uri="{BB962C8B-B14F-4D97-AF65-F5344CB8AC3E}">
        <p14:creationId xmlns:p14="http://schemas.microsoft.com/office/powerpoint/2010/main" val="1702251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5E70CC9-C64C-A012-4F8A-119EA307F4B1}"/>
              </a:ext>
            </a:extLst>
          </p:cNvPr>
          <p:cNvSpPr>
            <a:spLocks noGrp="1"/>
          </p:cNvSpPr>
          <p:nvPr>
            <p:ph type="body" idx="1"/>
          </p:nvPr>
        </p:nvSpPr>
        <p:spPr>
          <a:xfrm>
            <a:off x="960000" y="1621000"/>
            <a:ext cx="10281200" cy="3580920"/>
          </a:xfrm>
        </p:spPr>
        <p:txBody>
          <a:bodyPr/>
          <a:lstStyle/>
          <a:p>
            <a:pPr marL="203195" indent="0">
              <a:lnSpc>
                <a:spcPct val="150000"/>
              </a:lnSpc>
              <a:buNone/>
            </a:pPr>
            <a:r>
              <a:rPr lang="ro-MD" sz="2000" noProof="0" dirty="0"/>
              <a:t>1. Aplicațiile web/desktop joacă un rol esențial în ecosistemul digital actual.</a:t>
            </a:r>
          </a:p>
          <a:p>
            <a:pPr marL="203195" indent="0">
              <a:lnSpc>
                <a:spcPct val="150000"/>
              </a:lnSpc>
              <a:buNone/>
            </a:pPr>
            <a:r>
              <a:rPr lang="ro-MD" sz="2000" noProof="0" dirty="0"/>
              <a:t>2. Există o cerere tot mai mare pentru structuri software bine definite și ușor de extins.</a:t>
            </a:r>
          </a:p>
          <a:p>
            <a:pPr marL="203195" indent="0">
              <a:lnSpc>
                <a:spcPct val="150000"/>
              </a:lnSpc>
              <a:buNone/>
            </a:pPr>
            <a:r>
              <a:rPr lang="ro-MD" sz="2000" noProof="0" dirty="0"/>
              <a:t>3. Arhitectura software are un impact direct asupra </a:t>
            </a:r>
            <a:r>
              <a:rPr lang="ro-MD" sz="2000" noProof="0" dirty="0" err="1"/>
              <a:t>mentenabilității</a:t>
            </a:r>
            <a:r>
              <a:rPr lang="ro-MD" sz="2000" noProof="0" dirty="0"/>
              <a:t>, performanței și securității aplicațiilor.</a:t>
            </a:r>
          </a:p>
          <a:p>
            <a:pPr marL="203195" indent="0">
              <a:lnSpc>
                <a:spcPct val="150000"/>
              </a:lnSpc>
              <a:buNone/>
            </a:pPr>
            <a:r>
              <a:rPr lang="ro-MD" sz="2000" noProof="0" dirty="0"/>
              <a:t>4. Subiectul este de actualitate, având o importanță majoră în proiectarea de sisteme robuste și flexibile.</a:t>
            </a:r>
          </a:p>
        </p:txBody>
      </p:sp>
      <p:sp>
        <p:nvSpPr>
          <p:cNvPr id="3" name="Title 2">
            <a:extLst>
              <a:ext uri="{FF2B5EF4-FFF2-40B4-BE49-F238E27FC236}">
                <a16:creationId xmlns:a16="http://schemas.microsoft.com/office/drawing/2014/main" id="{4E0B788D-EE9E-F556-851D-982C645FB7F7}"/>
              </a:ext>
            </a:extLst>
          </p:cNvPr>
          <p:cNvSpPr>
            <a:spLocks noGrp="1"/>
          </p:cNvSpPr>
          <p:nvPr>
            <p:ph type="title"/>
          </p:nvPr>
        </p:nvSpPr>
        <p:spPr/>
        <p:txBody>
          <a:bodyPr/>
          <a:lstStyle/>
          <a:p>
            <a:pPr algn="ctr"/>
            <a:r>
              <a:rPr lang="ro-MD" noProof="0" dirty="0"/>
              <a:t>ACTUALITATEA TEMEI</a:t>
            </a:r>
          </a:p>
        </p:txBody>
      </p:sp>
    </p:spTree>
    <p:extLst>
      <p:ext uri="{BB962C8B-B14F-4D97-AF65-F5344CB8AC3E}">
        <p14:creationId xmlns:p14="http://schemas.microsoft.com/office/powerpoint/2010/main" val="1140620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975FC4-731B-9C24-B71E-9323A0739798}"/>
              </a:ext>
            </a:extLst>
          </p:cNvPr>
          <p:cNvSpPr>
            <a:spLocks noGrp="1"/>
          </p:cNvSpPr>
          <p:nvPr>
            <p:ph type="body" idx="1"/>
          </p:nvPr>
        </p:nvSpPr>
        <p:spPr>
          <a:xfrm>
            <a:off x="960000" y="1485833"/>
            <a:ext cx="10281200" cy="4393720"/>
          </a:xfrm>
        </p:spPr>
        <p:txBody>
          <a:bodyPr/>
          <a:lstStyle/>
          <a:p>
            <a:pPr marL="203195" indent="0">
              <a:lnSpc>
                <a:spcPct val="150000"/>
              </a:lnSpc>
              <a:buNone/>
            </a:pPr>
            <a:r>
              <a:rPr lang="ro-MD" sz="1800" b="1" noProof="0" dirty="0"/>
              <a:t>Scopul lucrării:</a:t>
            </a:r>
            <a:br>
              <a:rPr lang="ro-MD" sz="1800" noProof="0" dirty="0"/>
            </a:br>
            <a:r>
              <a:rPr lang="ro-MD" sz="1800" noProof="0" dirty="0"/>
              <a:t>	Analiza comparativă a principalelor șabloane arhitecturale utilizate în dezvoltarea aplicațiilor web (MVC, MVP, MVVM).</a:t>
            </a:r>
          </a:p>
          <a:p>
            <a:pPr marL="203195" indent="0">
              <a:lnSpc>
                <a:spcPct val="150000"/>
              </a:lnSpc>
              <a:buNone/>
            </a:pPr>
            <a:endParaRPr lang="ro-MD" sz="1800" noProof="0" dirty="0"/>
          </a:p>
          <a:p>
            <a:pPr marL="203195" indent="0">
              <a:lnSpc>
                <a:spcPct val="150000"/>
              </a:lnSpc>
              <a:buNone/>
            </a:pPr>
            <a:r>
              <a:rPr lang="ro-MD" sz="1800" b="1" noProof="0" dirty="0"/>
              <a:t>Obiective specifice:</a:t>
            </a:r>
            <a:endParaRPr lang="ro-MD" sz="1800" noProof="0" dirty="0"/>
          </a:p>
          <a:p>
            <a:pPr>
              <a:lnSpc>
                <a:spcPct val="150000"/>
              </a:lnSpc>
            </a:pPr>
            <a:r>
              <a:rPr lang="en-US" sz="1800" dirty="0"/>
              <a:t>C</a:t>
            </a:r>
            <a:r>
              <a:rPr lang="ro-MD" sz="1800" dirty="0" err="1"/>
              <a:t>onceptul</a:t>
            </a:r>
            <a:r>
              <a:rPr lang="ro-MD" sz="1800" dirty="0"/>
              <a:t> de șabloane arhitecturale și c</a:t>
            </a:r>
            <a:r>
              <a:rPr lang="ro-MD" sz="1800" noProof="0" dirty="0" err="1"/>
              <a:t>lasificarea</a:t>
            </a:r>
            <a:r>
              <a:rPr lang="ro-MD" sz="1800" noProof="0" dirty="0"/>
              <a:t> acestora în funcție de scop și structură</a:t>
            </a:r>
          </a:p>
          <a:p>
            <a:pPr>
              <a:lnSpc>
                <a:spcPct val="150000"/>
              </a:lnSpc>
            </a:pPr>
            <a:r>
              <a:rPr lang="ro-MD" sz="1800" noProof="0" dirty="0"/>
              <a:t>Analiza și compararea șabloanelor MVC, MVP și MVVM</a:t>
            </a:r>
          </a:p>
          <a:p>
            <a:pPr>
              <a:lnSpc>
                <a:spcPct val="150000"/>
              </a:lnSpc>
            </a:pPr>
            <a:r>
              <a:rPr lang="ro-MD" sz="1800" noProof="0" dirty="0"/>
              <a:t>Aplicarea practică a unui model arhitectural într-o aplicație web reală</a:t>
            </a:r>
          </a:p>
          <a:p>
            <a:pPr marL="203195" indent="0">
              <a:buNone/>
            </a:pPr>
            <a:endParaRPr lang="ro-MD" noProof="0" dirty="0"/>
          </a:p>
        </p:txBody>
      </p:sp>
      <p:sp>
        <p:nvSpPr>
          <p:cNvPr id="3" name="Title 2">
            <a:extLst>
              <a:ext uri="{FF2B5EF4-FFF2-40B4-BE49-F238E27FC236}">
                <a16:creationId xmlns:a16="http://schemas.microsoft.com/office/drawing/2014/main" id="{6A49994C-4BBC-190D-6CD7-EF33C7B84C88}"/>
              </a:ext>
            </a:extLst>
          </p:cNvPr>
          <p:cNvSpPr>
            <a:spLocks noGrp="1"/>
          </p:cNvSpPr>
          <p:nvPr>
            <p:ph type="title"/>
          </p:nvPr>
        </p:nvSpPr>
        <p:spPr/>
        <p:txBody>
          <a:bodyPr/>
          <a:lstStyle/>
          <a:p>
            <a:pPr algn="ctr"/>
            <a:r>
              <a:rPr lang="ro-MD" noProof="0" dirty="0"/>
              <a:t>SCOPUL ȘI OBIECTIVELE TEZEI</a:t>
            </a:r>
          </a:p>
        </p:txBody>
      </p:sp>
    </p:spTree>
    <p:extLst>
      <p:ext uri="{BB962C8B-B14F-4D97-AF65-F5344CB8AC3E}">
        <p14:creationId xmlns:p14="http://schemas.microsoft.com/office/powerpoint/2010/main" val="1547548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A1D24B-1E48-5161-12A3-1B986CDCEB53}"/>
              </a:ext>
            </a:extLst>
          </p:cNvPr>
          <p:cNvSpPr>
            <a:spLocks noGrp="1"/>
          </p:cNvSpPr>
          <p:nvPr>
            <p:ph type="body" idx="1"/>
          </p:nvPr>
        </p:nvSpPr>
        <p:spPr>
          <a:xfrm>
            <a:off x="960000" y="1621000"/>
            <a:ext cx="10281200" cy="2646200"/>
          </a:xfrm>
        </p:spPr>
        <p:txBody>
          <a:bodyPr/>
          <a:lstStyle/>
          <a:p>
            <a:pPr marL="203195" indent="0">
              <a:lnSpc>
                <a:spcPct val="150000"/>
              </a:lnSpc>
              <a:buNone/>
            </a:pPr>
            <a:r>
              <a:rPr lang="ro-MD" sz="2000" b="1" noProof="0" dirty="0"/>
              <a:t>Ce este un șablon arhitectural?</a:t>
            </a:r>
          </a:p>
          <a:p>
            <a:pPr>
              <a:lnSpc>
                <a:spcPct val="150000"/>
              </a:lnSpc>
            </a:pPr>
            <a:r>
              <a:rPr lang="ro-MD" sz="2000" noProof="0" dirty="0"/>
              <a:t>Soluție reutilizabilă pentru structurarea sistemelor software</a:t>
            </a:r>
          </a:p>
          <a:p>
            <a:pPr>
              <a:lnSpc>
                <a:spcPct val="150000"/>
              </a:lnSpc>
            </a:pPr>
            <a:r>
              <a:rPr lang="ro-MD" sz="2000" noProof="0" dirty="0"/>
              <a:t>Definește componentele și modul de interacțiune dintre ele</a:t>
            </a:r>
          </a:p>
          <a:p>
            <a:pPr>
              <a:lnSpc>
                <a:spcPct val="150000"/>
              </a:lnSpc>
            </a:pPr>
            <a:r>
              <a:rPr lang="ro-MD" sz="2000" noProof="0" dirty="0"/>
              <a:t>Se aplică la nivel macro, asupra întregii aplicații</a:t>
            </a:r>
          </a:p>
          <a:p>
            <a:pPr>
              <a:lnSpc>
                <a:spcPct val="150000"/>
              </a:lnSpc>
            </a:pPr>
            <a:r>
              <a:rPr lang="ro-MD" sz="2000" noProof="0" dirty="0"/>
              <a:t>Spre deosebire de șabloanele de design, nu vizează doar codul local</a:t>
            </a:r>
          </a:p>
          <a:p>
            <a:pPr marL="203195" indent="0">
              <a:buNone/>
            </a:pPr>
            <a:endParaRPr lang="ro-MD" noProof="0" dirty="0"/>
          </a:p>
        </p:txBody>
      </p:sp>
      <p:sp>
        <p:nvSpPr>
          <p:cNvPr id="3" name="Title 2">
            <a:extLst>
              <a:ext uri="{FF2B5EF4-FFF2-40B4-BE49-F238E27FC236}">
                <a16:creationId xmlns:a16="http://schemas.microsoft.com/office/drawing/2014/main" id="{4156A641-66DD-977C-541C-6EB5C658F338}"/>
              </a:ext>
            </a:extLst>
          </p:cNvPr>
          <p:cNvSpPr>
            <a:spLocks noGrp="1"/>
          </p:cNvSpPr>
          <p:nvPr>
            <p:ph type="title"/>
          </p:nvPr>
        </p:nvSpPr>
        <p:spPr>
          <a:xfrm>
            <a:off x="960000" y="722232"/>
            <a:ext cx="10281200" cy="994807"/>
          </a:xfrm>
        </p:spPr>
        <p:txBody>
          <a:bodyPr/>
          <a:lstStyle/>
          <a:p>
            <a:pPr algn="ctr"/>
            <a:r>
              <a:rPr lang="ro-MD" noProof="0" dirty="0"/>
              <a:t>DEFINIREA ȘABLONULUI ARHITECTURAL</a:t>
            </a:r>
          </a:p>
        </p:txBody>
      </p:sp>
    </p:spTree>
    <p:extLst>
      <p:ext uri="{BB962C8B-B14F-4D97-AF65-F5344CB8AC3E}">
        <p14:creationId xmlns:p14="http://schemas.microsoft.com/office/powerpoint/2010/main" val="21116013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A06BB4-22CB-10F6-963D-188CDEE53002}"/>
              </a:ext>
            </a:extLst>
          </p:cNvPr>
          <p:cNvSpPr>
            <a:spLocks noGrp="1"/>
          </p:cNvSpPr>
          <p:nvPr>
            <p:ph type="body" idx="1"/>
          </p:nvPr>
        </p:nvSpPr>
        <p:spPr>
          <a:xfrm>
            <a:off x="960000" y="1621000"/>
            <a:ext cx="10281200" cy="2585240"/>
          </a:xfrm>
        </p:spPr>
        <p:txBody>
          <a:bodyPr/>
          <a:lstStyle/>
          <a:p>
            <a:pPr marL="0" lvl="0" indent="0" eaLnBrk="0" fontAlgn="base" hangingPunct="0">
              <a:lnSpc>
                <a:spcPct val="150000"/>
              </a:lnSpc>
              <a:spcBef>
                <a:spcPct val="0"/>
              </a:spcBef>
              <a:spcAft>
                <a:spcPct val="0"/>
              </a:spcAft>
              <a:buClrTx/>
              <a:buSzTx/>
              <a:buNone/>
            </a:pPr>
            <a:r>
              <a:rPr lang="ro-MD" sz="2000" b="1" noProof="0" dirty="0">
                <a:solidFill>
                  <a:schemeClr val="tx1"/>
                </a:solidFill>
              </a:rPr>
              <a:t>Exemple de clasificări generale a șabloanelor arhitecturale:</a:t>
            </a:r>
          </a:p>
          <a:p>
            <a:pPr marL="342900" lvl="0" indent="-342900" eaLnBrk="0" fontAlgn="base" hangingPunct="0">
              <a:lnSpc>
                <a:spcPct val="150000"/>
              </a:lnSpc>
              <a:spcBef>
                <a:spcPct val="0"/>
              </a:spcBef>
              <a:spcAft>
                <a:spcPct val="0"/>
              </a:spcAft>
              <a:buClrTx/>
              <a:buSzTx/>
              <a:buFont typeface="Arial" panose="020B0604020202020204" pitchFamily="34" charset="0"/>
              <a:buChar char="•"/>
            </a:pPr>
            <a:r>
              <a:rPr lang="ro-MD" sz="2000" b="1" noProof="0" dirty="0">
                <a:solidFill>
                  <a:schemeClr val="tx1"/>
                </a:solidFill>
              </a:rPr>
              <a:t>Structurale</a:t>
            </a:r>
            <a:r>
              <a:rPr lang="ro-MD" sz="2000" noProof="0" dirty="0">
                <a:solidFill>
                  <a:schemeClr val="tx1"/>
                </a:solidFill>
              </a:rPr>
              <a:t> – </a:t>
            </a:r>
            <a:r>
              <a:rPr lang="en-US" sz="2000" noProof="0" dirty="0" err="1">
                <a:solidFill>
                  <a:schemeClr val="tx1"/>
                </a:solidFill>
              </a:rPr>
              <a:t>Arhitectur</a:t>
            </a:r>
            <a:r>
              <a:rPr lang="ro-MD" sz="2000" dirty="0">
                <a:solidFill>
                  <a:schemeClr val="tx1"/>
                </a:solidFill>
              </a:rPr>
              <a:t>ă </a:t>
            </a:r>
            <a:r>
              <a:rPr lang="en-US" sz="2000" noProof="0" dirty="0">
                <a:solidFill>
                  <a:schemeClr val="tx1"/>
                </a:solidFill>
              </a:rPr>
              <a:t>p</a:t>
            </a:r>
            <a:r>
              <a:rPr lang="en-US" sz="2000" dirty="0">
                <a:solidFill>
                  <a:schemeClr val="tx1"/>
                </a:solidFill>
              </a:rPr>
              <a:t>e </a:t>
            </a:r>
            <a:r>
              <a:rPr lang="en-US" sz="2000" dirty="0" err="1">
                <a:solidFill>
                  <a:schemeClr val="tx1"/>
                </a:solidFill>
              </a:rPr>
              <a:t>Straturi</a:t>
            </a:r>
            <a:r>
              <a:rPr lang="ro-MD" sz="2000" noProof="0" dirty="0">
                <a:solidFill>
                  <a:schemeClr val="tx1"/>
                </a:solidFill>
              </a:rPr>
              <a:t>, Client-Server, </a:t>
            </a:r>
            <a:r>
              <a:rPr lang="ro-MD" sz="2000" noProof="0" dirty="0" err="1">
                <a:solidFill>
                  <a:schemeClr val="tx1"/>
                </a:solidFill>
              </a:rPr>
              <a:t>Microservices</a:t>
            </a:r>
            <a:r>
              <a:rPr lang="ro-MD" sz="2000" noProof="0" dirty="0">
                <a:solidFill>
                  <a:schemeClr val="tx1"/>
                </a:solidFill>
              </a:rPr>
              <a:t>.</a:t>
            </a:r>
          </a:p>
          <a:p>
            <a:pPr marL="342900" lvl="0" indent="-342900" eaLnBrk="0" fontAlgn="base" hangingPunct="0">
              <a:lnSpc>
                <a:spcPct val="150000"/>
              </a:lnSpc>
              <a:spcBef>
                <a:spcPct val="0"/>
              </a:spcBef>
              <a:spcAft>
                <a:spcPct val="0"/>
              </a:spcAft>
              <a:buClrTx/>
              <a:buSzTx/>
              <a:buFont typeface="Arial" panose="020B0604020202020204" pitchFamily="34" charset="0"/>
              <a:buChar char="•"/>
            </a:pPr>
            <a:r>
              <a:rPr lang="ro-MD" sz="2000" b="1" noProof="0" dirty="0">
                <a:solidFill>
                  <a:schemeClr val="tx1"/>
                </a:solidFill>
              </a:rPr>
              <a:t>De comunicare/interacțiune</a:t>
            </a:r>
            <a:r>
              <a:rPr lang="ro-MD" sz="2000" noProof="0" dirty="0">
                <a:solidFill>
                  <a:schemeClr val="tx1"/>
                </a:solidFill>
              </a:rPr>
              <a:t> – Event-</a:t>
            </a:r>
            <a:r>
              <a:rPr lang="ro-MD" sz="2000" noProof="0" dirty="0" err="1">
                <a:solidFill>
                  <a:schemeClr val="tx1"/>
                </a:solidFill>
              </a:rPr>
              <a:t>Driven</a:t>
            </a:r>
            <a:r>
              <a:rPr lang="ro-MD" sz="2000" noProof="0" dirty="0">
                <a:solidFill>
                  <a:schemeClr val="tx1"/>
                </a:solidFill>
              </a:rPr>
              <a:t>, </a:t>
            </a:r>
            <a:r>
              <a:rPr lang="ro-MD" sz="2000" noProof="0" dirty="0" err="1">
                <a:solidFill>
                  <a:schemeClr val="tx1"/>
                </a:solidFill>
              </a:rPr>
              <a:t>Message</a:t>
            </a:r>
            <a:r>
              <a:rPr lang="ro-MD" sz="2000" noProof="0" dirty="0">
                <a:solidFill>
                  <a:schemeClr val="tx1"/>
                </a:solidFill>
              </a:rPr>
              <a:t> Bus.</a:t>
            </a:r>
          </a:p>
          <a:p>
            <a:pPr marL="342900" lvl="0" indent="-342900" eaLnBrk="0" fontAlgn="base" hangingPunct="0">
              <a:lnSpc>
                <a:spcPct val="150000"/>
              </a:lnSpc>
              <a:spcBef>
                <a:spcPct val="0"/>
              </a:spcBef>
              <a:spcAft>
                <a:spcPct val="0"/>
              </a:spcAft>
              <a:buClrTx/>
              <a:buSzTx/>
              <a:buFont typeface="Arial" panose="020B0604020202020204" pitchFamily="34" charset="0"/>
              <a:buChar char="•"/>
            </a:pPr>
            <a:r>
              <a:rPr lang="ro-MD" sz="2000" b="1" noProof="0" dirty="0">
                <a:solidFill>
                  <a:schemeClr val="tx1"/>
                </a:solidFill>
              </a:rPr>
              <a:t>Distribuite</a:t>
            </a:r>
            <a:r>
              <a:rPr lang="ro-MD" sz="2000" noProof="0" dirty="0">
                <a:solidFill>
                  <a:schemeClr val="tx1"/>
                </a:solidFill>
              </a:rPr>
              <a:t> – Service-</a:t>
            </a:r>
            <a:r>
              <a:rPr lang="ro-MD" sz="2000" noProof="0" dirty="0" err="1">
                <a:solidFill>
                  <a:schemeClr val="tx1"/>
                </a:solidFill>
              </a:rPr>
              <a:t>Oriented</a:t>
            </a:r>
            <a:r>
              <a:rPr lang="ro-MD" sz="2000" noProof="0" dirty="0">
                <a:solidFill>
                  <a:schemeClr val="tx1"/>
                </a:solidFill>
              </a:rPr>
              <a:t> </a:t>
            </a:r>
            <a:r>
              <a:rPr lang="ro-MD" sz="2000" noProof="0" dirty="0" err="1">
                <a:solidFill>
                  <a:schemeClr val="tx1"/>
                </a:solidFill>
              </a:rPr>
              <a:t>Architecture</a:t>
            </a:r>
            <a:r>
              <a:rPr lang="en-US" sz="2000" dirty="0">
                <a:solidFill>
                  <a:schemeClr val="tx1"/>
                </a:solidFill>
              </a:rPr>
              <a:t> </a:t>
            </a:r>
            <a:r>
              <a:rPr lang="en-US" sz="2000" dirty="0" err="1">
                <a:solidFill>
                  <a:schemeClr val="tx1"/>
                </a:solidFill>
              </a:rPr>
              <a:t>sau</a:t>
            </a:r>
            <a:r>
              <a:rPr lang="ro-MD" sz="2000" noProof="0" dirty="0">
                <a:solidFill>
                  <a:schemeClr val="tx1"/>
                </a:solidFill>
              </a:rPr>
              <a:t> Peer-</a:t>
            </a:r>
            <a:r>
              <a:rPr lang="ro-MD" sz="2000" noProof="0" dirty="0" err="1">
                <a:solidFill>
                  <a:schemeClr val="tx1"/>
                </a:solidFill>
              </a:rPr>
              <a:t>to</a:t>
            </a:r>
            <a:r>
              <a:rPr lang="ro-MD" sz="2000" noProof="0" dirty="0">
                <a:solidFill>
                  <a:schemeClr val="tx1"/>
                </a:solidFill>
              </a:rPr>
              <a:t>-Peer.</a:t>
            </a:r>
          </a:p>
          <a:p>
            <a:pPr marL="342900" lvl="0" indent="-342900" eaLnBrk="0" fontAlgn="base" hangingPunct="0">
              <a:lnSpc>
                <a:spcPct val="150000"/>
              </a:lnSpc>
              <a:spcBef>
                <a:spcPct val="0"/>
              </a:spcBef>
              <a:spcAft>
                <a:spcPct val="0"/>
              </a:spcAft>
              <a:buClrTx/>
              <a:buSzTx/>
              <a:buFont typeface="Arial" panose="020B0604020202020204" pitchFamily="34" charset="0"/>
              <a:buChar char="•"/>
            </a:pPr>
            <a:r>
              <a:rPr lang="ro-MD" sz="2000" b="1" noProof="0" dirty="0">
                <a:solidFill>
                  <a:schemeClr val="tx1"/>
                </a:solidFill>
              </a:rPr>
              <a:t>De control și acces la date </a:t>
            </a:r>
            <a:r>
              <a:rPr lang="ro-MD" sz="2000" noProof="0" dirty="0">
                <a:solidFill>
                  <a:schemeClr val="tx1"/>
                </a:solidFill>
              </a:rPr>
              <a:t>– Pipe</a:t>
            </a:r>
            <a:r>
              <a:rPr lang="en-US" sz="2000" dirty="0">
                <a:solidFill>
                  <a:schemeClr val="tx1"/>
                </a:solidFill>
              </a:rPr>
              <a:t> &amp;</a:t>
            </a:r>
            <a:r>
              <a:rPr lang="ro-MD" sz="2000" noProof="0" dirty="0">
                <a:solidFill>
                  <a:schemeClr val="tx1"/>
                </a:solidFill>
              </a:rPr>
              <a:t> </a:t>
            </a:r>
            <a:r>
              <a:rPr lang="ro-MD" sz="2000" noProof="0" dirty="0" err="1">
                <a:solidFill>
                  <a:schemeClr val="tx1"/>
                </a:solidFill>
              </a:rPr>
              <a:t>Filter</a:t>
            </a:r>
            <a:r>
              <a:rPr lang="ro-MD" sz="2000" noProof="0" dirty="0">
                <a:solidFill>
                  <a:schemeClr val="tx1"/>
                </a:solidFill>
              </a:rPr>
              <a:t>, </a:t>
            </a:r>
            <a:r>
              <a:rPr lang="ro-MD" sz="2000" noProof="0" dirty="0" err="1">
                <a:solidFill>
                  <a:schemeClr val="tx1"/>
                </a:solidFill>
              </a:rPr>
              <a:t>Repository</a:t>
            </a:r>
            <a:r>
              <a:rPr lang="ro-MD" sz="2000" noProof="0" dirty="0">
                <a:solidFill>
                  <a:schemeClr val="tx1"/>
                </a:solidFill>
              </a:rPr>
              <a:t>.</a:t>
            </a:r>
          </a:p>
          <a:p>
            <a:endParaRPr lang="ro-MD" noProof="0" dirty="0"/>
          </a:p>
        </p:txBody>
      </p:sp>
      <p:sp>
        <p:nvSpPr>
          <p:cNvPr id="3" name="Title 2">
            <a:extLst>
              <a:ext uri="{FF2B5EF4-FFF2-40B4-BE49-F238E27FC236}">
                <a16:creationId xmlns:a16="http://schemas.microsoft.com/office/drawing/2014/main" id="{1F7F2A6C-7BBD-EBBA-91D7-7BA5A9732155}"/>
              </a:ext>
            </a:extLst>
          </p:cNvPr>
          <p:cNvSpPr>
            <a:spLocks noGrp="1"/>
          </p:cNvSpPr>
          <p:nvPr>
            <p:ph type="title"/>
          </p:nvPr>
        </p:nvSpPr>
        <p:spPr/>
        <p:txBody>
          <a:bodyPr/>
          <a:lstStyle/>
          <a:p>
            <a:pPr algn="ctr"/>
            <a:r>
              <a:rPr lang="ro-MD" sz="2800" noProof="0" dirty="0"/>
              <a:t>DEFINIREA ȘABLONULUI ARHITECTURAL</a:t>
            </a:r>
          </a:p>
        </p:txBody>
      </p:sp>
    </p:spTree>
    <p:extLst>
      <p:ext uri="{BB962C8B-B14F-4D97-AF65-F5344CB8AC3E}">
        <p14:creationId xmlns:p14="http://schemas.microsoft.com/office/powerpoint/2010/main" val="4158585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A6933B-B9C7-800A-9198-9E0B524164B8}"/>
              </a:ext>
            </a:extLst>
          </p:cNvPr>
          <p:cNvSpPr>
            <a:spLocks noGrp="1"/>
          </p:cNvSpPr>
          <p:nvPr>
            <p:ph type="body" idx="1"/>
          </p:nvPr>
        </p:nvSpPr>
        <p:spPr>
          <a:xfrm>
            <a:off x="960000" y="1621000"/>
            <a:ext cx="10281200" cy="3499640"/>
          </a:xfrm>
        </p:spPr>
        <p:txBody>
          <a:bodyPr/>
          <a:lstStyle/>
          <a:p>
            <a:pPr marL="203195" indent="0">
              <a:lnSpc>
                <a:spcPct val="150000"/>
              </a:lnSpc>
              <a:buNone/>
            </a:pPr>
            <a:r>
              <a:rPr lang="ro-MD" sz="2000" b="1" noProof="0" dirty="0"/>
              <a:t>Șabloanele analizate în detaliu:</a:t>
            </a:r>
            <a:endParaRPr lang="ro-MD" sz="2000" noProof="0" dirty="0"/>
          </a:p>
          <a:p>
            <a:pPr marL="660395" indent="-457200">
              <a:lnSpc>
                <a:spcPct val="150000"/>
              </a:lnSpc>
              <a:buSzPct val="100000"/>
              <a:buFont typeface="+mj-lt"/>
              <a:buAutoNum type="arabicParenR"/>
            </a:pPr>
            <a:r>
              <a:rPr lang="ro-MD" sz="2000" noProof="0" dirty="0"/>
              <a:t>Model–</a:t>
            </a:r>
            <a:r>
              <a:rPr lang="ro-MD" sz="2000" noProof="0" dirty="0" err="1"/>
              <a:t>View</a:t>
            </a:r>
            <a:r>
              <a:rPr lang="ro-MD" sz="2000" noProof="0" dirty="0"/>
              <a:t>–Controller (MVC);</a:t>
            </a:r>
          </a:p>
          <a:p>
            <a:pPr marL="660395" indent="-457200">
              <a:lnSpc>
                <a:spcPct val="150000"/>
              </a:lnSpc>
              <a:buSzPct val="100000"/>
              <a:buFont typeface="+mj-lt"/>
              <a:buAutoNum type="arabicParenR"/>
            </a:pPr>
            <a:r>
              <a:rPr lang="ro-MD" sz="2000" noProof="0" dirty="0"/>
              <a:t>Model–</a:t>
            </a:r>
            <a:r>
              <a:rPr lang="ro-MD" sz="2000" noProof="0" dirty="0" err="1"/>
              <a:t>View</a:t>
            </a:r>
            <a:r>
              <a:rPr lang="ro-MD" sz="2000" noProof="0" dirty="0"/>
              <a:t>–</a:t>
            </a:r>
            <a:r>
              <a:rPr lang="ro-MD" sz="2000" noProof="0" dirty="0" err="1"/>
              <a:t>Presenter</a:t>
            </a:r>
            <a:r>
              <a:rPr lang="ro-MD" sz="2000" noProof="0" dirty="0"/>
              <a:t> (MVP);</a:t>
            </a:r>
          </a:p>
          <a:p>
            <a:pPr marL="660395" indent="-457200">
              <a:lnSpc>
                <a:spcPct val="150000"/>
              </a:lnSpc>
              <a:buSzPct val="100000"/>
              <a:buFont typeface="+mj-lt"/>
              <a:buAutoNum type="arabicParenR"/>
            </a:pPr>
            <a:r>
              <a:rPr lang="ro-MD" sz="2000" noProof="0" dirty="0"/>
              <a:t>Model–</a:t>
            </a:r>
            <a:r>
              <a:rPr lang="ro-MD" sz="2000" noProof="0" dirty="0" err="1"/>
              <a:t>View</a:t>
            </a:r>
            <a:r>
              <a:rPr lang="ro-MD" sz="2000" noProof="0" dirty="0"/>
              <a:t>–</a:t>
            </a:r>
            <a:r>
              <a:rPr lang="ro-MD" sz="2000" noProof="0" dirty="0" err="1"/>
              <a:t>ViewModel</a:t>
            </a:r>
            <a:r>
              <a:rPr lang="ro-MD" sz="2000" noProof="0" dirty="0"/>
              <a:t> (MVVM).</a:t>
            </a:r>
          </a:p>
          <a:p>
            <a:pPr marL="660395" indent="-457200">
              <a:lnSpc>
                <a:spcPct val="150000"/>
              </a:lnSpc>
              <a:buSzPct val="100000"/>
              <a:buFont typeface="+mj-lt"/>
              <a:buAutoNum type="arabicParenR"/>
            </a:pPr>
            <a:endParaRPr lang="ro-MD" sz="2000" noProof="0" dirty="0"/>
          </a:p>
          <a:p>
            <a:pPr marL="203195" indent="0">
              <a:lnSpc>
                <a:spcPct val="150000"/>
              </a:lnSpc>
              <a:buSzPct val="100000"/>
              <a:buNone/>
            </a:pPr>
            <a:r>
              <a:rPr lang="ro-MD" sz="2000" noProof="0" dirty="0"/>
              <a:t>Acestea fac parte din categoria </a:t>
            </a:r>
            <a:r>
              <a:rPr lang="ro-MD" sz="2000" b="1" noProof="0" dirty="0"/>
              <a:t>șabloanelor arhitecturale orientate pe interfața cu utilizatorul</a:t>
            </a:r>
            <a:r>
              <a:rPr lang="ro-MD" sz="2000" noProof="0" dirty="0"/>
              <a:t> (UI </a:t>
            </a:r>
            <a:r>
              <a:rPr lang="ro-MD" sz="2000" noProof="0" dirty="0" err="1"/>
              <a:t>Architectural</a:t>
            </a:r>
            <a:r>
              <a:rPr lang="ro-MD" sz="2000" noProof="0" dirty="0"/>
              <a:t> </a:t>
            </a:r>
            <a:r>
              <a:rPr lang="ro-MD" sz="2000" noProof="0" dirty="0" err="1"/>
              <a:t>Patterns</a:t>
            </a:r>
            <a:r>
              <a:rPr lang="ro-MD" sz="2000" noProof="0" dirty="0"/>
              <a:t>).</a:t>
            </a:r>
          </a:p>
        </p:txBody>
      </p:sp>
      <p:sp>
        <p:nvSpPr>
          <p:cNvPr id="3" name="Title 2">
            <a:extLst>
              <a:ext uri="{FF2B5EF4-FFF2-40B4-BE49-F238E27FC236}">
                <a16:creationId xmlns:a16="http://schemas.microsoft.com/office/drawing/2014/main" id="{270C3229-AD24-159B-9E54-E7EA510A66D0}"/>
              </a:ext>
            </a:extLst>
          </p:cNvPr>
          <p:cNvSpPr>
            <a:spLocks noGrp="1"/>
          </p:cNvSpPr>
          <p:nvPr>
            <p:ph type="title"/>
          </p:nvPr>
        </p:nvSpPr>
        <p:spPr/>
        <p:txBody>
          <a:bodyPr/>
          <a:lstStyle/>
          <a:p>
            <a:pPr algn="ctr"/>
            <a:r>
              <a:rPr lang="ro-MD" noProof="0" dirty="0"/>
              <a:t>ANALIZA ȘABLOANELOR DE PROIECTARE</a:t>
            </a:r>
          </a:p>
        </p:txBody>
      </p:sp>
    </p:spTree>
    <p:extLst>
      <p:ext uri="{BB962C8B-B14F-4D97-AF65-F5344CB8AC3E}">
        <p14:creationId xmlns:p14="http://schemas.microsoft.com/office/powerpoint/2010/main" val="1538210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E76B97-4546-8C15-64CC-B93DD58979FB}"/>
              </a:ext>
            </a:extLst>
          </p:cNvPr>
          <p:cNvSpPr>
            <a:spLocks noGrp="1"/>
          </p:cNvSpPr>
          <p:nvPr>
            <p:ph type="body" idx="1"/>
          </p:nvPr>
        </p:nvSpPr>
        <p:spPr>
          <a:xfrm>
            <a:off x="960000" y="1620999"/>
            <a:ext cx="5488251" cy="2983384"/>
          </a:xfrm>
        </p:spPr>
        <p:txBody>
          <a:bodyPr/>
          <a:lstStyle/>
          <a:p>
            <a:pPr marL="203195" indent="0">
              <a:lnSpc>
                <a:spcPct val="150000"/>
              </a:lnSpc>
              <a:buNone/>
            </a:pPr>
            <a:r>
              <a:rPr lang="ro-MD" sz="2000" b="1" noProof="0" dirty="0"/>
              <a:t>MVC – Model–</a:t>
            </a:r>
            <a:r>
              <a:rPr lang="ro-MD" sz="2000" b="1" noProof="0" dirty="0" err="1"/>
              <a:t>View</a:t>
            </a:r>
            <a:r>
              <a:rPr lang="ro-MD" sz="2000" b="1" noProof="0" dirty="0"/>
              <a:t>–Controller</a:t>
            </a:r>
            <a:endParaRPr lang="ro-MD" sz="2000" noProof="0" dirty="0"/>
          </a:p>
          <a:p>
            <a:pPr marL="203195" indent="0">
              <a:lnSpc>
                <a:spcPct val="150000"/>
              </a:lnSpc>
              <a:buNone/>
            </a:pPr>
            <a:r>
              <a:rPr lang="ro-MD" sz="2000" noProof="0" dirty="0"/>
              <a:t>Separarea componentelor:</a:t>
            </a:r>
          </a:p>
          <a:p>
            <a:pPr>
              <a:lnSpc>
                <a:spcPct val="150000"/>
              </a:lnSpc>
              <a:buSzPct val="100000"/>
              <a:buFont typeface="Arial" panose="020B0604020202020204" pitchFamily="34" charset="0"/>
              <a:buChar char="•"/>
            </a:pPr>
            <a:r>
              <a:rPr lang="ro-MD" sz="2000" i="1" noProof="0" dirty="0"/>
              <a:t>Model (Model)</a:t>
            </a:r>
            <a:r>
              <a:rPr lang="ro-MD" sz="2000" noProof="0" dirty="0"/>
              <a:t> – gestionează datele</a:t>
            </a:r>
          </a:p>
          <a:p>
            <a:pPr>
              <a:lnSpc>
                <a:spcPct val="150000"/>
              </a:lnSpc>
              <a:buSzPct val="100000"/>
              <a:buFont typeface="Arial" panose="020B0604020202020204" pitchFamily="34" charset="0"/>
              <a:buChar char="•"/>
            </a:pPr>
            <a:r>
              <a:rPr lang="ro-MD" sz="2000" i="1" noProof="0" dirty="0" err="1"/>
              <a:t>View</a:t>
            </a:r>
            <a:r>
              <a:rPr lang="ro-MD" sz="2000" i="1" noProof="0" dirty="0"/>
              <a:t> (Vizualizare)</a:t>
            </a:r>
            <a:r>
              <a:rPr lang="ro-MD" sz="2000" noProof="0" dirty="0"/>
              <a:t> – afișează informațiile</a:t>
            </a:r>
          </a:p>
          <a:p>
            <a:pPr>
              <a:lnSpc>
                <a:spcPct val="150000"/>
              </a:lnSpc>
              <a:buSzPct val="100000"/>
              <a:buFont typeface="Arial" panose="020B0604020202020204" pitchFamily="34" charset="0"/>
              <a:buChar char="•"/>
            </a:pPr>
            <a:r>
              <a:rPr lang="ro-MD" sz="2000" i="1" noProof="0" dirty="0"/>
              <a:t>Controller (Controler)</a:t>
            </a:r>
            <a:r>
              <a:rPr lang="ro-MD" sz="2000" noProof="0" dirty="0"/>
              <a:t> – gestionează logica și interacțiunile cu utilizatorul.</a:t>
            </a:r>
          </a:p>
        </p:txBody>
      </p:sp>
      <p:sp>
        <p:nvSpPr>
          <p:cNvPr id="3" name="Title 2">
            <a:extLst>
              <a:ext uri="{FF2B5EF4-FFF2-40B4-BE49-F238E27FC236}">
                <a16:creationId xmlns:a16="http://schemas.microsoft.com/office/drawing/2014/main" id="{9BA54115-0A6B-926C-561B-19F0E5A77CE1}"/>
              </a:ext>
            </a:extLst>
          </p:cNvPr>
          <p:cNvSpPr>
            <a:spLocks noGrp="1"/>
          </p:cNvSpPr>
          <p:nvPr>
            <p:ph type="title"/>
          </p:nvPr>
        </p:nvSpPr>
        <p:spPr/>
        <p:txBody>
          <a:bodyPr/>
          <a:lstStyle/>
          <a:p>
            <a:pPr algn="ctr"/>
            <a:r>
              <a:rPr lang="ro-MD" noProof="0" dirty="0"/>
              <a:t>ARHITECTURA MVC</a:t>
            </a:r>
          </a:p>
        </p:txBody>
      </p:sp>
      <p:grpSp>
        <p:nvGrpSpPr>
          <p:cNvPr id="6" name="Group 5">
            <a:extLst>
              <a:ext uri="{FF2B5EF4-FFF2-40B4-BE49-F238E27FC236}">
                <a16:creationId xmlns:a16="http://schemas.microsoft.com/office/drawing/2014/main" id="{78A6947A-3BEF-898A-2B59-9503996E63E8}"/>
              </a:ext>
            </a:extLst>
          </p:cNvPr>
          <p:cNvGrpSpPr/>
          <p:nvPr/>
        </p:nvGrpSpPr>
        <p:grpSpPr>
          <a:xfrm>
            <a:off x="6431400" y="1992630"/>
            <a:ext cx="4800600" cy="2872740"/>
            <a:chOff x="0" y="0"/>
            <a:chExt cx="4800600" cy="2872740"/>
          </a:xfrm>
        </p:grpSpPr>
        <p:sp>
          <p:nvSpPr>
            <p:cNvPr id="7" name="Text Box 12">
              <a:extLst>
                <a:ext uri="{FF2B5EF4-FFF2-40B4-BE49-F238E27FC236}">
                  <a16:creationId xmlns:a16="http://schemas.microsoft.com/office/drawing/2014/main" id="{868B5660-4D99-D116-91B2-BD8ABAFDF672}"/>
                </a:ext>
              </a:extLst>
            </p:cNvPr>
            <p:cNvSpPr txBox="1"/>
            <p:nvPr/>
          </p:nvSpPr>
          <p:spPr>
            <a:xfrm>
              <a:off x="1310640" y="464820"/>
              <a:ext cx="1043940" cy="3200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Acces la date</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104CF92F-DC3A-BCD4-7D63-C6FE95D023D8}"/>
                </a:ext>
              </a:extLst>
            </p:cNvPr>
            <p:cNvGrpSpPr/>
            <p:nvPr/>
          </p:nvGrpSpPr>
          <p:grpSpPr>
            <a:xfrm>
              <a:off x="0" y="0"/>
              <a:ext cx="4800600" cy="2872740"/>
              <a:chOff x="0" y="0"/>
              <a:chExt cx="4800600" cy="2872740"/>
            </a:xfrm>
          </p:grpSpPr>
          <p:grpSp>
            <p:nvGrpSpPr>
              <p:cNvPr id="9" name="Group 8">
                <a:extLst>
                  <a:ext uri="{FF2B5EF4-FFF2-40B4-BE49-F238E27FC236}">
                    <a16:creationId xmlns:a16="http://schemas.microsoft.com/office/drawing/2014/main" id="{9424BA50-E4B1-D523-F938-BC6298DD4124}"/>
                  </a:ext>
                </a:extLst>
              </p:cNvPr>
              <p:cNvGrpSpPr/>
              <p:nvPr/>
            </p:nvGrpSpPr>
            <p:grpSpPr>
              <a:xfrm>
                <a:off x="0" y="160020"/>
                <a:ext cx="3566158" cy="2712720"/>
                <a:chOff x="0" y="0"/>
                <a:chExt cx="3566158" cy="2712720"/>
              </a:xfrm>
            </p:grpSpPr>
            <p:grpSp>
              <p:nvGrpSpPr>
                <p:cNvPr id="15" name="Group 14">
                  <a:extLst>
                    <a:ext uri="{FF2B5EF4-FFF2-40B4-BE49-F238E27FC236}">
                      <a16:creationId xmlns:a16="http://schemas.microsoft.com/office/drawing/2014/main" id="{1FDEB66E-FC63-6A83-075C-110AA582C45E}"/>
                    </a:ext>
                  </a:extLst>
                </p:cNvPr>
                <p:cNvGrpSpPr/>
                <p:nvPr/>
              </p:nvGrpSpPr>
              <p:grpSpPr>
                <a:xfrm>
                  <a:off x="0" y="0"/>
                  <a:ext cx="3566158" cy="2712720"/>
                  <a:chOff x="0" y="0"/>
                  <a:chExt cx="2917766" cy="2244736"/>
                </a:xfrm>
              </p:grpSpPr>
              <p:sp>
                <p:nvSpPr>
                  <p:cNvPr id="17" name="Oval 16">
                    <a:extLst>
                      <a:ext uri="{FF2B5EF4-FFF2-40B4-BE49-F238E27FC236}">
                        <a16:creationId xmlns:a16="http://schemas.microsoft.com/office/drawing/2014/main" id="{A7EE646E-65B8-59A6-30A9-D22FA88BCB30}"/>
                      </a:ext>
                    </a:extLst>
                  </p:cNvPr>
                  <p:cNvSpPr/>
                  <p:nvPr/>
                </p:nvSpPr>
                <p:spPr>
                  <a:xfrm>
                    <a:off x="0" y="15240"/>
                    <a:ext cx="914400"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a:solidFill>
                          <a:srgbClr val="FFFFFF"/>
                        </a:solidFill>
                        <a:effectLst/>
                        <a:latin typeface="Times New Roman" panose="02020603050405020304" pitchFamily="18" charset="0"/>
                        <a:ea typeface="Aptos" panose="020B0004020202020204" pitchFamily="34" charset="0"/>
                        <a:cs typeface="Arial" panose="020B0604020202020204" pitchFamily="34" charset="0"/>
                      </a:rPr>
                      <a:t>Model</a:t>
                    </a:r>
                    <a:endParaRPr lang="ro-MD" sz="1100" noProof="0" dirty="0">
                      <a:effectLst/>
                      <a:ea typeface="Aptos" panose="020B0004020202020204" pitchFamily="34" charset="0"/>
                      <a:cs typeface="Arial" panose="020B0604020202020204" pitchFamily="34" charset="0"/>
                    </a:endParaRPr>
                  </a:p>
                </p:txBody>
              </p:sp>
              <p:sp>
                <p:nvSpPr>
                  <p:cNvPr id="18" name="Oval 17">
                    <a:extLst>
                      <a:ext uri="{FF2B5EF4-FFF2-40B4-BE49-F238E27FC236}">
                        <a16:creationId xmlns:a16="http://schemas.microsoft.com/office/drawing/2014/main" id="{1B59B928-BAE5-5AD7-7DCA-BAA6EFB5E38C}"/>
                      </a:ext>
                    </a:extLst>
                  </p:cNvPr>
                  <p:cNvSpPr/>
                  <p:nvPr/>
                </p:nvSpPr>
                <p:spPr>
                  <a:xfrm>
                    <a:off x="1965960" y="0"/>
                    <a:ext cx="914400"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err="1">
                        <a:solidFill>
                          <a:srgbClr val="FFFFFF"/>
                        </a:solidFill>
                        <a:effectLst/>
                        <a:latin typeface="Times New Roman" panose="02020603050405020304" pitchFamily="18" charset="0"/>
                        <a:ea typeface="Aptos" panose="020B0004020202020204" pitchFamily="34" charset="0"/>
                        <a:cs typeface="Arial" panose="020B0604020202020204" pitchFamily="34" charset="0"/>
                      </a:rPr>
                      <a:t>View</a:t>
                    </a:r>
                    <a:endParaRPr lang="ro-MD" sz="1100" noProof="0" dirty="0">
                      <a:effectLst/>
                      <a:ea typeface="Aptos" panose="020B0004020202020204" pitchFamily="34" charset="0"/>
                      <a:cs typeface="Arial" panose="020B0604020202020204" pitchFamily="34" charset="0"/>
                    </a:endParaRPr>
                  </a:p>
                </p:txBody>
              </p:sp>
              <p:sp>
                <p:nvSpPr>
                  <p:cNvPr id="19" name="Oval 18">
                    <a:extLst>
                      <a:ext uri="{FF2B5EF4-FFF2-40B4-BE49-F238E27FC236}">
                        <a16:creationId xmlns:a16="http://schemas.microsoft.com/office/drawing/2014/main" id="{63DC3C69-57D4-2EC3-E9D4-125BA0EAA5E0}"/>
                      </a:ext>
                    </a:extLst>
                  </p:cNvPr>
                  <p:cNvSpPr/>
                  <p:nvPr/>
                </p:nvSpPr>
                <p:spPr>
                  <a:xfrm>
                    <a:off x="1934093" y="1330336"/>
                    <a:ext cx="983673"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a:solidFill>
                          <a:srgbClr val="FFFFFF"/>
                        </a:solidFill>
                        <a:effectLst/>
                        <a:latin typeface="Times New Roman" panose="02020603050405020304" pitchFamily="18" charset="0"/>
                        <a:ea typeface="Aptos" panose="020B0004020202020204" pitchFamily="34" charset="0"/>
                        <a:cs typeface="Arial" panose="020B0604020202020204" pitchFamily="34" charset="0"/>
                      </a:rPr>
                      <a:t>Controller</a:t>
                    </a:r>
                    <a:endParaRPr lang="ro-MD" sz="1100" noProof="0" dirty="0">
                      <a:effectLst/>
                      <a:ea typeface="Aptos" panose="020B0004020202020204" pitchFamily="34" charset="0"/>
                      <a:cs typeface="Arial" panose="020B0604020202020204" pitchFamily="34" charset="0"/>
                    </a:endParaRPr>
                  </a:p>
                </p:txBody>
              </p:sp>
              <p:cxnSp>
                <p:nvCxnSpPr>
                  <p:cNvPr id="20" name="Straight Arrow Connector 19">
                    <a:extLst>
                      <a:ext uri="{FF2B5EF4-FFF2-40B4-BE49-F238E27FC236}">
                        <a16:creationId xmlns:a16="http://schemas.microsoft.com/office/drawing/2014/main" id="{DEC13FE2-F837-BB45-F593-0425A526BB03}"/>
                      </a:ext>
                    </a:extLst>
                  </p:cNvPr>
                  <p:cNvCxnSpPr/>
                  <p:nvPr/>
                </p:nvCxnSpPr>
                <p:spPr>
                  <a:xfrm>
                    <a:off x="457200" y="929640"/>
                    <a:ext cx="1476894" cy="8578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121E7DED-A326-D1B1-49D3-41CEE99064DE}"/>
                      </a:ext>
                    </a:extLst>
                  </p:cNvPr>
                  <p:cNvCxnSpPr/>
                  <p:nvPr/>
                </p:nvCxnSpPr>
                <p:spPr>
                  <a:xfrm flipH="1" flipV="1">
                    <a:off x="780489" y="795729"/>
                    <a:ext cx="1287516" cy="66851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2C5D7B11-4033-DA2C-9C62-B63810009C3B}"/>
                      </a:ext>
                    </a:extLst>
                  </p:cNvPr>
                  <p:cNvCxnSpPr/>
                  <p:nvPr/>
                </p:nvCxnSpPr>
                <p:spPr>
                  <a:xfrm flipH="1">
                    <a:off x="914400" y="457201"/>
                    <a:ext cx="1051560" cy="1524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3" name="Straight Arrow Connector 22">
                    <a:extLst>
                      <a:ext uri="{FF2B5EF4-FFF2-40B4-BE49-F238E27FC236}">
                        <a16:creationId xmlns:a16="http://schemas.microsoft.com/office/drawing/2014/main" id="{F572487A-DD40-A0DF-1FE2-170CAE9BB609}"/>
                      </a:ext>
                    </a:extLst>
                  </p:cNvPr>
                  <p:cNvCxnSpPr>
                    <a:endCxn id="19" idx="0"/>
                  </p:cNvCxnSpPr>
                  <p:nvPr/>
                </p:nvCxnSpPr>
                <p:spPr>
                  <a:xfrm>
                    <a:off x="2423159" y="914400"/>
                    <a:ext cx="2770" cy="41593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CC6DC8BA-FCB4-6551-886B-B8EE7D2B68D1}"/>
                      </a:ext>
                    </a:extLst>
                  </p:cNvPr>
                  <p:cNvCxnSpPr>
                    <a:stCxn id="19" idx="7"/>
                  </p:cNvCxnSpPr>
                  <p:nvPr/>
                </p:nvCxnSpPr>
                <p:spPr>
                  <a:xfrm flipH="1" flipV="1">
                    <a:off x="2746449" y="780489"/>
                    <a:ext cx="27262" cy="68375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16" name="Straight Arrow Connector 15">
                  <a:extLst>
                    <a:ext uri="{FF2B5EF4-FFF2-40B4-BE49-F238E27FC236}">
                      <a16:creationId xmlns:a16="http://schemas.microsoft.com/office/drawing/2014/main" id="{F6F2A454-14FC-6AB8-BC65-0326CD078526}"/>
                    </a:ext>
                  </a:extLst>
                </p:cNvPr>
                <p:cNvCxnSpPr/>
                <p:nvPr/>
              </p:nvCxnSpPr>
              <p:spPr>
                <a:xfrm flipV="1">
                  <a:off x="953931" y="161829"/>
                  <a:ext cx="1612578" cy="1841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
            <p:nvSpPr>
              <p:cNvPr id="10" name="Text Box 12">
                <a:extLst>
                  <a:ext uri="{FF2B5EF4-FFF2-40B4-BE49-F238E27FC236}">
                    <a16:creationId xmlns:a16="http://schemas.microsoft.com/office/drawing/2014/main" id="{216245AB-71CF-4E74-9309-9809B8FCEA74}"/>
                  </a:ext>
                </a:extLst>
              </p:cNvPr>
              <p:cNvSpPr txBox="1"/>
              <p:nvPr/>
            </p:nvSpPr>
            <p:spPr>
              <a:xfrm>
                <a:off x="1287780" y="0"/>
                <a:ext cx="967740" cy="3200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Notificări</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11" name="Text Box 12">
                <a:extLst>
                  <a:ext uri="{FF2B5EF4-FFF2-40B4-BE49-F238E27FC236}">
                    <a16:creationId xmlns:a16="http://schemas.microsoft.com/office/drawing/2014/main" id="{897916D4-D938-22CF-FB57-4EEED433B4BA}"/>
                  </a:ext>
                </a:extLst>
              </p:cNvPr>
              <p:cNvSpPr txBox="1"/>
              <p:nvPr/>
            </p:nvSpPr>
            <p:spPr>
              <a:xfrm>
                <a:off x="3314700" y="1371600"/>
                <a:ext cx="1485900" cy="4876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Răspunsul primit la executare unei </a:t>
                </a:r>
                <a:r>
                  <a:rPr lang="ro-MD" sz="1200" noProof="0" dirty="0" err="1">
                    <a:effectLst/>
                    <a:latin typeface="Times New Roman" panose="02020603050405020304" pitchFamily="18" charset="0"/>
                    <a:ea typeface="Aptos" panose="020B0004020202020204" pitchFamily="34" charset="0"/>
                    <a:cs typeface="Arial" panose="020B0604020202020204" pitchFamily="34" charset="0"/>
                  </a:rPr>
                  <a:t>cerei</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12" name="Text Box 12">
                <a:extLst>
                  <a:ext uri="{FF2B5EF4-FFF2-40B4-BE49-F238E27FC236}">
                    <a16:creationId xmlns:a16="http://schemas.microsoft.com/office/drawing/2014/main" id="{60FB7356-37F4-3880-8928-7CD34050A331}"/>
                  </a:ext>
                </a:extLst>
              </p:cNvPr>
              <p:cNvSpPr txBox="1"/>
              <p:nvPr/>
            </p:nvSpPr>
            <p:spPr>
              <a:xfrm>
                <a:off x="1882805" y="1256634"/>
                <a:ext cx="1249680" cy="50292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Chemarea unei funcționalități</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13" name="Text Box 12">
                <a:extLst>
                  <a:ext uri="{FF2B5EF4-FFF2-40B4-BE49-F238E27FC236}">
                    <a16:creationId xmlns:a16="http://schemas.microsoft.com/office/drawing/2014/main" id="{8B276A74-7D39-B3E4-A8F4-10149599C91D}"/>
                  </a:ext>
                </a:extLst>
              </p:cNvPr>
              <p:cNvSpPr txBox="1"/>
              <p:nvPr/>
            </p:nvSpPr>
            <p:spPr>
              <a:xfrm>
                <a:off x="1066800" y="952500"/>
                <a:ext cx="1516380" cy="29718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Actualizarea datelor</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14" name="Text Box 12">
                <a:extLst>
                  <a:ext uri="{FF2B5EF4-FFF2-40B4-BE49-F238E27FC236}">
                    <a16:creationId xmlns:a16="http://schemas.microsoft.com/office/drawing/2014/main" id="{F45393B0-B048-333C-4974-1048EC746426}"/>
                  </a:ext>
                </a:extLst>
              </p:cNvPr>
              <p:cNvSpPr txBox="1"/>
              <p:nvPr/>
            </p:nvSpPr>
            <p:spPr>
              <a:xfrm>
                <a:off x="30480" y="1706880"/>
                <a:ext cx="1516380" cy="4800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Extragerea obiectului model</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grpSp>
      </p:grpSp>
    </p:spTree>
    <p:extLst>
      <p:ext uri="{BB962C8B-B14F-4D97-AF65-F5344CB8AC3E}">
        <p14:creationId xmlns:p14="http://schemas.microsoft.com/office/powerpoint/2010/main" val="3418139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CC6848E-39A7-0249-6D70-3561870608DB}"/>
              </a:ext>
            </a:extLst>
          </p:cNvPr>
          <p:cNvSpPr>
            <a:spLocks noGrp="1"/>
          </p:cNvSpPr>
          <p:nvPr>
            <p:ph type="body" idx="1"/>
          </p:nvPr>
        </p:nvSpPr>
        <p:spPr>
          <a:xfrm>
            <a:off x="960000" y="1621000"/>
            <a:ext cx="5430640" cy="3326920"/>
          </a:xfrm>
        </p:spPr>
        <p:txBody>
          <a:bodyPr/>
          <a:lstStyle/>
          <a:p>
            <a:pPr marL="203195" indent="0">
              <a:lnSpc>
                <a:spcPct val="150000"/>
              </a:lnSpc>
              <a:buNone/>
            </a:pPr>
            <a:r>
              <a:rPr lang="ro-MD" sz="2000" b="1" noProof="0" dirty="0"/>
              <a:t>MVP – Model–</a:t>
            </a:r>
            <a:r>
              <a:rPr lang="ro-MD" sz="2000" b="1" noProof="0" dirty="0" err="1"/>
              <a:t>View</a:t>
            </a:r>
            <a:r>
              <a:rPr lang="ro-MD" sz="2000" b="1" noProof="0" dirty="0"/>
              <a:t>–</a:t>
            </a:r>
            <a:r>
              <a:rPr lang="ro-MD" sz="2000" b="1" noProof="0" dirty="0" err="1"/>
              <a:t>Presenter</a:t>
            </a:r>
            <a:endParaRPr lang="ro-MD" sz="2000" noProof="0" dirty="0"/>
          </a:p>
          <a:p>
            <a:pPr marL="203195" indent="0">
              <a:lnSpc>
                <a:spcPct val="150000"/>
              </a:lnSpc>
              <a:buNone/>
            </a:pPr>
            <a:r>
              <a:rPr lang="ro-MD" sz="2000" noProof="0" dirty="0"/>
              <a:t>Separarea componentelor:</a:t>
            </a:r>
          </a:p>
          <a:p>
            <a:pPr>
              <a:lnSpc>
                <a:spcPct val="150000"/>
              </a:lnSpc>
              <a:buSzPct val="100000"/>
              <a:buFont typeface="Arial" panose="020B0604020202020204" pitchFamily="34" charset="0"/>
              <a:buChar char="•"/>
            </a:pPr>
            <a:r>
              <a:rPr lang="ro-MD" sz="2000" i="1" noProof="0" dirty="0"/>
              <a:t>Model (Model)</a:t>
            </a:r>
            <a:r>
              <a:rPr lang="ro-MD" sz="2000" noProof="0" dirty="0"/>
              <a:t> – gestionează datele</a:t>
            </a:r>
          </a:p>
          <a:p>
            <a:pPr>
              <a:lnSpc>
                <a:spcPct val="150000"/>
              </a:lnSpc>
              <a:buSzPct val="100000"/>
              <a:buFont typeface="Arial" panose="020B0604020202020204" pitchFamily="34" charset="0"/>
              <a:buChar char="•"/>
            </a:pPr>
            <a:r>
              <a:rPr lang="ro-MD" sz="2000" i="1" noProof="0" dirty="0" err="1"/>
              <a:t>View</a:t>
            </a:r>
            <a:r>
              <a:rPr lang="ro-MD" sz="2000" i="1" noProof="0" dirty="0"/>
              <a:t> (Vizualizare)</a:t>
            </a:r>
            <a:r>
              <a:rPr lang="ro-MD" sz="2000" noProof="0" dirty="0"/>
              <a:t> – afișează și transmite acțiuni</a:t>
            </a:r>
          </a:p>
          <a:p>
            <a:pPr>
              <a:lnSpc>
                <a:spcPct val="150000"/>
              </a:lnSpc>
              <a:buSzPct val="100000"/>
              <a:buFont typeface="Arial" panose="020B0604020202020204" pitchFamily="34" charset="0"/>
              <a:buChar char="•"/>
            </a:pPr>
            <a:r>
              <a:rPr lang="ro-MD" sz="2000" i="1" noProof="0" dirty="0" err="1"/>
              <a:t>Presenter</a:t>
            </a:r>
            <a:r>
              <a:rPr lang="ro-MD" sz="2000" i="1" noProof="0" dirty="0"/>
              <a:t> (Prezentator)</a:t>
            </a:r>
            <a:r>
              <a:rPr lang="ro-MD" sz="2000" noProof="0" dirty="0"/>
              <a:t> - gestionează integral logica aplicației.</a:t>
            </a:r>
          </a:p>
          <a:p>
            <a:endParaRPr lang="ro-MD" sz="2000" noProof="0" dirty="0"/>
          </a:p>
        </p:txBody>
      </p:sp>
      <p:sp>
        <p:nvSpPr>
          <p:cNvPr id="3" name="Title 2">
            <a:extLst>
              <a:ext uri="{FF2B5EF4-FFF2-40B4-BE49-F238E27FC236}">
                <a16:creationId xmlns:a16="http://schemas.microsoft.com/office/drawing/2014/main" id="{A1DF16B7-58CF-4F97-0504-D639A73CC96B}"/>
              </a:ext>
            </a:extLst>
          </p:cNvPr>
          <p:cNvSpPr>
            <a:spLocks noGrp="1"/>
          </p:cNvSpPr>
          <p:nvPr>
            <p:ph type="title"/>
          </p:nvPr>
        </p:nvSpPr>
        <p:spPr/>
        <p:txBody>
          <a:bodyPr/>
          <a:lstStyle/>
          <a:p>
            <a:pPr algn="ctr"/>
            <a:r>
              <a:rPr lang="ro-MD" noProof="0" dirty="0"/>
              <a:t>ARHITECTURA MVP</a:t>
            </a:r>
          </a:p>
        </p:txBody>
      </p:sp>
      <p:grpSp>
        <p:nvGrpSpPr>
          <p:cNvPr id="12" name="Group 11">
            <a:extLst>
              <a:ext uri="{FF2B5EF4-FFF2-40B4-BE49-F238E27FC236}">
                <a16:creationId xmlns:a16="http://schemas.microsoft.com/office/drawing/2014/main" id="{1E146E60-6AA2-CEA3-008E-97F7B391DFDF}"/>
              </a:ext>
            </a:extLst>
          </p:cNvPr>
          <p:cNvGrpSpPr/>
          <p:nvPr/>
        </p:nvGrpSpPr>
        <p:grpSpPr>
          <a:xfrm>
            <a:off x="6317100" y="2146935"/>
            <a:ext cx="4914900" cy="2564130"/>
            <a:chOff x="0" y="1"/>
            <a:chExt cx="4914900" cy="2564707"/>
          </a:xfrm>
        </p:grpSpPr>
        <p:grpSp>
          <p:nvGrpSpPr>
            <p:cNvPr id="13" name="Group 12">
              <a:extLst>
                <a:ext uri="{FF2B5EF4-FFF2-40B4-BE49-F238E27FC236}">
                  <a16:creationId xmlns:a16="http://schemas.microsoft.com/office/drawing/2014/main" id="{FBC0FF1A-2599-B3EC-36FB-BEAF309C8E4C}"/>
                </a:ext>
              </a:extLst>
            </p:cNvPr>
            <p:cNvGrpSpPr/>
            <p:nvPr/>
          </p:nvGrpSpPr>
          <p:grpSpPr>
            <a:xfrm>
              <a:off x="91440" y="1"/>
              <a:ext cx="4427220" cy="2564707"/>
              <a:chOff x="-286789" y="-567727"/>
              <a:chExt cx="3622271" cy="2122586"/>
            </a:xfrm>
          </p:grpSpPr>
          <p:sp>
            <p:nvSpPr>
              <p:cNvPr id="18" name="Oval 17">
                <a:extLst>
                  <a:ext uri="{FF2B5EF4-FFF2-40B4-BE49-F238E27FC236}">
                    <a16:creationId xmlns:a16="http://schemas.microsoft.com/office/drawing/2014/main" id="{38DF84D4-0B22-1473-6B5C-6ADC9042DDEC}"/>
                  </a:ext>
                </a:extLst>
              </p:cNvPr>
              <p:cNvSpPr/>
              <p:nvPr/>
            </p:nvSpPr>
            <p:spPr>
              <a:xfrm>
                <a:off x="-286789" y="640459"/>
                <a:ext cx="914400"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a:solidFill>
                      <a:srgbClr val="FFFFFF"/>
                    </a:solidFill>
                    <a:effectLst/>
                    <a:latin typeface="Times New Roman" panose="02020603050405020304" pitchFamily="18" charset="0"/>
                    <a:ea typeface="Aptos" panose="020B0004020202020204" pitchFamily="34" charset="0"/>
                    <a:cs typeface="Arial" panose="020B0604020202020204" pitchFamily="34" charset="0"/>
                  </a:rPr>
                  <a:t>Model</a:t>
                </a:r>
                <a:endParaRPr lang="ro-MD" sz="1100" noProof="0" dirty="0">
                  <a:effectLst/>
                  <a:ea typeface="Aptos" panose="020B0004020202020204" pitchFamily="34" charset="0"/>
                  <a:cs typeface="Arial" panose="020B0604020202020204" pitchFamily="34" charset="0"/>
                </a:endParaRPr>
              </a:p>
            </p:txBody>
          </p:sp>
          <p:sp>
            <p:nvSpPr>
              <p:cNvPr id="19" name="Oval 18">
                <a:extLst>
                  <a:ext uri="{FF2B5EF4-FFF2-40B4-BE49-F238E27FC236}">
                    <a16:creationId xmlns:a16="http://schemas.microsoft.com/office/drawing/2014/main" id="{1D871EF7-54B7-8540-B1B3-53611CBB1562}"/>
                  </a:ext>
                </a:extLst>
              </p:cNvPr>
              <p:cNvSpPr/>
              <p:nvPr/>
            </p:nvSpPr>
            <p:spPr>
              <a:xfrm>
                <a:off x="2421082" y="640458"/>
                <a:ext cx="914400"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err="1">
                    <a:solidFill>
                      <a:srgbClr val="FFFFFF"/>
                    </a:solidFill>
                    <a:effectLst/>
                    <a:latin typeface="Times New Roman" panose="02020603050405020304" pitchFamily="18" charset="0"/>
                    <a:ea typeface="Aptos" panose="020B0004020202020204" pitchFamily="34" charset="0"/>
                    <a:cs typeface="Arial" panose="020B0604020202020204" pitchFamily="34" charset="0"/>
                  </a:rPr>
                  <a:t>View</a:t>
                </a:r>
                <a:endParaRPr lang="ro-MD" sz="1100" noProof="0" dirty="0">
                  <a:effectLst/>
                  <a:ea typeface="Aptos" panose="020B0004020202020204" pitchFamily="34" charset="0"/>
                  <a:cs typeface="Arial" panose="020B0604020202020204" pitchFamily="34" charset="0"/>
                </a:endParaRPr>
              </a:p>
            </p:txBody>
          </p:sp>
          <p:sp>
            <p:nvSpPr>
              <p:cNvPr id="20" name="Oval 19">
                <a:extLst>
                  <a:ext uri="{FF2B5EF4-FFF2-40B4-BE49-F238E27FC236}">
                    <a16:creationId xmlns:a16="http://schemas.microsoft.com/office/drawing/2014/main" id="{6E7252A1-A7B9-EFB7-E371-C153188AF76B}"/>
                  </a:ext>
                </a:extLst>
              </p:cNvPr>
              <p:cNvSpPr/>
              <p:nvPr/>
            </p:nvSpPr>
            <p:spPr>
              <a:xfrm>
                <a:off x="1048788" y="-567727"/>
                <a:ext cx="905256"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err="1">
                    <a:solidFill>
                      <a:srgbClr val="FFFFFF"/>
                    </a:solidFill>
                    <a:effectLst/>
                    <a:latin typeface="Times New Roman" panose="02020603050405020304" pitchFamily="18" charset="0"/>
                    <a:ea typeface="Aptos" panose="020B0004020202020204" pitchFamily="34" charset="0"/>
                    <a:cs typeface="Arial" panose="020B0604020202020204" pitchFamily="34" charset="0"/>
                  </a:rPr>
                  <a:t>Presenter</a:t>
                </a:r>
                <a:endParaRPr lang="ro-MD" sz="1100" noProof="0" dirty="0">
                  <a:effectLst/>
                  <a:ea typeface="Aptos" panose="020B0004020202020204" pitchFamily="34" charset="0"/>
                  <a:cs typeface="Arial" panose="020B0604020202020204" pitchFamily="34" charset="0"/>
                </a:endParaRPr>
              </a:p>
            </p:txBody>
          </p:sp>
          <p:cxnSp>
            <p:nvCxnSpPr>
              <p:cNvPr id="21" name="Straight Arrow Connector 20">
                <a:extLst>
                  <a:ext uri="{FF2B5EF4-FFF2-40B4-BE49-F238E27FC236}">
                    <a16:creationId xmlns:a16="http://schemas.microsoft.com/office/drawing/2014/main" id="{2F739FB6-7A38-E376-E392-42DC6956FD22}"/>
                  </a:ext>
                </a:extLst>
              </p:cNvPr>
              <p:cNvCxnSpPr/>
              <p:nvPr/>
            </p:nvCxnSpPr>
            <p:spPr>
              <a:xfrm flipV="1">
                <a:off x="627611" y="212762"/>
                <a:ext cx="553749" cy="884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07D8E89-F701-68FF-B46C-DF8E3E39EE24}"/>
                  </a:ext>
                </a:extLst>
              </p:cNvPr>
              <p:cNvCxnSpPr/>
              <p:nvPr/>
            </p:nvCxnSpPr>
            <p:spPr>
              <a:xfrm flipH="1">
                <a:off x="493700" y="-110527"/>
                <a:ext cx="555088" cy="884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FA9813B0-159E-BBA0-B30F-6E6454B99736}"/>
                  </a:ext>
                </a:extLst>
              </p:cNvPr>
              <p:cNvCxnSpPr/>
              <p:nvPr/>
            </p:nvCxnSpPr>
            <p:spPr>
              <a:xfrm flipH="1" flipV="1">
                <a:off x="1821473" y="212731"/>
                <a:ext cx="599609" cy="88486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DE4BF15D-B01C-94FB-3D8D-820CE014998E}"/>
                  </a:ext>
                </a:extLst>
              </p:cNvPr>
              <p:cNvCxnSpPr/>
              <p:nvPr/>
            </p:nvCxnSpPr>
            <p:spPr>
              <a:xfrm>
                <a:off x="1954044" y="-110545"/>
                <a:ext cx="600949" cy="88486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14" name="Text Box 12">
              <a:extLst>
                <a:ext uri="{FF2B5EF4-FFF2-40B4-BE49-F238E27FC236}">
                  <a16:creationId xmlns:a16="http://schemas.microsoft.com/office/drawing/2014/main" id="{4258B242-BA3C-B632-9687-59000F51D5C2}"/>
                </a:ext>
              </a:extLst>
            </p:cNvPr>
            <p:cNvSpPr txBox="1"/>
            <p:nvPr/>
          </p:nvSpPr>
          <p:spPr>
            <a:xfrm>
              <a:off x="0" y="754380"/>
              <a:ext cx="1615440" cy="3276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Actualizarea datelor</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15" name="Text Box 12">
              <a:extLst>
                <a:ext uri="{FF2B5EF4-FFF2-40B4-BE49-F238E27FC236}">
                  <a16:creationId xmlns:a16="http://schemas.microsoft.com/office/drawing/2014/main" id="{B610F2B4-56E7-6A93-14A2-E428208D3E1D}"/>
                </a:ext>
              </a:extLst>
            </p:cNvPr>
            <p:cNvSpPr txBox="1"/>
            <p:nvPr/>
          </p:nvSpPr>
          <p:spPr>
            <a:xfrm>
              <a:off x="1440180" y="1524000"/>
              <a:ext cx="1082040" cy="3200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Acces la date</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16" name="Text Box 12">
              <a:extLst>
                <a:ext uri="{FF2B5EF4-FFF2-40B4-BE49-F238E27FC236}">
                  <a16:creationId xmlns:a16="http://schemas.microsoft.com/office/drawing/2014/main" id="{281C21D8-97CD-2971-7922-10BC91089CB1}"/>
                </a:ext>
              </a:extLst>
            </p:cNvPr>
            <p:cNvSpPr txBox="1"/>
            <p:nvPr/>
          </p:nvSpPr>
          <p:spPr>
            <a:xfrm>
              <a:off x="2217420" y="1737360"/>
              <a:ext cx="1112520" cy="4572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Chemarea unei acțiuni</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17" name="Text Box 12">
              <a:extLst>
                <a:ext uri="{FF2B5EF4-FFF2-40B4-BE49-F238E27FC236}">
                  <a16:creationId xmlns:a16="http://schemas.microsoft.com/office/drawing/2014/main" id="{2A06F14A-99B8-68F3-1B39-AAC62D720552}"/>
                </a:ext>
              </a:extLst>
            </p:cNvPr>
            <p:cNvSpPr txBox="1"/>
            <p:nvPr/>
          </p:nvSpPr>
          <p:spPr>
            <a:xfrm>
              <a:off x="3154680" y="739140"/>
              <a:ext cx="1760220" cy="3200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Actualizarea vizualizării</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grpSp>
    </p:spTree>
    <p:extLst>
      <p:ext uri="{BB962C8B-B14F-4D97-AF65-F5344CB8AC3E}">
        <p14:creationId xmlns:p14="http://schemas.microsoft.com/office/powerpoint/2010/main" val="1770078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9DD12A-9B13-A8D7-1CA9-A2C67BDD62E3}"/>
              </a:ext>
            </a:extLst>
          </p:cNvPr>
          <p:cNvSpPr>
            <a:spLocks noGrp="1"/>
          </p:cNvSpPr>
          <p:nvPr>
            <p:ph type="body" idx="1"/>
          </p:nvPr>
        </p:nvSpPr>
        <p:spPr>
          <a:xfrm>
            <a:off x="960000" y="1620999"/>
            <a:ext cx="4977630" cy="3824761"/>
          </a:xfrm>
        </p:spPr>
        <p:txBody>
          <a:bodyPr/>
          <a:lstStyle/>
          <a:p>
            <a:pPr marL="203195" indent="0">
              <a:lnSpc>
                <a:spcPct val="150000"/>
              </a:lnSpc>
              <a:buNone/>
            </a:pPr>
            <a:r>
              <a:rPr lang="ro-MD" sz="2000" b="1" noProof="0" dirty="0"/>
              <a:t>MVVM – Model–</a:t>
            </a:r>
            <a:r>
              <a:rPr lang="ro-MD" sz="2000" b="1" noProof="0" dirty="0" err="1"/>
              <a:t>View</a:t>
            </a:r>
            <a:r>
              <a:rPr lang="ro-MD" sz="2000" b="1" noProof="0" dirty="0"/>
              <a:t>–</a:t>
            </a:r>
            <a:r>
              <a:rPr lang="ro-MD" sz="2000" b="1" noProof="0" dirty="0" err="1"/>
              <a:t>ViewModel</a:t>
            </a:r>
            <a:endParaRPr lang="ro-MD" sz="2000" noProof="0" dirty="0"/>
          </a:p>
          <a:p>
            <a:pPr marL="203195" indent="0">
              <a:lnSpc>
                <a:spcPct val="150000"/>
              </a:lnSpc>
              <a:buNone/>
            </a:pPr>
            <a:r>
              <a:rPr lang="ro-MD" sz="2000" noProof="0" dirty="0"/>
              <a:t>Separarea componentelor:</a:t>
            </a:r>
          </a:p>
          <a:p>
            <a:pPr>
              <a:lnSpc>
                <a:spcPct val="150000"/>
              </a:lnSpc>
              <a:buSzPct val="100000"/>
              <a:buFont typeface="Arial" panose="020B0604020202020204" pitchFamily="34" charset="0"/>
              <a:buChar char="•"/>
            </a:pPr>
            <a:r>
              <a:rPr lang="ro-MD" sz="2000" i="1" noProof="0" dirty="0"/>
              <a:t>Model (Model)</a:t>
            </a:r>
            <a:r>
              <a:rPr lang="ro-MD" sz="2000" noProof="0" dirty="0"/>
              <a:t> – gestionează datele</a:t>
            </a:r>
          </a:p>
          <a:p>
            <a:pPr>
              <a:lnSpc>
                <a:spcPct val="150000"/>
              </a:lnSpc>
              <a:buSzPct val="100000"/>
              <a:buFont typeface="Arial" panose="020B0604020202020204" pitchFamily="34" charset="0"/>
              <a:buChar char="•"/>
            </a:pPr>
            <a:r>
              <a:rPr lang="ro-MD" sz="2000" i="1" noProof="0" dirty="0" err="1"/>
              <a:t>View</a:t>
            </a:r>
            <a:r>
              <a:rPr lang="ro-MD" sz="2000" i="1" noProof="0" dirty="0"/>
              <a:t> (Vizualizare)</a:t>
            </a:r>
            <a:r>
              <a:rPr lang="ro-MD" sz="2000" noProof="0" dirty="0"/>
              <a:t> – reprezintă interfața grafică</a:t>
            </a:r>
          </a:p>
          <a:p>
            <a:pPr>
              <a:lnSpc>
                <a:spcPct val="150000"/>
              </a:lnSpc>
              <a:buSzPct val="100000"/>
              <a:buFont typeface="Arial" panose="020B0604020202020204" pitchFamily="34" charset="0"/>
              <a:buChar char="•"/>
            </a:pPr>
            <a:r>
              <a:rPr lang="ro-MD" sz="2000" i="1" noProof="0" dirty="0" err="1"/>
              <a:t>ViewModel</a:t>
            </a:r>
            <a:r>
              <a:rPr lang="ro-MD" sz="2000" i="1" noProof="0" dirty="0"/>
              <a:t> (Modelul Vizualizării)</a:t>
            </a:r>
            <a:r>
              <a:rPr lang="ro-MD" sz="2000" noProof="0" dirty="0"/>
              <a:t> – gestionează logica UI și face legătura cu </a:t>
            </a:r>
            <a:r>
              <a:rPr lang="ro-MD" sz="2000" noProof="0" dirty="0" err="1"/>
              <a:t>View-ul</a:t>
            </a:r>
            <a:r>
              <a:rPr lang="ro-MD" sz="2000" noProof="0" dirty="0"/>
              <a:t> prin Data </a:t>
            </a:r>
            <a:r>
              <a:rPr lang="ro-MD" sz="2000" noProof="0" dirty="0" err="1"/>
              <a:t>Binding</a:t>
            </a:r>
            <a:endParaRPr lang="ro-MD" sz="2000" noProof="0" dirty="0"/>
          </a:p>
          <a:p>
            <a:endParaRPr lang="ro-MD" noProof="0" dirty="0"/>
          </a:p>
        </p:txBody>
      </p:sp>
      <p:sp>
        <p:nvSpPr>
          <p:cNvPr id="3" name="Title 2">
            <a:extLst>
              <a:ext uri="{FF2B5EF4-FFF2-40B4-BE49-F238E27FC236}">
                <a16:creationId xmlns:a16="http://schemas.microsoft.com/office/drawing/2014/main" id="{E510E026-355B-D04F-D916-DA4DE743528F}"/>
              </a:ext>
            </a:extLst>
          </p:cNvPr>
          <p:cNvSpPr>
            <a:spLocks noGrp="1"/>
          </p:cNvSpPr>
          <p:nvPr>
            <p:ph type="title"/>
          </p:nvPr>
        </p:nvSpPr>
        <p:spPr/>
        <p:txBody>
          <a:bodyPr/>
          <a:lstStyle/>
          <a:p>
            <a:pPr algn="ctr"/>
            <a:r>
              <a:rPr lang="ro-MD" noProof="0" dirty="0"/>
              <a:t>ARHITECTURA MVVM</a:t>
            </a:r>
          </a:p>
        </p:txBody>
      </p:sp>
      <p:grpSp>
        <p:nvGrpSpPr>
          <p:cNvPr id="4" name="Group 3">
            <a:extLst>
              <a:ext uri="{FF2B5EF4-FFF2-40B4-BE49-F238E27FC236}">
                <a16:creationId xmlns:a16="http://schemas.microsoft.com/office/drawing/2014/main" id="{7F25BDB6-6BB4-DF8E-1ACD-693A0CDFAAEF}"/>
              </a:ext>
            </a:extLst>
          </p:cNvPr>
          <p:cNvGrpSpPr/>
          <p:nvPr/>
        </p:nvGrpSpPr>
        <p:grpSpPr>
          <a:xfrm>
            <a:off x="6192520" y="2720340"/>
            <a:ext cx="5394960" cy="1417320"/>
            <a:chOff x="0" y="22860"/>
            <a:chExt cx="5394960" cy="1417320"/>
          </a:xfrm>
        </p:grpSpPr>
        <p:grpSp>
          <p:nvGrpSpPr>
            <p:cNvPr id="5" name="Group 4">
              <a:extLst>
                <a:ext uri="{FF2B5EF4-FFF2-40B4-BE49-F238E27FC236}">
                  <a16:creationId xmlns:a16="http://schemas.microsoft.com/office/drawing/2014/main" id="{1B50BE7A-2877-1F26-073C-C3D9396F1335}"/>
                </a:ext>
              </a:extLst>
            </p:cNvPr>
            <p:cNvGrpSpPr/>
            <p:nvPr/>
          </p:nvGrpSpPr>
          <p:grpSpPr>
            <a:xfrm>
              <a:off x="0" y="152400"/>
              <a:ext cx="5394960" cy="1119167"/>
              <a:chOff x="-679565" y="230542"/>
              <a:chExt cx="4414058" cy="926094"/>
            </a:xfrm>
          </p:grpSpPr>
          <p:sp>
            <p:nvSpPr>
              <p:cNvPr id="10" name="Oval 9">
                <a:extLst>
                  <a:ext uri="{FF2B5EF4-FFF2-40B4-BE49-F238E27FC236}">
                    <a16:creationId xmlns:a16="http://schemas.microsoft.com/office/drawing/2014/main" id="{221AAD86-4653-169A-5083-6B311D6EDBCF}"/>
                  </a:ext>
                </a:extLst>
              </p:cNvPr>
              <p:cNvSpPr/>
              <p:nvPr/>
            </p:nvSpPr>
            <p:spPr>
              <a:xfrm>
                <a:off x="-679565" y="242236"/>
                <a:ext cx="914400"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a:solidFill>
                      <a:srgbClr val="FFFFFF"/>
                    </a:solidFill>
                    <a:effectLst/>
                    <a:latin typeface="Times New Roman" panose="02020603050405020304" pitchFamily="18" charset="0"/>
                    <a:ea typeface="Aptos" panose="020B0004020202020204" pitchFamily="34" charset="0"/>
                    <a:cs typeface="Arial" panose="020B0604020202020204" pitchFamily="34" charset="0"/>
                  </a:rPr>
                  <a:t>Model</a:t>
                </a:r>
                <a:endParaRPr lang="ro-MD" sz="1100" noProof="0" dirty="0">
                  <a:effectLst/>
                  <a:ea typeface="Aptos" panose="020B0004020202020204" pitchFamily="34" charset="0"/>
                  <a:cs typeface="Arial" panose="020B0604020202020204" pitchFamily="34" charset="0"/>
                </a:endParaRPr>
              </a:p>
            </p:txBody>
          </p:sp>
          <p:sp>
            <p:nvSpPr>
              <p:cNvPr id="11" name="Oval 10">
                <a:extLst>
                  <a:ext uri="{FF2B5EF4-FFF2-40B4-BE49-F238E27FC236}">
                    <a16:creationId xmlns:a16="http://schemas.microsoft.com/office/drawing/2014/main" id="{0B9D9614-893B-919A-DEC6-B93DF73B2B4F}"/>
                  </a:ext>
                </a:extLst>
              </p:cNvPr>
              <p:cNvSpPr/>
              <p:nvPr/>
            </p:nvSpPr>
            <p:spPr>
              <a:xfrm>
                <a:off x="2820093" y="230542"/>
                <a:ext cx="914400"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err="1">
                    <a:solidFill>
                      <a:srgbClr val="FFFFFF"/>
                    </a:solidFill>
                    <a:effectLst/>
                    <a:latin typeface="Times New Roman" panose="02020603050405020304" pitchFamily="18" charset="0"/>
                    <a:ea typeface="Aptos" panose="020B0004020202020204" pitchFamily="34" charset="0"/>
                    <a:cs typeface="Arial" panose="020B0604020202020204" pitchFamily="34" charset="0"/>
                  </a:rPr>
                  <a:t>View</a:t>
                </a:r>
                <a:endParaRPr lang="ro-MD" sz="1100" noProof="0" dirty="0">
                  <a:effectLst/>
                  <a:ea typeface="Aptos" panose="020B0004020202020204" pitchFamily="34" charset="0"/>
                  <a:cs typeface="Arial" panose="020B0604020202020204" pitchFamily="34" charset="0"/>
                </a:endParaRPr>
              </a:p>
            </p:txBody>
          </p:sp>
          <p:sp>
            <p:nvSpPr>
              <p:cNvPr id="12" name="Oval 11">
                <a:extLst>
                  <a:ext uri="{FF2B5EF4-FFF2-40B4-BE49-F238E27FC236}">
                    <a16:creationId xmlns:a16="http://schemas.microsoft.com/office/drawing/2014/main" id="{129BDAB2-5326-9B80-D76F-390F69BB2D22}"/>
                  </a:ext>
                </a:extLst>
              </p:cNvPr>
              <p:cNvSpPr/>
              <p:nvPr/>
            </p:nvSpPr>
            <p:spPr>
              <a:xfrm>
                <a:off x="1017616" y="233187"/>
                <a:ext cx="1120834" cy="914400"/>
              </a:xfrm>
              <a:prstGeom prst="ellipse">
                <a:avLst/>
              </a:prstGeom>
              <a:solidFill>
                <a:srgbClr val="0070C0"/>
              </a:solidFill>
              <a:ln>
                <a:solidFill>
                  <a:schemeClr val="tx1"/>
                </a:solid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ro-MD" sz="1200" noProof="0" dirty="0" err="1">
                    <a:solidFill>
                      <a:srgbClr val="FFFFFF"/>
                    </a:solidFill>
                    <a:effectLst/>
                    <a:latin typeface="Times New Roman" panose="02020603050405020304" pitchFamily="18" charset="0"/>
                    <a:ea typeface="Aptos" panose="020B0004020202020204" pitchFamily="34" charset="0"/>
                    <a:cs typeface="Arial" panose="020B0604020202020204" pitchFamily="34" charset="0"/>
                  </a:rPr>
                  <a:t>ViewModel</a:t>
                </a:r>
                <a:endParaRPr lang="ro-MD" sz="1100" noProof="0" dirty="0">
                  <a:effectLst/>
                  <a:ea typeface="Aptos" panose="020B0004020202020204" pitchFamily="34" charset="0"/>
                  <a:cs typeface="Arial" panose="020B0604020202020204" pitchFamily="34" charset="0"/>
                </a:endParaRPr>
              </a:p>
            </p:txBody>
          </p:sp>
          <p:cxnSp>
            <p:nvCxnSpPr>
              <p:cNvPr id="13" name="Straight Arrow Connector 12">
                <a:extLst>
                  <a:ext uri="{FF2B5EF4-FFF2-40B4-BE49-F238E27FC236}">
                    <a16:creationId xmlns:a16="http://schemas.microsoft.com/office/drawing/2014/main" id="{F4E779FE-7C7D-FA5F-7DE3-32B37325A95F}"/>
                  </a:ext>
                </a:extLst>
              </p:cNvPr>
              <p:cNvCxnSpPr/>
              <p:nvPr/>
            </p:nvCxnSpPr>
            <p:spPr>
              <a:xfrm flipV="1">
                <a:off x="100924" y="1013676"/>
                <a:ext cx="1080834" cy="90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6507B8EC-CF1C-239C-39E7-257C6373B207}"/>
                  </a:ext>
                </a:extLst>
              </p:cNvPr>
              <p:cNvCxnSpPr/>
              <p:nvPr/>
            </p:nvCxnSpPr>
            <p:spPr>
              <a:xfrm flipH="1">
                <a:off x="100924" y="367098"/>
                <a:ext cx="1080834" cy="90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15A6B07A-FD44-320E-9CE3-0E7112A0B431}"/>
                  </a:ext>
                </a:extLst>
              </p:cNvPr>
              <p:cNvCxnSpPr/>
              <p:nvPr/>
            </p:nvCxnSpPr>
            <p:spPr>
              <a:xfrm flipH="1">
                <a:off x="1974307" y="1011031"/>
                <a:ext cx="979697" cy="26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FB587DBC-A99A-F018-FD11-FD562E4F5D37}"/>
                  </a:ext>
                </a:extLst>
              </p:cNvPr>
              <p:cNvCxnSpPr/>
              <p:nvPr/>
            </p:nvCxnSpPr>
            <p:spPr>
              <a:xfrm flipV="1">
                <a:off x="1974307" y="364453"/>
                <a:ext cx="979697" cy="26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6" name="Text Box 12">
              <a:extLst>
                <a:ext uri="{FF2B5EF4-FFF2-40B4-BE49-F238E27FC236}">
                  <a16:creationId xmlns:a16="http://schemas.microsoft.com/office/drawing/2014/main" id="{B812F90F-4B35-13D8-DF57-5AD90FF65862}"/>
                </a:ext>
              </a:extLst>
            </p:cNvPr>
            <p:cNvSpPr txBox="1"/>
            <p:nvPr/>
          </p:nvSpPr>
          <p:spPr>
            <a:xfrm>
              <a:off x="914400" y="38100"/>
              <a:ext cx="1615440" cy="32766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Actualizarea datelor</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7" name="Text Box 12">
              <a:extLst>
                <a:ext uri="{FF2B5EF4-FFF2-40B4-BE49-F238E27FC236}">
                  <a16:creationId xmlns:a16="http://schemas.microsoft.com/office/drawing/2014/main" id="{4141E6B7-1A6B-0560-1321-5AC1AA8766C1}"/>
                </a:ext>
              </a:extLst>
            </p:cNvPr>
            <p:cNvSpPr txBox="1"/>
            <p:nvPr/>
          </p:nvSpPr>
          <p:spPr>
            <a:xfrm>
              <a:off x="1074420" y="1097280"/>
              <a:ext cx="1082040" cy="3200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Acces la date</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8" name="Text Box 12">
              <a:extLst>
                <a:ext uri="{FF2B5EF4-FFF2-40B4-BE49-F238E27FC236}">
                  <a16:creationId xmlns:a16="http://schemas.microsoft.com/office/drawing/2014/main" id="{64DCF7FD-33E4-509E-2199-8C133F4F4754}"/>
                </a:ext>
              </a:extLst>
            </p:cNvPr>
            <p:cNvSpPr txBox="1"/>
            <p:nvPr/>
          </p:nvSpPr>
          <p:spPr>
            <a:xfrm>
              <a:off x="3124200" y="1120140"/>
              <a:ext cx="1630680" cy="3200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Chemarea unei acțiuni</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sp>
          <p:nvSpPr>
            <p:cNvPr id="9" name="Text Box 12">
              <a:extLst>
                <a:ext uri="{FF2B5EF4-FFF2-40B4-BE49-F238E27FC236}">
                  <a16:creationId xmlns:a16="http://schemas.microsoft.com/office/drawing/2014/main" id="{381A5199-F608-7AEA-15DC-84560EBAB17D}"/>
                </a:ext>
              </a:extLst>
            </p:cNvPr>
            <p:cNvSpPr txBox="1"/>
            <p:nvPr/>
          </p:nvSpPr>
          <p:spPr>
            <a:xfrm>
              <a:off x="3101340" y="22860"/>
              <a:ext cx="1463040" cy="3200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ro-MD" sz="1200" noProof="0" dirty="0">
                  <a:effectLst/>
                  <a:latin typeface="Times New Roman" panose="02020603050405020304" pitchFamily="18" charset="0"/>
                  <a:ea typeface="Aptos" panose="020B0004020202020204" pitchFamily="34" charset="0"/>
                  <a:cs typeface="Arial" panose="020B0604020202020204" pitchFamily="34" charset="0"/>
                </a:rPr>
                <a:t>Transmite rezultatul</a:t>
              </a:r>
              <a:endParaRPr lang="ro-MD" sz="1100" noProof="0" dirty="0">
                <a:effectLst/>
                <a:latin typeface="Aptos" panose="020B0004020202020204" pitchFamily="34" charset="0"/>
                <a:ea typeface="Aptos" panose="020B0004020202020204" pitchFamily="34" charset="0"/>
                <a:cs typeface="Arial" panose="020B0604020202020204" pitchFamily="34" charset="0"/>
              </a:endParaRPr>
            </a:p>
          </p:txBody>
        </p:sp>
      </p:grpSp>
    </p:spTree>
    <p:extLst>
      <p:ext uri="{BB962C8B-B14F-4D97-AF65-F5344CB8AC3E}">
        <p14:creationId xmlns:p14="http://schemas.microsoft.com/office/powerpoint/2010/main" val="989015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CAFDEE-511A-14E5-2393-6E777A445794}"/>
              </a:ext>
            </a:extLst>
          </p:cNvPr>
          <p:cNvSpPr>
            <a:spLocks noGrp="1"/>
          </p:cNvSpPr>
          <p:nvPr>
            <p:ph type="title"/>
          </p:nvPr>
        </p:nvSpPr>
        <p:spPr/>
        <p:txBody>
          <a:bodyPr/>
          <a:lstStyle/>
          <a:p>
            <a:pPr algn="ctr"/>
            <a:r>
              <a:rPr lang="ro-MD" noProof="0" dirty="0"/>
              <a:t>COMPARAREA ȘABLOANELOR ARHITECTURALE</a:t>
            </a:r>
          </a:p>
        </p:txBody>
      </p:sp>
      <p:pic>
        <p:nvPicPr>
          <p:cNvPr id="5" name="Picture 4">
            <a:extLst>
              <a:ext uri="{FF2B5EF4-FFF2-40B4-BE49-F238E27FC236}">
                <a16:creationId xmlns:a16="http://schemas.microsoft.com/office/drawing/2014/main" id="{DAEFBF6D-9DF7-AF1E-6A78-F73159300E91}"/>
              </a:ext>
            </a:extLst>
          </p:cNvPr>
          <p:cNvPicPr>
            <a:picLocks noChangeAspect="1"/>
          </p:cNvPicPr>
          <p:nvPr/>
        </p:nvPicPr>
        <p:blipFill>
          <a:blip r:embed="rId3"/>
          <a:stretch>
            <a:fillRect/>
          </a:stretch>
        </p:blipFill>
        <p:spPr>
          <a:xfrm>
            <a:off x="3556236" y="1485833"/>
            <a:ext cx="5079528" cy="4650965"/>
          </a:xfrm>
          <a:prstGeom prst="rect">
            <a:avLst/>
          </a:prstGeom>
        </p:spPr>
      </p:pic>
    </p:spTree>
    <p:extLst>
      <p:ext uri="{BB962C8B-B14F-4D97-AF65-F5344CB8AC3E}">
        <p14:creationId xmlns:p14="http://schemas.microsoft.com/office/powerpoint/2010/main" val="25967061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6AAC70-D2E7-E5A2-3DA7-4E3A0E1287FA}"/>
              </a:ext>
            </a:extLst>
          </p:cNvPr>
          <p:cNvSpPr>
            <a:spLocks noGrp="1"/>
          </p:cNvSpPr>
          <p:nvPr>
            <p:ph type="title"/>
          </p:nvPr>
        </p:nvSpPr>
        <p:spPr/>
        <p:txBody>
          <a:bodyPr/>
          <a:lstStyle/>
          <a:p>
            <a:pPr algn="ctr"/>
            <a:r>
              <a:rPr lang="ro-MD" dirty="0"/>
              <a:t>COMPARAREA ȘABLOANELOR ARHITECTURALE</a:t>
            </a:r>
            <a:endParaRPr lang="en-US" dirty="0"/>
          </a:p>
        </p:txBody>
      </p:sp>
      <p:pic>
        <p:nvPicPr>
          <p:cNvPr id="8" name="Picture 7">
            <a:extLst>
              <a:ext uri="{FF2B5EF4-FFF2-40B4-BE49-F238E27FC236}">
                <a16:creationId xmlns:a16="http://schemas.microsoft.com/office/drawing/2014/main" id="{A358B6AE-51FE-F9D6-CC08-65FE9AB4D582}"/>
              </a:ext>
            </a:extLst>
          </p:cNvPr>
          <p:cNvPicPr>
            <a:picLocks noChangeAspect="1"/>
          </p:cNvPicPr>
          <p:nvPr/>
        </p:nvPicPr>
        <p:blipFill>
          <a:blip r:embed="rId3"/>
          <a:stretch>
            <a:fillRect/>
          </a:stretch>
        </p:blipFill>
        <p:spPr>
          <a:xfrm>
            <a:off x="3229960" y="1485833"/>
            <a:ext cx="5732079" cy="4207818"/>
          </a:xfrm>
          <a:prstGeom prst="rect">
            <a:avLst/>
          </a:prstGeom>
        </p:spPr>
      </p:pic>
    </p:spTree>
    <p:extLst>
      <p:ext uri="{BB962C8B-B14F-4D97-AF65-F5344CB8AC3E}">
        <p14:creationId xmlns:p14="http://schemas.microsoft.com/office/powerpoint/2010/main" val="3158299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D9BD74-77F8-F7F8-22DF-02EB95C978C9}"/>
              </a:ext>
            </a:extLst>
          </p:cNvPr>
          <p:cNvSpPr>
            <a:spLocks noGrp="1"/>
          </p:cNvSpPr>
          <p:nvPr>
            <p:ph type="body" idx="1"/>
          </p:nvPr>
        </p:nvSpPr>
        <p:spPr>
          <a:xfrm>
            <a:off x="955400" y="2098520"/>
            <a:ext cx="10281200" cy="3895880"/>
          </a:xfrm>
        </p:spPr>
        <p:txBody>
          <a:bodyPr/>
          <a:lstStyle/>
          <a:p>
            <a:pPr marL="203195" indent="0">
              <a:lnSpc>
                <a:spcPct val="150000"/>
              </a:lnSpc>
              <a:buNone/>
            </a:pPr>
            <a:r>
              <a:rPr lang="ro-MD" sz="2000" b="1" noProof="0" dirty="0"/>
              <a:t>Formularea problemei și cerințe: </a:t>
            </a:r>
            <a:r>
              <a:rPr lang="ro-MD" sz="2000" noProof="0" dirty="0"/>
              <a:t>Acces dificil la programări medicale în Moldova și Necesitatea unui sistem digital, accesibil și eficient</a:t>
            </a:r>
          </a:p>
          <a:p>
            <a:pPr>
              <a:lnSpc>
                <a:spcPct val="150000"/>
              </a:lnSpc>
            </a:pPr>
            <a:endParaRPr lang="ro-MD" sz="2000" noProof="0" dirty="0"/>
          </a:p>
          <a:p>
            <a:pPr marL="203195" indent="0">
              <a:lnSpc>
                <a:spcPct val="150000"/>
              </a:lnSpc>
              <a:buNone/>
            </a:pPr>
            <a:r>
              <a:rPr lang="ro-MD" sz="2000" b="1" noProof="0" dirty="0"/>
              <a:t>Obiectivul aplicației:</a:t>
            </a:r>
            <a:endParaRPr lang="ro-MD" sz="2000" noProof="0" dirty="0"/>
          </a:p>
          <a:p>
            <a:pPr>
              <a:lnSpc>
                <a:spcPct val="150000"/>
              </a:lnSpc>
              <a:buSzPct val="100000"/>
              <a:buFont typeface="Arial" panose="020B0604020202020204" pitchFamily="34" charset="0"/>
              <a:buChar char="•"/>
            </a:pPr>
            <a:r>
              <a:rPr lang="ro-MD" sz="2000" noProof="0" dirty="0"/>
              <a:t>Programare online la consultații</a:t>
            </a:r>
          </a:p>
          <a:p>
            <a:pPr>
              <a:lnSpc>
                <a:spcPct val="150000"/>
              </a:lnSpc>
              <a:buSzPct val="100000"/>
              <a:buFont typeface="Arial" panose="020B0604020202020204" pitchFamily="34" charset="0"/>
              <a:buChar char="•"/>
            </a:pPr>
            <a:r>
              <a:rPr lang="ro-MD" sz="2000" noProof="0" dirty="0"/>
              <a:t>Alegerea doctorului, zilei și orei</a:t>
            </a:r>
          </a:p>
          <a:p>
            <a:pPr>
              <a:lnSpc>
                <a:spcPct val="150000"/>
              </a:lnSpc>
              <a:buSzPct val="100000"/>
              <a:buFont typeface="Arial" panose="020B0604020202020204" pitchFamily="34" charset="0"/>
              <a:buChar char="•"/>
            </a:pPr>
            <a:r>
              <a:rPr lang="ro-MD" sz="2000" noProof="0" dirty="0"/>
              <a:t>Interfață intuitivă, accesibilă în mai multe limbi</a:t>
            </a:r>
          </a:p>
        </p:txBody>
      </p:sp>
      <p:sp>
        <p:nvSpPr>
          <p:cNvPr id="3" name="Title 2">
            <a:extLst>
              <a:ext uri="{FF2B5EF4-FFF2-40B4-BE49-F238E27FC236}">
                <a16:creationId xmlns:a16="http://schemas.microsoft.com/office/drawing/2014/main" id="{19BB9CC8-DBD9-757D-5687-44EBBABED344}"/>
              </a:ext>
            </a:extLst>
          </p:cNvPr>
          <p:cNvSpPr>
            <a:spLocks noGrp="1"/>
          </p:cNvSpPr>
          <p:nvPr>
            <p:ph type="title"/>
          </p:nvPr>
        </p:nvSpPr>
        <p:spPr>
          <a:xfrm>
            <a:off x="960000" y="722232"/>
            <a:ext cx="10281200" cy="1086247"/>
          </a:xfrm>
        </p:spPr>
        <p:txBody>
          <a:bodyPr/>
          <a:lstStyle/>
          <a:p>
            <a:pPr algn="ctr"/>
            <a:r>
              <a:rPr lang="ro-MD" noProof="0" dirty="0"/>
              <a:t>EXEMPLU DE IMPLEMENTARE A UNEI APLICAȚII UTILIZÂND UN ȘABLON DE ARHITECTURĂ</a:t>
            </a:r>
          </a:p>
        </p:txBody>
      </p:sp>
    </p:spTree>
    <p:extLst>
      <p:ext uri="{BB962C8B-B14F-4D97-AF65-F5344CB8AC3E}">
        <p14:creationId xmlns:p14="http://schemas.microsoft.com/office/powerpoint/2010/main" val="1207427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4BF6E1D-B247-2606-FA30-E4F489BB53FB}"/>
              </a:ext>
            </a:extLst>
          </p:cNvPr>
          <p:cNvSpPr>
            <a:spLocks noGrp="1"/>
          </p:cNvSpPr>
          <p:nvPr>
            <p:ph type="body" idx="1"/>
          </p:nvPr>
        </p:nvSpPr>
        <p:spPr>
          <a:xfrm>
            <a:off x="955400" y="1864840"/>
            <a:ext cx="10281200" cy="4718840"/>
          </a:xfrm>
        </p:spPr>
        <p:txBody>
          <a:bodyPr numCol="2"/>
          <a:lstStyle/>
          <a:p>
            <a:pPr marL="203195" indent="0">
              <a:lnSpc>
                <a:spcPct val="150000"/>
              </a:lnSpc>
              <a:buNone/>
            </a:pPr>
            <a:r>
              <a:rPr lang="ro-MD" sz="2000" b="1" noProof="0" dirty="0"/>
              <a:t>Cerințe funcționale:</a:t>
            </a:r>
          </a:p>
          <a:p>
            <a:pPr>
              <a:lnSpc>
                <a:spcPct val="150000"/>
              </a:lnSpc>
              <a:buSzPct val="100000"/>
              <a:buFont typeface="Arial" panose="020B0604020202020204" pitchFamily="34" charset="0"/>
              <a:buChar char="•"/>
            </a:pPr>
            <a:r>
              <a:rPr lang="ro-MD" sz="2000" noProof="0" dirty="0"/>
              <a:t>Creare cont și autentificare.</a:t>
            </a:r>
          </a:p>
          <a:p>
            <a:pPr>
              <a:lnSpc>
                <a:spcPct val="150000"/>
              </a:lnSpc>
              <a:buSzPct val="100000"/>
              <a:buFont typeface="Arial" panose="020B0604020202020204" pitchFamily="34" charset="0"/>
              <a:buChar char="•"/>
            </a:pPr>
            <a:r>
              <a:rPr lang="ro-MD" sz="2000" noProof="0" dirty="0"/>
              <a:t>Vizualizare medici și programare.</a:t>
            </a:r>
          </a:p>
          <a:p>
            <a:pPr>
              <a:lnSpc>
                <a:spcPct val="150000"/>
              </a:lnSpc>
              <a:buSzPct val="100000"/>
              <a:buFont typeface="Arial" panose="020B0604020202020204" pitchFamily="34" charset="0"/>
              <a:buChar char="•"/>
            </a:pPr>
            <a:r>
              <a:rPr lang="ro-MD" sz="2000" noProof="0" dirty="0"/>
              <a:t>Medicul poate accepta/refuza programări.</a:t>
            </a:r>
          </a:p>
          <a:p>
            <a:pPr>
              <a:lnSpc>
                <a:spcPct val="150000"/>
              </a:lnSpc>
              <a:buSzPct val="100000"/>
              <a:buFont typeface="Arial" panose="020B0604020202020204" pitchFamily="34" charset="0"/>
              <a:buChar char="•"/>
            </a:pPr>
            <a:r>
              <a:rPr lang="ro-MD" sz="2000" noProof="0" dirty="0"/>
              <a:t>Notificări e-mail despre programări.</a:t>
            </a:r>
          </a:p>
          <a:p>
            <a:pPr>
              <a:lnSpc>
                <a:spcPct val="150000"/>
              </a:lnSpc>
              <a:buSzPct val="100000"/>
              <a:buFont typeface="Arial" panose="020B0604020202020204" pitchFamily="34" charset="0"/>
              <a:buChar char="•"/>
            </a:pPr>
            <a:r>
              <a:rPr lang="ro-MD" sz="2000" noProof="0" dirty="0"/>
              <a:t>Aplicația în română și engleză.</a:t>
            </a:r>
          </a:p>
          <a:p>
            <a:pPr marL="203195" indent="0">
              <a:lnSpc>
                <a:spcPct val="150000"/>
              </a:lnSpc>
              <a:buNone/>
            </a:pPr>
            <a:endParaRPr lang="ro-MD" sz="2000" b="1" noProof="0" dirty="0"/>
          </a:p>
          <a:p>
            <a:pPr marL="203195" indent="0">
              <a:lnSpc>
                <a:spcPct val="150000"/>
              </a:lnSpc>
              <a:buNone/>
            </a:pPr>
            <a:endParaRPr lang="ro-MD" sz="2000" b="1" noProof="0" dirty="0"/>
          </a:p>
          <a:p>
            <a:pPr marL="203195" indent="0">
              <a:lnSpc>
                <a:spcPct val="150000"/>
              </a:lnSpc>
              <a:buNone/>
            </a:pPr>
            <a:r>
              <a:rPr lang="ro-MD" sz="2000" b="1" noProof="0" dirty="0"/>
              <a:t>Cerințe nefuncționale:</a:t>
            </a:r>
          </a:p>
          <a:p>
            <a:pPr>
              <a:lnSpc>
                <a:spcPct val="150000"/>
              </a:lnSpc>
              <a:buSzPct val="100000"/>
              <a:buFont typeface="Arial" panose="020B0604020202020204" pitchFamily="34" charset="0"/>
              <a:buChar char="•"/>
            </a:pPr>
            <a:r>
              <a:rPr lang="ro-MD" sz="2000" b="1" dirty="0"/>
              <a:t>Tehnologii utilizate: </a:t>
            </a:r>
            <a:r>
              <a:rPr lang="en-US" sz="2000" dirty="0"/>
              <a:t>ASP.NET core </a:t>
            </a:r>
            <a:r>
              <a:rPr lang="en-US" sz="2000" dirty="0" err="1"/>
              <a:t>mvc</a:t>
            </a:r>
            <a:r>
              <a:rPr lang="en-US" sz="2000" dirty="0"/>
              <a:t>, </a:t>
            </a:r>
            <a:r>
              <a:rPr lang="ro-MD" sz="2000" dirty="0"/>
              <a:t>EF Core, </a:t>
            </a:r>
            <a:r>
              <a:rPr lang="ro-MD" sz="2000" dirty="0" err="1"/>
              <a:t>MailKit</a:t>
            </a:r>
            <a:r>
              <a:rPr lang="ro-MD" sz="2000" dirty="0"/>
              <a:t>, </a:t>
            </a:r>
            <a:r>
              <a:rPr lang="ro-MD" sz="2000" dirty="0" err="1"/>
              <a:t>Bootstrap</a:t>
            </a:r>
            <a:r>
              <a:rPr lang="ro-MD" sz="2000" dirty="0"/>
              <a:t>, SQL Server</a:t>
            </a:r>
            <a:endParaRPr lang="ro-MD" sz="2000" b="1" noProof="0" dirty="0"/>
          </a:p>
          <a:p>
            <a:pPr>
              <a:lnSpc>
                <a:spcPct val="150000"/>
              </a:lnSpc>
              <a:buSzPct val="100000"/>
              <a:buFont typeface="Arial" panose="020B0604020202020204" pitchFamily="34" charset="0"/>
              <a:buChar char="•"/>
            </a:pPr>
            <a:r>
              <a:rPr lang="ro-MD" sz="2000" b="1" noProof="0" dirty="0"/>
              <a:t>Roluri: </a:t>
            </a:r>
            <a:r>
              <a:rPr lang="ro-MD" sz="2000" dirty="0"/>
              <a:t>Oaspete, Utilizator, Doctor, Administrator.</a:t>
            </a:r>
            <a:endParaRPr lang="ro-MD" sz="2000" noProof="0" dirty="0"/>
          </a:p>
          <a:p>
            <a:pPr>
              <a:lnSpc>
                <a:spcPct val="150000"/>
              </a:lnSpc>
              <a:buSzPct val="100000"/>
              <a:buFont typeface="Arial" panose="020B0604020202020204" pitchFamily="34" charset="0"/>
              <a:buChar char="•"/>
            </a:pPr>
            <a:r>
              <a:rPr lang="ro-MD" sz="2000" noProof="0" dirty="0"/>
              <a:t>Interfață simplă și intuitivă.</a:t>
            </a:r>
          </a:p>
          <a:p>
            <a:pPr>
              <a:lnSpc>
                <a:spcPct val="150000"/>
              </a:lnSpc>
              <a:buSzPct val="100000"/>
              <a:buFont typeface="Arial" panose="020B0604020202020204" pitchFamily="34" charset="0"/>
              <a:buChar char="•"/>
            </a:pPr>
            <a:r>
              <a:rPr lang="ro-MD" sz="2000" noProof="0" dirty="0" err="1"/>
              <a:t>Scalabilitate</a:t>
            </a:r>
            <a:r>
              <a:rPr lang="ro-MD" sz="2000" noProof="0" dirty="0"/>
              <a:t> și securitate.</a:t>
            </a:r>
          </a:p>
          <a:p>
            <a:pPr>
              <a:lnSpc>
                <a:spcPct val="150000"/>
              </a:lnSpc>
              <a:buSzPct val="100000"/>
              <a:buFont typeface="Arial" panose="020B0604020202020204" pitchFamily="34" charset="0"/>
              <a:buChar char="•"/>
            </a:pPr>
            <a:r>
              <a:rPr lang="ro-MD" sz="2000" noProof="0" dirty="0"/>
              <a:t>Răspuns rapid.</a:t>
            </a:r>
          </a:p>
          <a:p>
            <a:endParaRPr lang="ro-MD" noProof="0" dirty="0"/>
          </a:p>
        </p:txBody>
      </p:sp>
      <p:sp>
        <p:nvSpPr>
          <p:cNvPr id="3" name="Title 2">
            <a:extLst>
              <a:ext uri="{FF2B5EF4-FFF2-40B4-BE49-F238E27FC236}">
                <a16:creationId xmlns:a16="http://schemas.microsoft.com/office/drawing/2014/main" id="{FF784376-DDA2-D18A-5B7C-D6D15CC5891C}"/>
              </a:ext>
            </a:extLst>
          </p:cNvPr>
          <p:cNvSpPr>
            <a:spLocks noGrp="1"/>
          </p:cNvSpPr>
          <p:nvPr>
            <p:ph type="title"/>
          </p:nvPr>
        </p:nvSpPr>
        <p:spPr/>
        <p:txBody>
          <a:bodyPr/>
          <a:lstStyle/>
          <a:p>
            <a:pPr algn="ctr"/>
            <a:r>
              <a:rPr lang="ro-MD" noProof="0" dirty="0"/>
              <a:t>EXEMPLU DE IMPLEMENTARE A UNEI APLICAȚII UTILIZÂND UN ȘABLON DE ARHITECTURĂ</a:t>
            </a:r>
          </a:p>
        </p:txBody>
      </p:sp>
    </p:spTree>
    <p:extLst>
      <p:ext uri="{BB962C8B-B14F-4D97-AF65-F5344CB8AC3E}">
        <p14:creationId xmlns:p14="http://schemas.microsoft.com/office/powerpoint/2010/main" val="2587361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E9ECA6C-C513-1499-B745-7D33E47B367A}"/>
              </a:ext>
            </a:extLst>
          </p:cNvPr>
          <p:cNvSpPr>
            <a:spLocks noGrp="1"/>
          </p:cNvSpPr>
          <p:nvPr>
            <p:ph type="body" idx="1"/>
          </p:nvPr>
        </p:nvSpPr>
        <p:spPr>
          <a:xfrm>
            <a:off x="960000" y="1905480"/>
            <a:ext cx="10281200" cy="4312440"/>
          </a:xfrm>
        </p:spPr>
        <p:txBody>
          <a:bodyPr/>
          <a:lstStyle/>
          <a:p>
            <a:pPr marL="203195" indent="0">
              <a:lnSpc>
                <a:spcPct val="150000"/>
              </a:lnSpc>
              <a:buNone/>
            </a:pPr>
            <a:r>
              <a:rPr lang="ro-MD" sz="1800" b="1" noProof="0" dirty="0"/>
              <a:t>Arhitectură și structură:</a:t>
            </a:r>
          </a:p>
          <a:p>
            <a:pPr>
              <a:lnSpc>
                <a:spcPct val="150000"/>
              </a:lnSpc>
              <a:buSzPct val="100000"/>
              <a:buFont typeface="Arial" panose="020B0604020202020204" pitchFamily="34" charset="0"/>
              <a:buChar char="•"/>
            </a:pPr>
            <a:r>
              <a:rPr lang="ro-MD" sz="1800" noProof="0" dirty="0"/>
              <a:t>Structură pe directoare: </a:t>
            </a:r>
            <a:r>
              <a:rPr lang="ro-MD" sz="1800" noProof="0" dirty="0" err="1"/>
              <a:t>Models</a:t>
            </a:r>
            <a:r>
              <a:rPr lang="ro-MD" sz="1800" noProof="0" dirty="0"/>
              <a:t>, </a:t>
            </a:r>
            <a:r>
              <a:rPr lang="ro-MD" sz="1800" noProof="0" dirty="0" err="1"/>
              <a:t>Views</a:t>
            </a:r>
            <a:r>
              <a:rPr lang="ro-MD" sz="1800" noProof="0" dirty="0"/>
              <a:t>, </a:t>
            </a:r>
            <a:r>
              <a:rPr lang="ro-MD" sz="1800" noProof="0" dirty="0" err="1"/>
              <a:t>Controllers</a:t>
            </a:r>
            <a:r>
              <a:rPr lang="ro-MD" sz="1800" noProof="0" dirty="0"/>
              <a:t>, Services, </a:t>
            </a:r>
            <a:r>
              <a:rPr lang="ro-MD" sz="1800" noProof="0" dirty="0" err="1"/>
              <a:t>Classes</a:t>
            </a:r>
            <a:endParaRPr lang="ro-MD" sz="1800" noProof="0" dirty="0"/>
          </a:p>
          <a:p>
            <a:pPr marL="203195" indent="0">
              <a:lnSpc>
                <a:spcPct val="150000"/>
              </a:lnSpc>
              <a:buNone/>
            </a:pPr>
            <a:r>
              <a:rPr lang="ro-MD" sz="1800" b="1" noProof="0" dirty="0"/>
              <a:t>Componente principale:</a:t>
            </a:r>
          </a:p>
          <a:p>
            <a:pPr>
              <a:lnSpc>
                <a:spcPct val="150000"/>
              </a:lnSpc>
              <a:buSzPct val="100000"/>
              <a:buFont typeface="Arial" panose="020B0604020202020204" pitchFamily="34" charset="0"/>
              <a:buChar char="•"/>
            </a:pPr>
            <a:r>
              <a:rPr lang="ro-MD" sz="1800" b="1" noProof="0" dirty="0"/>
              <a:t>Controlere: </a:t>
            </a:r>
            <a:r>
              <a:rPr lang="ro-MD" sz="1800" noProof="0" dirty="0" err="1"/>
              <a:t>HomeController</a:t>
            </a:r>
            <a:r>
              <a:rPr lang="ro-MD" sz="1800" noProof="0" dirty="0"/>
              <a:t>, </a:t>
            </a:r>
            <a:r>
              <a:rPr lang="ro-MD" sz="1800" noProof="0" dirty="0" err="1"/>
              <a:t>AccountController</a:t>
            </a:r>
            <a:r>
              <a:rPr lang="ro-MD" sz="1800" noProof="0" dirty="0"/>
              <a:t>, </a:t>
            </a:r>
            <a:r>
              <a:rPr lang="ro-MD" sz="1800" noProof="0" dirty="0" err="1"/>
              <a:t>DoctorController</a:t>
            </a:r>
            <a:r>
              <a:rPr lang="ro-MD" sz="1800" noProof="0" dirty="0"/>
              <a:t>, </a:t>
            </a:r>
            <a:r>
              <a:rPr lang="ro-MD" sz="1800" noProof="0" dirty="0" err="1"/>
              <a:t>LocalizationController</a:t>
            </a:r>
            <a:endParaRPr lang="ro-MD" sz="1800" noProof="0" dirty="0"/>
          </a:p>
          <a:p>
            <a:pPr>
              <a:lnSpc>
                <a:spcPct val="150000"/>
              </a:lnSpc>
              <a:buSzPct val="100000"/>
              <a:buFont typeface="Arial" panose="020B0604020202020204" pitchFamily="34" charset="0"/>
              <a:buChar char="•"/>
            </a:pPr>
            <a:r>
              <a:rPr lang="ro-MD" sz="1800" b="1" noProof="0" dirty="0"/>
              <a:t>Modele: </a:t>
            </a:r>
            <a:r>
              <a:rPr lang="ro-MD" sz="1800" noProof="0" dirty="0" err="1"/>
              <a:t>Account</a:t>
            </a:r>
            <a:r>
              <a:rPr lang="ro-MD" sz="1800" noProof="0" dirty="0"/>
              <a:t>, </a:t>
            </a:r>
            <a:r>
              <a:rPr lang="ro-MD" sz="1800" noProof="0" dirty="0" err="1"/>
              <a:t>Appointment</a:t>
            </a:r>
            <a:r>
              <a:rPr lang="ro-MD" sz="1800" noProof="0" dirty="0"/>
              <a:t>, Doctor, </a:t>
            </a:r>
            <a:r>
              <a:rPr lang="ro-MD" sz="1800" noProof="0" dirty="0" err="1"/>
              <a:t>Culture</a:t>
            </a:r>
            <a:r>
              <a:rPr lang="ro-MD" sz="1800" noProof="0" dirty="0"/>
              <a:t>, </a:t>
            </a:r>
            <a:r>
              <a:rPr lang="ro-MD" sz="1800" noProof="0" dirty="0" err="1"/>
              <a:t>Resource</a:t>
            </a:r>
            <a:r>
              <a:rPr lang="ro-MD" sz="1800" noProof="0" dirty="0"/>
              <a:t>, </a:t>
            </a:r>
            <a:r>
              <a:rPr lang="ro-MD" sz="1800" noProof="0" dirty="0" err="1"/>
              <a:t>LogEvent</a:t>
            </a:r>
            <a:endParaRPr lang="ro-MD" sz="1800" noProof="0" dirty="0"/>
          </a:p>
          <a:p>
            <a:pPr>
              <a:lnSpc>
                <a:spcPct val="150000"/>
              </a:lnSpc>
              <a:buSzPct val="100000"/>
              <a:buFont typeface="Arial" panose="020B0604020202020204" pitchFamily="34" charset="0"/>
              <a:buChar char="•"/>
            </a:pPr>
            <a:r>
              <a:rPr lang="ro-MD" sz="1800" b="1" noProof="0" dirty="0"/>
              <a:t>Vizualizări: </a:t>
            </a:r>
            <a:r>
              <a:rPr lang="ro-MD" sz="1800" noProof="0" dirty="0" err="1"/>
              <a:t>Razor</a:t>
            </a:r>
            <a:r>
              <a:rPr lang="ro-MD" sz="1800" noProof="0" dirty="0"/>
              <a:t> </a:t>
            </a:r>
            <a:r>
              <a:rPr lang="ro-MD" sz="1800" noProof="0" dirty="0" err="1"/>
              <a:t>Pages</a:t>
            </a:r>
            <a:r>
              <a:rPr lang="ro-MD" sz="1800" noProof="0" dirty="0"/>
              <a:t> (Index, Profil, Autentificare, Administrare etc.)</a:t>
            </a:r>
            <a:endParaRPr lang="ro-MD" sz="1800" b="1" noProof="0" dirty="0"/>
          </a:p>
          <a:p>
            <a:pPr marL="203195" indent="0">
              <a:lnSpc>
                <a:spcPct val="150000"/>
              </a:lnSpc>
              <a:buNone/>
            </a:pPr>
            <a:endParaRPr lang="ro-MD" sz="1800" noProof="0" dirty="0"/>
          </a:p>
        </p:txBody>
      </p:sp>
      <p:sp>
        <p:nvSpPr>
          <p:cNvPr id="3" name="Title 2">
            <a:extLst>
              <a:ext uri="{FF2B5EF4-FFF2-40B4-BE49-F238E27FC236}">
                <a16:creationId xmlns:a16="http://schemas.microsoft.com/office/drawing/2014/main" id="{92F2297C-2CB0-9167-4764-53871A593E71}"/>
              </a:ext>
            </a:extLst>
          </p:cNvPr>
          <p:cNvSpPr>
            <a:spLocks noGrp="1"/>
          </p:cNvSpPr>
          <p:nvPr>
            <p:ph type="title"/>
          </p:nvPr>
        </p:nvSpPr>
        <p:spPr/>
        <p:txBody>
          <a:bodyPr/>
          <a:lstStyle/>
          <a:p>
            <a:pPr algn="ctr"/>
            <a:r>
              <a:rPr lang="ro-MD" noProof="0" dirty="0"/>
              <a:t>UN EXEMPLU DE IMPLEMENTARE A UNEI APLICAȚII UTILIZÂND UN ȘABLON DE ARHITECTURĂ</a:t>
            </a:r>
          </a:p>
        </p:txBody>
      </p:sp>
    </p:spTree>
    <p:extLst>
      <p:ext uri="{BB962C8B-B14F-4D97-AF65-F5344CB8AC3E}">
        <p14:creationId xmlns:p14="http://schemas.microsoft.com/office/powerpoint/2010/main" val="3699428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599FEB0-05A0-8FFC-EE4A-826080381B32}"/>
              </a:ext>
            </a:extLst>
          </p:cNvPr>
          <p:cNvSpPr>
            <a:spLocks noGrp="1"/>
          </p:cNvSpPr>
          <p:nvPr>
            <p:ph type="body" idx="1"/>
          </p:nvPr>
        </p:nvSpPr>
        <p:spPr>
          <a:xfrm>
            <a:off x="960000" y="1621000"/>
            <a:ext cx="10281200" cy="4586760"/>
          </a:xfrm>
        </p:spPr>
        <p:txBody>
          <a:bodyPr/>
          <a:lstStyle/>
          <a:p>
            <a:pPr marL="203195" indent="0">
              <a:lnSpc>
                <a:spcPct val="150000"/>
              </a:lnSpc>
              <a:buNone/>
            </a:pPr>
            <a:r>
              <a:rPr lang="ro-MD" sz="1600" b="1" noProof="0" dirty="0"/>
              <a:t>Autentificare/Autorizare:</a:t>
            </a:r>
          </a:p>
          <a:p>
            <a:pPr>
              <a:lnSpc>
                <a:spcPct val="150000"/>
              </a:lnSpc>
              <a:buSzPct val="100000"/>
              <a:buFont typeface="Arial" panose="020B0604020202020204" pitchFamily="34" charset="0"/>
              <a:buChar char="•"/>
            </a:pPr>
            <a:r>
              <a:rPr lang="ro-MD" sz="1600" dirty="0"/>
              <a:t>Implementarea </a:t>
            </a:r>
            <a:r>
              <a:rPr lang="ro-MD" sz="1600" noProof="0" dirty="0"/>
              <a:t>manual a autentificării </a:t>
            </a:r>
            <a:r>
              <a:rPr lang="en-US" sz="1600" dirty="0" err="1"/>
              <a:t>bazat</a:t>
            </a:r>
            <a:r>
              <a:rPr lang="en-US" sz="1600" dirty="0"/>
              <a:t> pe cookie-</a:t>
            </a:r>
            <a:r>
              <a:rPr lang="en-US" sz="1600" dirty="0" err="1"/>
              <a:t>uri</a:t>
            </a:r>
            <a:endParaRPr lang="ro-MD" sz="1600" noProof="0" dirty="0"/>
          </a:p>
          <a:p>
            <a:pPr>
              <a:lnSpc>
                <a:spcPct val="150000"/>
              </a:lnSpc>
              <a:buSzPct val="100000"/>
              <a:buFont typeface="Arial" panose="020B0604020202020204" pitchFamily="34" charset="0"/>
              <a:buChar char="•"/>
            </a:pPr>
            <a:r>
              <a:rPr lang="ro-MD" sz="1600" noProof="0" dirty="0"/>
              <a:t>Verificare cont prin e-mail</a:t>
            </a:r>
          </a:p>
          <a:p>
            <a:pPr>
              <a:lnSpc>
                <a:spcPct val="150000"/>
              </a:lnSpc>
              <a:buSzPct val="100000"/>
              <a:buFont typeface="Arial" panose="020B0604020202020204" pitchFamily="34" charset="0"/>
              <a:buChar char="•"/>
            </a:pPr>
            <a:r>
              <a:rPr lang="ro-MD" sz="1600" noProof="0" dirty="0"/>
              <a:t>Roluri: Oaspete, Utilizator, Doctor, Administrator</a:t>
            </a:r>
          </a:p>
          <a:p>
            <a:pPr marL="203195" indent="0">
              <a:lnSpc>
                <a:spcPct val="150000"/>
              </a:lnSpc>
              <a:buNone/>
            </a:pPr>
            <a:r>
              <a:rPr lang="ro-MD" sz="1600" b="1" noProof="0" dirty="0"/>
              <a:t>Localizare:</a:t>
            </a:r>
          </a:p>
          <a:p>
            <a:pPr>
              <a:lnSpc>
                <a:spcPct val="150000"/>
              </a:lnSpc>
              <a:buSzPct val="100000"/>
              <a:buFont typeface="Arial" panose="020B0604020202020204" pitchFamily="34" charset="0"/>
              <a:buChar char="•"/>
            </a:pPr>
            <a:r>
              <a:rPr lang="ro-MD" sz="1600" noProof="0" dirty="0"/>
              <a:t>Implementare prin </a:t>
            </a:r>
            <a:r>
              <a:rPr lang="ro-MD" sz="1600" noProof="0" dirty="0" err="1"/>
              <a:t>StrLocalizer</a:t>
            </a:r>
            <a:r>
              <a:rPr lang="ro-MD" sz="1600" noProof="0" dirty="0"/>
              <a:t>, </a:t>
            </a:r>
            <a:r>
              <a:rPr lang="ro-MD" sz="1600" noProof="0" dirty="0" err="1"/>
              <a:t>StrLocalizerFactory</a:t>
            </a:r>
            <a:endParaRPr lang="ro-MD" sz="1600" noProof="0" dirty="0"/>
          </a:p>
          <a:p>
            <a:pPr>
              <a:lnSpc>
                <a:spcPct val="150000"/>
              </a:lnSpc>
              <a:buSzPct val="100000"/>
              <a:buFont typeface="Arial" panose="020B0604020202020204" pitchFamily="34" charset="0"/>
              <a:buChar char="•"/>
            </a:pPr>
            <a:r>
              <a:rPr lang="ro-MD" sz="1600" noProof="0" dirty="0"/>
              <a:t>Date extrase din baza SQL (tabele: </a:t>
            </a:r>
            <a:r>
              <a:rPr lang="ro-MD" sz="1600" noProof="0" dirty="0" err="1"/>
              <a:t>Culture</a:t>
            </a:r>
            <a:r>
              <a:rPr lang="ro-MD" sz="1600" noProof="0" dirty="0"/>
              <a:t>, </a:t>
            </a:r>
            <a:r>
              <a:rPr lang="ro-MD" sz="1600" noProof="0" dirty="0" err="1"/>
              <a:t>Resource</a:t>
            </a:r>
            <a:r>
              <a:rPr lang="ro-MD" sz="1600" noProof="0" dirty="0"/>
              <a:t>)</a:t>
            </a:r>
          </a:p>
          <a:p>
            <a:pPr>
              <a:lnSpc>
                <a:spcPct val="150000"/>
              </a:lnSpc>
              <a:buSzPct val="100000"/>
              <a:buFont typeface="Arial" panose="020B0604020202020204" pitchFamily="34" charset="0"/>
              <a:buChar char="•"/>
            </a:pPr>
            <a:r>
              <a:rPr lang="ro-MD" sz="1600" noProof="0" dirty="0"/>
              <a:t>Selectare limbă în bara de navigare</a:t>
            </a:r>
          </a:p>
          <a:p>
            <a:pPr marL="203195" indent="0">
              <a:lnSpc>
                <a:spcPct val="150000"/>
              </a:lnSpc>
              <a:buNone/>
            </a:pPr>
            <a:r>
              <a:rPr lang="ro-MD" sz="1600" b="1" noProof="0" dirty="0"/>
              <a:t>Alte funcționalități:</a:t>
            </a:r>
          </a:p>
          <a:p>
            <a:pPr>
              <a:lnSpc>
                <a:spcPct val="150000"/>
              </a:lnSpc>
              <a:buSzPct val="100000"/>
              <a:buFont typeface="Arial" panose="020B0604020202020204" pitchFamily="34" charset="0"/>
              <a:buChar char="•"/>
            </a:pPr>
            <a:r>
              <a:rPr lang="ro-MD" sz="1600" noProof="0" dirty="0"/>
              <a:t>Trimitere e-mailuri: </a:t>
            </a:r>
            <a:r>
              <a:rPr lang="ro-MD" sz="1600" noProof="0" dirty="0" err="1"/>
              <a:t>MailKit</a:t>
            </a:r>
            <a:endParaRPr lang="ro-MD" sz="1600" noProof="0" dirty="0"/>
          </a:p>
          <a:p>
            <a:pPr>
              <a:lnSpc>
                <a:spcPct val="150000"/>
              </a:lnSpc>
              <a:buSzPct val="100000"/>
              <a:buFont typeface="Arial" panose="020B0604020202020204" pitchFamily="34" charset="0"/>
              <a:buChar char="•"/>
            </a:pPr>
            <a:r>
              <a:rPr lang="ro-MD" sz="1600" noProof="0" dirty="0" err="1"/>
              <a:t>Logare</a:t>
            </a:r>
            <a:r>
              <a:rPr lang="ro-MD" sz="1600" noProof="0" dirty="0"/>
              <a:t> evenimente prin modelul </a:t>
            </a:r>
            <a:r>
              <a:rPr lang="ro-MD" sz="1600" noProof="0" dirty="0" err="1"/>
              <a:t>LogEvent</a:t>
            </a:r>
            <a:endParaRPr lang="ro-MD" sz="1600" noProof="0" dirty="0"/>
          </a:p>
        </p:txBody>
      </p:sp>
      <p:sp>
        <p:nvSpPr>
          <p:cNvPr id="3" name="Title 2">
            <a:extLst>
              <a:ext uri="{FF2B5EF4-FFF2-40B4-BE49-F238E27FC236}">
                <a16:creationId xmlns:a16="http://schemas.microsoft.com/office/drawing/2014/main" id="{C800E981-7316-CFDA-7FD0-3857B981AB1A}"/>
              </a:ext>
            </a:extLst>
          </p:cNvPr>
          <p:cNvSpPr>
            <a:spLocks noGrp="1"/>
          </p:cNvSpPr>
          <p:nvPr>
            <p:ph type="title"/>
          </p:nvPr>
        </p:nvSpPr>
        <p:spPr/>
        <p:txBody>
          <a:bodyPr/>
          <a:lstStyle/>
          <a:p>
            <a:pPr algn="ctr"/>
            <a:r>
              <a:rPr lang="ro-MD" noProof="0" dirty="0"/>
              <a:t>UN EXEMPLU DE IMPLEMENTARE A UNEI APLICAȚII UTILIZÂND UN ȘABLON DE ARHITECTURĂ</a:t>
            </a:r>
          </a:p>
        </p:txBody>
      </p:sp>
    </p:spTree>
    <p:extLst>
      <p:ext uri="{BB962C8B-B14F-4D97-AF65-F5344CB8AC3E}">
        <p14:creationId xmlns:p14="http://schemas.microsoft.com/office/powerpoint/2010/main" val="1238835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5244CB-EA37-5ACF-282D-E29B70C567FF}"/>
              </a:ext>
            </a:extLst>
          </p:cNvPr>
          <p:cNvSpPr>
            <a:spLocks noGrp="1"/>
          </p:cNvSpPr>
          <p:nvPr>
            <p:ph type="title"/>
          </p:nvPr>
        </p:nvSpPr>
        <p:spPr>
          <a:xfrm>
            <a:off x="955400" y="3047200"/>
            <a:ext cx="10281200" cy="763600"/>
          </a:xfrm>
        </p:spPr>
        <p:txBody>
          <a:bodyPr/>
          <a:lstStyle/>
          <a:p>
            <a:pPr algn="ctr"/>
            <a:r>
              <a:rPr lang="ro-MD" noProof="0" dirty="0"/>
              <a:t>PREZENTAREA APLICAȚIEI</a:t>
            </a:r>
            <a:r>
              <a:rPr lang="en-US" noProof="0" dirty="0"/>
              <a:t> REALIZATE</a:t>
            </a:r>
            <a:endParaRPr lang="ro-MD" noProof="0" dirty="0"/>
          </a:p>
        </p:txBody>
      </p:sp>
    </p:spTree>
    <p:extLst>
      <p:ext uri="{BB962C8B-B14F-4D97-AF65-F5344CB8AC3E}">
        <p14:creationId xmlns:p14="http://schemas.microsoft.com/office/powerpoint/2010/main" val="1461288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28094-E2FC-CCAF-B3E2-DFC5E031655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0CF4F5-CF88-E9D2-548F-D8B226E3DEAD}"/>
              </a:ext>
            </a:extLst>
          </p:cNvPr>
          <p:cNvSpPr>
            <a:spLocks noGrp="1"/>
          </p:cNvSpPr>
          <p:nvPr>
            <p:ph type="title"/>
          </p:nvPr>
        </p:nvSpPr>
        <p:spPr>
          <a:xfrm>
            <a:off x="955400" y="3047200"/>
            <a:ext cx="10281200" cy="763600"/>
          </a:xfrm>
          <a:noFill/>
          <a:ln>
            <a:noFill/>
          </a:ln>
        </p:spPr>
        <p:txBody>
          <a:bodyPr spcFirstLastPara="1" wrap="square" lIns="91425" tIns="91425" rIns="91425" bIns="91425" anchor="ctr" anchorCtr="0">
            <a:noAutofit/>
          </a:bodyPr>
          <a:lstStyle/>
          <a:p>
            <a:pPr algn="ctr">
              <a:buSzPts val="4800"/>
            </a:pPr>
            <a:r>
              <a:rPr lang="ro-MD" sz="4000" dirty="0"/>
              <a:t>CONCLUZII</a:t>
            </a:r>
          </a:p>
        </p:txBody>
      </p:sp>
    </p:spTree>
    <p:extLst>
      <p:ext uri="{BB962C8B-B14F-4D97-AF65-F5344CB8AC3E}">
        <p14:creationId xmlns:p14="http://schemas.microsoft.com/office/powerpoint/2010/main" val="41508257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A40336-20DF-A732-53E9-B5FE09991373}"/>
              </a:ext>
            </a:extLst>
          </p:cNvPr>
          <p:cNvSpPr>
            <a:spLocks noGrp="1"/>
          </p:cNvSpPr>
          <p:nvPr>
            <p:ph type="title"/>
          </p:nvPr>
        </p:nvSpPr>
        <p:spPr/>
        <p:txBody>
          <a:bodyPr/>
          <a:lstStyle/>
          <a:p>
            <a:r>
              <a:rPr lang="ro-MD" dirty="0"/>
              <a:t>Mulțumesc pentru atenție</a:t>
            </a:r>
            <a:endParaRPr lang="en-US" dirty="0"/>
          </a:p>
        </p:txBody>
      </p:sp>
      <p:sp>
        <p:nvSpPr>
          <p:cNvPr id="2" name="Text Placeholder 1">
            <a:extLst>
              <a:ext uri="{FF2B5EF4-FFF2-40B4-BE49-F238E27FC236}">
                <a16:creationId xmlns:a16="http://schemas.microsoft.com/office/drawing/2014/main" id="{A20C443F-7279-E17A-2EEB-1B24031C70AA}"/>
              </a:ext>
            </a:extLst>
          </p:cNvPr>
          <p:cNvSpPr>
            <a:spLocks noGrp="1"/>
          </p:cNvSpPr>
          <p:nvPr>
            <p:ph type="subTitle" idx="1"/>
          </p:nvPr>
        </p:nvSpPr>
        <p:spPr/>
        <p:txBody>
          <a:bodyPr/>
          <a:lstStyle/>
          <a:p>
            <a:pPr marL="203195" indent="0" algn="ctr">
              <a:buNone/>
            </a:pPr>
            <a:r>
              <a:rPr lang="ro-MD" sz="4000" dirty="0"/>
              <a:t>Întrebări?</a:t>
            </a:r>
            <a:endParaRPr lang="en-US" sz="4000" dirty="0"/>
          </a:p>
        </p:txBody>
      </p:sp>
    </p:spTree>
    <p:extLst>
      <p:ext uri="{BB962C8B-B14F-4D97-AF65-F5344CB8AC3E}">
        <p14:creationId xmlns:p14="http://schemas.microsoft.com/office/powerpoint/2010/main" val="275804917"/>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chnology Market Research Pitch Deck by Slidesgo">
  <a:themeElements>
    <a:clrScheme name="Simple Light">
      <a:dk1>
        <a:srgbClr val="FFFFFF"/>
      </a:dk1>
      <a:lt1>
        <a:srgbClr val="00CADA"/>
      </a:lt1>
      <a:dk2>
        <a:srgbClr val="110E24"/>
      </a:dk2>
      <a:lt2>
        <a:srgbClr val="46406B"/>
      </a:lt2>
      <a:accent1>
        <a:srgbClr val="69639C"/>
      </a:accent1>
      <a:accent2>
        <a:srgbClr val="AFAFB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Professional Technology Style by Slidesgo">
  <a:themeElements>
    <a:clrScheme name="Simple Light">
      <a:dk1>
        <a:srgbClr val="FFFFFF"/>
      </a:dk1>
      <a:lt1>
        <a:srgbClr val="001976"/>
      </a:lt1>
      <a:dk2>
        <a:srgbClr val="DA7EE9"/>
      </a:dk2>
      <a:lt2>
        <a:srgbClr val="00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2_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Software Engineering Business Plan by Slidesgo">
  <a:themeElements>
    <a:clrScheme name="Simple Light">
      <a:dk1>
        <a:srgbClr val="191919"/>
      </a:dk1>
      <a:lt1>
        <a:srgbClr val="F3F3F3"/>
      </a:lt1>
      <a:dk2>
        <a:srgbClr val="45818E"/>
      </a:dk2>
      <a:lt2>
        <a:srgbClr val="2AAFEB"/>
      </a:lt2>
      <a:accent1>
        <a:srgbClr val="7FD6C3"/>
      </a:accent1>
      <a:accent2>
        <a:srgbClr val="D9D9D9"/>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3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Introduction to Coding Workshop by Slidesgo</Template>
  <TotalTime>698</TotalTime>
  <Words>2365</Words>
  <Application>Microsoft Office PowerPoint</Application>
  <PresentationFormat>Widescreen</PresentationFormat>
  <Paragraphs>228</Paragraphs>
  <Slides>18</Slides>
  <Notes>16</Notes>
  <HiddenSlides>0</HiddenSlides>
  <MMClips>0</MMClips>
  <ScaleCrop>false</ScaleCrop>
  <HeadingPairs>
    <vt:vector size="6" baseType="variant">
      <vt:variant>
        <vt:lpstr>Fonts Used</vt:lpstr>
      </vt:variant>
      <vt:variant>
        <vt:i4>21</vt:i4>
      </vt:variant>
      <vt:variant>
        <vt:lpstr>Theme</vt:lpstr>
      </vt:variant>
      <vt:variant>
        <vt:i4>8</vt:i4>
      </vt:variant>
      <vt:variant>
        <vt:lpstr>Slide Titles</vt:lpstr>
      </vt:variant>
      <vt:variant>
        <vt:i4>18</vt:i4>
      </vt:variant>
    </vt:vector>
  </HeadingPairs>
  <TitlesOfParts>
    <vt:vector size="47" baseType="lpstr">
      <vt:lpstr>Aptos</vt:lpstr>
      <vt:lpstr>Arial</vt:lpstr>
      <vt:lpstr>Arimo</vt:lpstr>
      <vt:lpstr>Bebas Neue</vt:lpstr>
      <vt:lpstr>Calibri</vt:lpstr>
      <vt:lpstr>Hanken Grotesk</vt:lpstr>
      <vt:lpstr>IBM Plex Mono</vt:lpstr>
      <vt:lpstr>Inter</vt:lpstr>
      <vt:lpstr>Nunito Light</vt:lpstr>
      <vt:lpstr>Open Sans</vt:lpstr>
      <vt:lpstr>Poppins</vt:lpstr>
      <vt:lpstr>Proxima Nova</vt:lpstr>
      <vt:lpstr>PT Sans</vt:lpstr>
      <vt:lpstr>Raleway Black</vt:lpstr>
      <vt:lpstr>Raleway ExtraBold</vt:lpstr>
      <vt:lpstr>Roboto Condensed Light</vt:lpstr>
      <vt:lpstr>Sora</vt:lpstr>
      <vt:lpstr>Source Code Pro</vt:lpstr>
      <vt:lpstr>Spline Sans Mono</vt:lpstr>
      <vt:lpstr>Spline Sans Mono Medium</vt:lpstr>
      <vt:lpstr>Times New Roman</vt:lpstr>
      <vt:lpstr>Introduction to Coding Workshop by Slidesgo</vt:lpstr>
      <vt:lpstr>Slidesgo Final Pages</vt:lpstr>
      <vt:lpstr>Technology Market Research Pitch Deck by Slidesgo</vt:lpstr>
      <vt:lpstr>1_Slidesgo Final Pages</vt:lpstr>
      <vt:lpstr>Professional Technology Style by Slidesgo</vt:lpstr>
      <vt:lpstr>2_Slidesgo Final Pages</vt:lpstr>
      <vt:lpstr>Software Engineering Business Plan by Slidesgo</vt:lpstr>
      <vt:lpstr>3_Slidesgo Final Pages</vt:lpstr>
      <vt:lpstr>Analiza Paternelor de Arhitectură Pentru Dezvoltarea Aplicațiilor Web</vt:lpstr>
      <vt:lpstr>ACTUALITATEA TEMEI</vt:lpstr>
      <vt:lpstr>SCOPUL ȘI OBIECTIVELE TEZEI</vt:lpstr>
      <vt:lpstr>DEFINIREA ȘABLONULUI ARHITECTURAL</vt:lpstr>
      <vt:lpstr>DEFINIREA ȘABLONULUI ARHITECTURAL</vt:lpstr>
      <vt:lpstr>ANALIZA ȘABLOANELOR DE PROIECTARE</vt:lpstr>
      <vt:lpstr>ARHITECTURA MVC</vt:lpstr>
      <vt:lpstr>ARHITECTURA MVP</vt:lpstr>
      <vt:lpstr>ARHITECTURA MVVM</vt:lpstr>
      <vt:lpstr>COMPARAREA ȘABLOANELOR ARHITECTURALE</vt:lpstr>
      <vt:lpstr>COMPARAREA ȘABLOANELOR ARHITECTURALE</vt:lpstr>
      <vt:lpstr>EXEMPLU DE IMPLEMENTARE A UNEI APLICAȚII UTILIZÂND UN ȘABLON DE ARHITECTURĂ</vt:lpstr>
      <vt:lpstr>EXEMPLU DE IMPLEMENTARE A UNEI APLICAȚII UTILIZÂND UN ȘABLON DE ARHITECTURĂ</vt:lpstr>
      <vt:lpstr>UN EXEMPLU DE IMPLEMENTARE A UNEI APLICAȚII UTILIZÂND UN ȘABLON DE ARHITECTURĂ</vt:lpstr>
      <vt:lpstr>UN EXEMPLU DE IMPLEMENTARE A UNEI APLICAȚII UTILIZÂND UN ȘABLON DE ARHITECTURĂ</vt:lpstr>
      <vt:lpstr>PREZENTAREA APLICAȚIEI REALIZATE</vt:lpstr>
      <vt:lpstr>CONCLUZII</vt:lpstr>
      <vt:lpstr>Mulțumesc pentru atenție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378</cp:revision>
  <dcterms:created xsi:type="dcterms:W3CDTF">2025-06-16T11:33:56Z</dcterms:created>
  <dcterms:modified xsi:type="dcterms:W3CDTF">2025-06-18T15:43:54Z</dcterms:modified>
</cp:coreProperties>
</file>