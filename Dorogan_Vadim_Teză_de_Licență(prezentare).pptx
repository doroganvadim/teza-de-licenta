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3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4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theme/theme5.xml" ContentType="application/vnd.openxmlformats-officedocument.theme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6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theme/theme7.xml" ContentType="application/vnd.openxmlformats-officedocument.theme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1" r:id="rId2"/>
    <p:sldMasterId id="2147483696" r:id="rId3"/>
    <p:sldMasterId id="2147483721" r:id="rId4"/>
    <p:sldMasterId id="2147483724" r:id="rId5"/>
    <p:sldMasterId id="2147483756" r:id="rId6"/>
    <p:sldMasterId id="2147483760" r:id="rId7"/>
    <p:sldMasterId id="2147483780" r:id="rId8"/>
  </p:sldMasterIdLst>
  <p:notesMasterIdLst>
    <p:notesMasterId r:id="rId27"/>
  </p:notesMasterIdLst>
  <p:sldIdLst>
    <p:sldId id="256" r:id="rId9"/>
    <p:sldId id="259" r:id="rId10"/>
    <p:sldId id="260" r:id="rId11"/>
    <p:sldId id="261" r:id="rId12"/>
    <p:sldId id="263" r:id="rId13"/>
    <p:sldId id="264" r:id="rId14"/>
    <p:sldId id="265" r:id="rId15"/>
    <p:sldId id="266" r:id="rId16"/>
    <p:sldId id="267" r:id="rId17"/>
    <p:sldId id="268" r:id="rId18"/>
    <p:sldId id="275" r:id="rId19"/>
    <p:sldId id="269" r:id="rId20"/>
    <p:sldId id="270" r:id="rId21"/>
    <p:sldId id="271" r:id="rId22"/>
    <p:sldId id="272" r:id="rId23"/>
    <p:sldId id="273" r:id="rId24"/>
    <p:sldId id="274" r:id="rId25"/>
    <p:sldId id="276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96" autoAdjust="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slide" Target="slides/slide18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presProps" Target="presProps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43C32E-D864-412F-A8C2-66FA60B6B2A8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01BD69-05E8-440D-AC10-273BAE9BB3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3614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1BD69-05E8-440D-AC10-273BAE9BB3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5629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01BD69-05E8-440D-AC10-273BAE9BB3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852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3.xml"/><Relationship Id="rId4" Type="http://schemas.openxmlformats.org/officeDocument/2006/relationships/hyperlink" Target="http://bit.ly/2TtBDfr" TargetMode="Externa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Relationship Id="rId4" Type="http://schemas.openxmlformats.org/officeDocument/2006/relationships/hyperlink" Target="http://bit.ly/2TtBDfr" TargetMode="Externa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7.xml"/><Relationship Id="rId4" Type="http://schemas.openxmlformats.org/officeDocument/2006/relationships/hyperlink" Target="http://bit.ly/2TtBDfr" TargetMode="Externa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4340240" y="-3867699"/>
            <a:ext cx="13386573" cy="9161505"/>
            <a:chOff x="-3102780" y="-2727750"/>
            <a:chExt cx="10039930" cy="6871129"/>
          </a:xfrm>
        </p:grpSpPr>
        <p:grpSp>
          <p:nvGrpSpPr>
            <p:cNvPr id="10" name="Google Shape;10;p2"/>
            <p:cNvGrpSpPr/>
            <p:nvPr/>
          </p:nvGrpSpPr>
          <p:grpSpPr>
            <a:xfrm rot="-7778255">
              <a:off x="-2414440" y="-1445047"/>
              <a:ext cx="5355679" cy="4305724"/>
              <a:chOff x="7103825" y="-713112"/>
              <a:chExt cx="3785226" cy="3043150"/>
            </a:xfrm>
          </p:grpSpPr>
          <p:sp>
            <p:nvSpPr>
              <p:cNvPr id="11" name="Google Shape;11;p2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2" name="Google Shape;12;p2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" name="Google Shape;13;p2"/>
            <p:cNvSpPr/>
            <p:nvPr/>
          </p:nvSpPr>
          <p:spPr>
            <a:xfrm>
              <a:off x="-289323" y="-166742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14;p2"/>
            <p:cNvSpPr/>
            <p:nvPr/>
          </p:nvSpPr>
          <p:spPr>
            <a:xfrm rot="2700000">
              <a:off x="917817" y="-2200499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-201475" y="-361175"/>
              <a:ext cx="7138625" cy="819350"/>
            </a:xfrm>
            <a:custGeom>
              <a:avLst/>
              <a:gdLst/>
              <a:ahLst/>
              <a:cxnLst/>
              <a:rect l="l" t="t" r="r" b="b"/>
              <a:pathLst>
                <a:path w="285545" h="32774" extrusionOk="0">
                  <a:moveTo>
                    <a:pt x="0" y="32774"/>
                  </a:moveTo>
                  <a:lnTo>
                    <a:pt x="188861" y="32774"/>
                  </a:lnTo>
                  <a:lnTo>
                    <a:pt x="221636" y="0"/>
                  </a:lnTo>
                  <a:lnTo>
                    <a:pt x="285545" y="0"/>
                  </a:lnTo>
                </a:path>
              </a:pathLst>
            </a:cu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16" name="Google Shape;16;p2"/>
            <p:cNvSpPr/>
            <p:nvPr/>
          </p:nvSpPr>
          <p:spPr>
            <a:xfrm rot="5400000">
              <a:off x="1110859" y="-1245788"/>
              <a:ext cx="577450" cy="3045475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7" name="Google Shape;17;p2"/>
            <p:cNvSpPr/>
            <p:nvPr/>
          </p:nvSpPr>
          <p:spPr>
            <a:xfrm rot="5400000">
              <a:off x="654013" y="-781254"/>
              <a:ext cx="687411" cy="2731351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8" name="Google Shape;18;p2"/>
            <p:cNvGrpSpPr/>
            <p:nvPr/>
          </p:nvGrpSpPr>
          <p:grpSpPr>
            <a:xfrm flipH="1">
              <a:off x="4446909" y="391151"/>
              <a:ext cx="134044" cy="134013"/>
              <a:chOff x="1101075" y="2142375"/>
              <a:chExt cx="439200" cy="439100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1" name="Google Shape;21;p2"/>
            <p:cNvGrpSpPr/>
            <p:nvPr/>
          </p:nvGrpSpPr>
          <p:grpSpPr>
            <a:xfrm flipH="1">
              <a:off x="1373609" y="694563"/>
              <a:ext cx="134044" cy="134013"/>
              <a:chOff x="1101075" y="2142375"/>
              <a:chExt cx="439200" cy="439100"/>
            </a:xfrm>
          </p:grpSpPr>
          <p:sp>
            <p:nvSpPr>
              <p:cNvPr id="22" name="Google Shape;22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4" name="Google Shape;24;p2"/>
            <p:cNvGrpSpPr/>
            <p:nvPr/>
          </p:nvGrpSpPr>
          <p:grpSpPr>
            <a:xfrm flipH="1">
              <a:off x="1086834" y="957463"/>
              <a:ext cx="134044" cy="134013"/>
              <a:chOff x="1101075" y="2142375"/>
              <a:chExt cx="439200" cy="439100"/>
            </a:xfrm>
          </p:grpSpPr>
          <p:sp>
            <p:nvSpPr>
              <p:cNvPr id="25" name="Google Shape;25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7" name="Google Shape;27;p2"/>
            <p:cNvGrpSpPr/>
            <p:nvPr/>
          </p:nvGrpSpPr>
          <p:grpSpPr>
            <a:xfrm flipH="1">
              <a:off x="277709" y="957463"/>
              <a:ext cx="134044" cy="134013"/>
              <a:chOff x="1101075" y="2142375"/>
              <a:chExt cx="439200" cy="439100"/>
            </a:xfrm>
          </p:grpSpPr>
          <p:sp>
            <p:nvSpPr>
              <p:cNvPr id="28" name="Google Shape;28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9" name="Google Shape;29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0" name="Google Shape;30;p2"/>
            <p:cNvGrpSpPr/>
            <p:nvPr/>
          </p:nvGrpSpPr>
          <p:grpSpPr>
            <a:xfrm flipH="1">
              <a:off x="277709" y="640813"/>
              <a:ext cx="134044" cy="134013"/>
              <a:chOff x="1101075" y="2142375"/>
              <a:chExt cx="439200" cy="439100"/>
            </a:xfrm>
          </p:grpSpPr>
          <p:sp>
            <p:nvSpPr>
              <p:cNvPr id="31" name="Google Shape;31;p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33" name="Google Shape;33;p2"/>
          <p:cNvGrpSpPr/>
          <p:nvPr/>
        </p:nvGrpSpPr>
        <p:grpSpPr>
          <a:xfrm>
            <a:off x="8514314" y="4052934"/>
            <a:ext cx="5227335" cy="4285199"/>
            <a:chOff x="6309535" y="2842975"/>
            <a:chExt cx="3920501" cy="3213899"/>
          </a:xfrm>
        </p:grpSpPr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6309535" y="3064650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" name="Google Shape;35;p2"/>
            <p:cNvSpPr/>
            <p:nvPr/>
          </p:nvSpPr>
          <p:spPr>
            <a:xfrm rot="10800000">
              <a:off x="7535449" y="2941132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" name="Google Shape;36;p2"/>
            <p:cNvSpPr/>
            <p:nvPr/>
          </p:nvSpPr>
          <p:spPr>
            <a:xfrm rot="10800000">
              <a:off x="7694795" y="2941747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280400" y="3719575"/>
              <a:ext cx="582050" cy="582425"/>
              <a:chOff x="959750" y="3039275"/>
              <a:chExt cx="582050" cy="582425"/>
            </a:xfrm>
          </p:grpSpPr>
          <p:sp>
            <p:nvSpPr>
              <p:cNvPr id="38" name="Google Shape;38;p2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" name="Google Shape;40;p2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1" name="Google Shape;41;p2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2" name="Google Shape;42;p2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3" name="Google Shape;43;p2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4" name="Google Shape;44;p2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45" name="Google Shape;45;p2"/>
            <p:cNvSpPr/>
            <p:nvPr/>
          </p:nvSpPr>
          <p:spPr>
            <a:xfrm>
              <a:off x="8430775" y="2842975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46" name="Google Shape;46;p2"/>
            <p:cNvGrpSpPr/>
            <p:nvPr/>
          </p:nvGrpSpPr>
          <p:grpSpPr>
            <a:xfrm>
              <a:off x="8337812" y="3492483"/>
              <a:ext cx="699928" cy="1651024"/>
              <a:chOff x="8337812" y="3492483"/>
              <a:chExt cx="699928" cy="1651024"/>
            </a:xfrm>
          </p:grpSpPr>
          <p:sp>
            <p:nvSpPr>
              <p:cNvPr id="47" name="Google Shape;47;p2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8" name="Google Shape;48;p2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9" name="Google Shape;49;p2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50" name="Google Shape;50;p2"/>
            <p:cNvGrpSpPr/>
            <p:nvPr/>
          </p:nvGrpSpPr>
          <p:grpSpPr>
            <a:xfrm>
              <a:off x="7945225" y="4302000"/>
              <a:ext cx="904666" cy="726121"/>
              <a:chOff x="7945225" y="4302000"/>
              <a:chExt cx="904666" cy="726121"/>
            </a:xfrm>
          </p:grpSpPr>
          <p:sp>
            <p:nvSpPr>
              <p:cNvPr id="51" name="Google Shape;51;p2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2" name="Google Shape;52;p2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3" name="Google Shape;53;p2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462467" y="1088432"/>
            <a:ext cx="9299600" cy="310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1462467" y="4608333"/>
            <a:ext cx="65100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56" name="Google Shape;56;p2"/>
          <p:cNvGrpSpPr/>
          <p:nvPr/>
        </p:nvGrpSpPr>
        <p:grpSpPr>
          <a:xfrm>
            <a:off x="-413180" y="4823208"/>
            <a:ext cx="1931765" cy="2985072"/>
            <a:chOff x="-309885" y="3617406"/>
            <a:chExt cx="1448824" cy="2238804"/>
          </a:xfrm>
        </p:grpSpPr>
        <p:grpSp>
          <p:nvGrpSpPr>
            <p:cNvPr id="57" name="Google Shape;57;p2"/>
            <p:cNvGrpSpPr/>
            <p:nvPr/>
          </p:nvGrpSpPr>
          <p:grpSpPr>
            <a:xfrm>
              <a:off x="-277007" y="3870159"/>
              <a:ext cx="981772" cy="1986051"/>
              <a:chOff x="-293545" y="3454371"/>
              <a:chExt cx="981772" cy="1986051"/>
            </a:xfrm>
          </p:grpSpPr>
          <p:sp>
            <p:nvSpPr>
              <p:cNvPr id="58" name="Google Shape;58;p2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9" name="Google Shape;59;p2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60" name="Google Shape;60;p2"/>
            <p:cNvGrpSpPr/>
            <p:nvPr/>
          </p:nvGrpSpPr>
          <p:grpSpPr>
            <a:xfrm>
              <a:off x="363249" y="4906873"/>
              <a:ext cx="699940" cy="478601"/>
              <a:chOff x="39722" y="4349021"/>
              <a:chExt cx="1061964" cy="726143"/>
            </a:xfrm>
          </p:grpSpPr>
          <p:grpSp>
            <p:nvGrpSpPr>
              <p:cNvPr id="61" name="Google Shape;61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62" name="Google Shape;62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63" name="Google Shape;63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4" name="Google Shape;64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5" name="Google Shape;65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6" name="Google Shape;66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7" name="Google Shape;67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8" name="Google Shape;68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69" name="Google Shape;69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0" name="Google Shape;70;p2"/>
            <p:cNvGrpSpPr/>
            <p:nvPr/>
          </p:nvGrpSpPr>
          <p:grpSpPr>
            <a:xfrm rot="-5400000">
              <a:off x="-461873" y="3769393"/>
              <a:ext cx="1351491" cy="1047516"/>
              <a:chOff x="-2460210" y="2758493"/>
              <a:chExt cx="1351491" cy="1047516"/>
            </a:xfrm>
          </p:grpSpPr>
          <p:sp>
            <p:nvSpPr>
              <p:cNvPr id="71" name="Google Shape;71;p2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2" name="Google Shape;72;p2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" name="Google Shape;73;p2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" name="Google Shape;74;p2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5" name="Google Shape;75;p2"/>
            <p:cNvGrpSpPr/>
            <p:nvPr/>
          </p:nvGrpSpPr>
          <p:grpSpPr>
            <a:xfrm>
              <a:off x="438999" y="4567398"/>
              <a:ext cx="699940" cy="478601"/>
              <a:chOff x="39722" y="4349021"/>
              <a:chExt cx="1061964" cy="726143"/>
            </a:xfrm>
          </p:grpSpPr>
          <p:grpSp>
            <p:nvGrpSpPr>
              <p:cNvPr id="76" name="Google Shape;7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77" name="Google Shape;7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78" name="Google Shape;7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79" name="Google Shape;7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80" name="Google Shape;8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81" name="Google Shape;8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82" name="Google Shape;8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83" name="Google Shape;8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84" name="Google Shape;8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5" name="Google Shape;85;p2"/>
            <p:cNvGrpSpPr/>
            <p:nvPr/>
          </p:nvGrpSpPr>
          <p:grpSpPr>
            <a:xfrm>
              <a:off x="-65076" y="4623886"/>
              <a:ext cx="699940" cy="478601"/>
              <a:chOff x="39722" y="4349021"/>
              <a:chExt cx="1061964" cy="726143"/>
            </a:xfrm>
          </p:grpSpPr>
          <p:grpSp>
            <p:nvGrpSpPr>
              <p:cNvPr id="86" name="Google Shape;86;p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87" name="Google Shape;87;p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88" name="Google Shape;88;p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89" name="Google Shape;89;p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0" name="Google Shape;90;p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1" name="Google Shape;91;p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2" name="Google Shape;92;p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3" name="Google Shape;93;p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94" name="Google Shape;94;p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12432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960000" y="2772433"/>
            <a:ext cx="7464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title" idx="2" hasCustomPrompt="1"/>
          </p:nvPr>
        </p:nvSpPr>
        <p:spPr>
          <a:xfrm>
            <a:off x="960000" y="1367633"/>
            <a:ext cx="2270000" cy="13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266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98" name="Google Shape;98;p3"/>
          <p:cNvSpPr txBox="1">
            <a:spLocks noGrp="1"/>
          </p:cNvSpPr>
          <p:nvPr>
            <p:ph type="subTitle" idx="1"/>
          </p:nvPr>
        </p:nvSpPr>
        <p:spPr>
          <a:xfrm>
            <a:off x="960000" y="4336500"/>
            <a:ext cx="7464000" cy="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99" name="Google Shape;99;p3"/>
          <p:cNvGrpSpPr/>
          <p:nvPr/>
        </p:nvGrpSpPr>
        <p:grpSpPr>
          <a:xfrm>
            <a:off x="-718941" y="-2290633"/>
            <a:ext cx="5862924" cy="5562209"/>
            <a:chOff x="-494406" y="-1584825"/>
            <a:chExt cx="4397193" cy="4171657"/>
          </a:xfrm>
        </p:grpSpPr>
        <p:grpSp>
          <p:nvGrpSpPr>
            <p:cNvPr id="100" name="Google Shape;100;p3"/>
            <p:cNvGrpSpPr/>
            <p:nvPr/>
          </p:nvGrpSpPr>
          <p:grpSpPr>
            <a:xfrm>
              <a:off x="-494406" y="-252396"/>
              <a:ext cx="1741563" cy="1288563"/>
              <a:chOff x="-494406" y="-252396"/>
              <a:chExt cx="1741563" cy="1288563"/>
            </a:xfrm>
          </p:grpSpPr>
          <p:sp>
            <p:nvSpPr>
              <p:cNvPr id="101" name="Google Shape;101;p3"/>
              <p:cNvSpPr/>
              <p:nvPr/>
            </p:nvSpPr>
            <p:spPr>
              <a:xfrm rot="2700000">
                <a:off x="-315569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2" name="Google Shape;102;p3"/>
              <p:cNvSpPr/>
              <p:nvPr/>
            </p:nvSpPr>
            <p:spPr>
              <a:xfrm rot="2700000">
                <a:off x="137431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03" name="Google Shape;103;p3"/>
            <p:cNvGrpSpPr/>
            <p:nvPr/>
          </p:nvGrpSpPr>
          <p:grpSpPr>
            <a:xfrm>
              <a:off x="245875" y="-51824"/>
              <a:ext cx="208200" cy="1824700"/>
              <a:chOff x="1040050" y="3812126"/>
              <a:chExt cx="208200" cy="1824700"/>
            </a:xfrm>
          </p:grpSpPr>
          <p:sp>
            <p:nvSpPr>
              <p:cNvPr id="104" name="Google Shape;104;p3"/>
              <p:cNvSpPr/>
              <p:nvPr/>
            </p:nvSpPr>
            <p:spPr>
              <a:xfrm>
                <a:off x="1040050" y="3812126"/>
                <a:ext cx="12550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5" name="Google Shape;105;p3"/>
              <p:cNvSpPr/>
              <p:nvPr/>
            </p:nvSpPr>
            <p:spPr>
              <a:xfrm>
                <a:off x="1235741" y="3812126"/>
                <a:ext cx="12509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06" name="Google Shape;106;p3"/>
            <p:cNvGrpSpPr/>
            <p:nvPr/>
          </p:nvGrpSpPr>
          <p:grpSpPr>
            <a:xfrm>
              <a:off x="441574" y="-36652"/>
              <a:ext cx="699940" cy="478601"/>
              <a:chOff x="39722" y="4349021"/>
              <a:chExt cx="1061964" cy="726143"/>
            </a:xfrm>
          </p:grpSpPr>
          <p:grpSp>
            <p:nvGrpSpPr>
              <p:cNvPr id="107" name="Google Shape;10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08" name="Google Shape;10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09" name="Google Shape;10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10" name="Google Shape;11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11" name="Google Shape;11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12" name="Google Shape;11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13" name="Google Shape;11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14" name="Google Shape;11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15" name="Google Shape;11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16" name="Google Shape;116;p3"/>
            <p:cNvGrpSpPr/>
            <p:nvPr/>
          </p:nvGrpSpPr>
          <p:grpSpPr>
            <a:xfrm>
              <a:off x="955673" y="11"/>
              <a:ext cx="592576" cy="405260"/>
              <a:chOff x="39722" y="4349021"/>
              <a:chExt cx="1061964" cy="726143"/>
            </a:xfrm>
          </p:grpSpPr>
          <p:grpSp>
            <p:nvGrpSpPr>
              <p:cNvPr id="117" name="Google Shape;11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18" name="Google Shape;11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19" name="Google Shape;11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20" name="Google Shape;12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1" name="Google Shape;12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2" name="Google Shape;12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3" name="Google Shape;12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4" name="Google Shape;12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25" name="Google Shape;12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26" name="Google Shape;126;p3"/>
            <p:cNvGrpSpPr/>
            <p:nvPr/>
          </p:nvGrpSpPr>
          <p:grpSpPr>
            <a:xfrm>
              <a:off x="-1" y="621223"/>
              <a:ext cx="699940" cy="478601"/>
              <a:chOff x="39722" y="4349021"/>
              <a:chExt cx="1061964" cy="726143"/>
            </a:xfrm>
          </p:grpSpPr>
          <p:grpSp>
            <p:nvGrpSpPr>
              <p:cNvPr id="127" name="Google Shape;127;p3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28" name="Google Shape;128;p3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29" name="Google Shape;129;p3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30" name="Google Shape;130;p3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1" name="Google Shape;131;p3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2" name="Google Shape;132;p3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3" name="Google Shape;133;p3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4" name="Google Shape;134;p3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35" name="Google Shape;135;p3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6" name="Google Shape;136;p3"/>
            <p:cNvGrpSpPr/>
            <p:nvPr/>
          </p:nvGrpSpPr>
          <p:grpSpPr>
            <a:xfrm rot="-8100000">
              <a:off x="540898" y="-1172741"/>
              <a:ext cx="2552124" cy="3347490"/>
              <a:chOff x="2976325" y="908175"/>
              <a:chExt cx="4028179" cy="5283555"/>
            </a:xfrm>
          </p:grpSpPr>
          <p:sp>
            <p:nvSpPr>
              <p:cNvPr id="137" name="Google Shape;137;p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8" name="Google Shape;138;p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9" name="Google Shape;139;p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50137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2" name="Google Shape;142;p4"/>
          <p:cNvSpPr txBox="1">
            <a:spLocks noGrp="1"/>
          </p:cNvSpPr>
          <p:nvPr>
            <p:ph type="body" idx="1"/>
          </p:nvPr>
        </p:nvSpPr>
        <p:spPr>
          <a:xfrm>
            <a:off x="960000" y="1519401"/>
            <a:ext cx="10272000" cy="5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AutoNum type="arabicPeriod"/>
              <a:defRPr>
                <a:solidFill>
                  <a:srgbClr val="191919"/>
                </a:solidFill>
              </a:defRPr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828754" lvl="2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2438339" lvl="3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3047924" lvl="4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3657509" lvl="5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4267093" lvl="6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4876678" lvl="7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5486263" lvl="8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43" name="Google Shape;143;p4"/>
          <p:cNvGrpSpPr/>
          <p:nvPr/>
        </p:nvGrpSpPr>
        <p:grpSpPr>
          <a:xfrm>
            <a:off x="9820200" y="-1530399"/>
            <a:ext cx="4977499" cy="8716005"/>
            <a:chOff x="7212750" y="-1147799"/>
            <a:chExt cx="3733124" cy="6537004"/>
          </a:xfrm>
        </p:grpSpPr>
        <p:pic>
          <p:nvPicPr>
            <p:cNvPr id="144" name="Google Shape;144;p4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212750" y="-1147799"/>
              <a:ext cx="3733124" cy="2849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45" name="Google Shape;145;p4"/>
            <p:cNvGrpSpPr/>
            <p:nvPr/>
          </p:nvGrpSpPr>
          <p:grpSpPr>
            <a:xfrm>
              <a:off x="7392021" y="539499"/>
              <a:ext cx="1518472" cy="3030657"/>
              <a:chOff x="7785196" y="342199"/>
              <a:chExt cx="1518472" cy="3030657"/>
            </a:xfrm>
          </p:grpSpPr>
          <p:sp>
            <p:nvSpPr>
              <p:cNvPr id="146" name="Google Shape;146;p4"/>
              <p:cNvSpPr/>
              <p:nvPr/>
            </p:nvSpPr>
            <p:spPr>
              <a:xfrm rot="10800000">
                <a:off x="7882621" y="5394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 rot="10800000">
                <a:off x="7785196" y="3421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48" name="Google Shape;148;p4"/>
            <p:cNvSpPr/>
            <p:nvPr/>
          </p:nvSpPr>
          <p:spPr>
            <a:xfrm rot="5400000">
              <a:off x="8098189" y="-87718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49" name="Google Shape;149;p4"/>
            <p:cNvGrpSpPr/>
            <p:nvPr/>
          </p:nvGrpSpPr>
          <p:grpSpPr>
            <a:xfrm>
              <a:off x="7740801" y="270000"/>
              <a:ext cx="3153315" cy="5119205"/>
              <a:chOff x="7740801" y="270000"/>
              <a:chExt cx="3153315" cy="5119205"/>
            </a:xfrm>
          </p:grpSpPr>
          <p:sp>
            <p:nvSpPr>
              <p:cNvPr id="150" name="Google Shape;150;p4"/>
              <p:cNvSpPr/>
              <p:nvPr/>
            </p:nvSpPr>
            <p:spPr>
              <a:xfrm>
                <a:off x="7740801" y="270000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51" name="Google Shape;151;p4"/>
              <p:cNvGrpSpPr/>
              <p:nvPr/>
            </p:nvGrpSpPr>
            <p:grpSpPr>
              <a:xfrm>
                <a:off x="8192886" y="4736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152" name="Google Shape;152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3" name="Google Shape;153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54" name="Google Shape;154;p4"/>
              <p:cNvGrpSpPr/>
              <p:nvPr/>
            </p:nvGrpSpPr>
            <p:grpSpPr>
              <a:xfrm>
                <a:off x="8788211" y="37947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5" name="Google Shape;155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6" name="Google Shape;156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57" name="Google Shape;157;p4"/>
              <p:cNvGrpSpPr/>
              <p:nvPr/>
            </p:nvGrpSpPr>
            <p:grpSpPr>
              <a:xfrm>
                <a:off x="8654186" y="2424672"/>
                <a:ext cx="134004" cy="134004"/>
                <a:chOff x="8356813" y="1074288"/>
                <a:chExt cx="351900" cy="351900"/>
              </a:xfrm>
            </p:grpSpPr>
            <p:sp>
              <p:nvSpPr>
                <p:cNvPr id="158" name="Google Shape;158;p4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59" name="Google Shape;159;p4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grpSp>
        <p:nvGrpSpPr>
          <p:cNvPr id="160" name="Google Shape;160;p4"/>
          <p:cNvGrpSpPr/>
          <p:nvPr/>
        </p:nvGrpSpPr>
        <p:grpSpPr>
          <a:xfrm rot="-2529045">
            <a:off x="140989" y="4906947"/>
            <a:ext cx="788921" cy="3013693"/>
            <a:chOff x="-132364" y="1829399"/>
            <a:chExt cx="591677" cy="2260214"/>
          </a:xfrm>
        </p:grpSpPr>
        <p:sp>
          <p:nvSpPr>
            <p:cNvPr id="161" name="Google Shape;161;p4"/>
            <p:cNvSpPr/>
            <p:nvPr/>
          </p:nvSpPr>
          <p:spPr>
            <a:xfrm rot="10800000">
              <a:off x="62461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2" name="Google Shape;162;p4"/>
            <p:cNvSpPr/>
            <p:nvPr/>
          </p:nvSpPr>
          <p:spPr>
            <a:xfrm rot="10800000">
              <a:off x="-132364" y="1829399"/>
              <a:ext cx="396852" cy="2260214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63" name="Google Shape;163;p4"/>
          <p:cNvGrpSpPr/>
          <p:nvPr/>
        </p:nvGrpSpPr>
        <p:grpSpPr>
          <a:xfrm>
            <a:off x="-693530" y="-764219"/>
            <a:ext cx="2003055" cy="3742456"/>
            <a:chOff x="-367748" y="-573164"/>
            <a:chExt cx="1502291" cy="2806842"/>
          </a:xfrm>
        </p:grpSpPr>
        <p:grpSp>
          <p:nvGrpSpPr>
            <p:cNvPr id="164" name="Google Shape;164;p4"/>
            <p:cNvGrpSpPr/>
            <p:nvPr/>
          </p:nvGrpSpPr>
          <p:grpSpPr>
            <a:xfrm rot="10800000">
              <a:off x="-191449" y="1507557"/>
              <a:ext cx="904666" cy="726121"/>
              <a:chOff x="7945225" y="4302000"/>
              <a:chExt cx="904666" cy="726121"/>
            </a:xfrm>
          </p:grpSpPr>
          <p:sp>
            <p:nvSpPr>
              <p:cNvPr id="165" name="Google Shape;165;p4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6" name="Google Shape;166;p4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68" name="Google Shape;168;p4"/>
            <p:cNvSpPr/>
            <p:nvPr/>
          </p:nvSpPr>
          <p:spPr>
            <a:xfrm>
              <a:off x="152767" y="-5725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69" name="Google Shape;169;p4"/>
            <p:cNvSpPr/>
            <p:nvPr/>
          </p:nvSpPr>
          <p:spPr>
            <a:xfrm>
              <a:off x="-6579" y="-57316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70" name="Google Shape;170;p4"/>
            <p:cNvGrpSpPr/>
            <p:nvPr/>
          </p:nvGrpSpPr>
          <p:grpSpPr>
            <a:xfrm rot="10800000">
              <a:off x="-367748" y="-467133"/>
              <a:ext cx="699928" cy="1651024"/>
              <a:chOff x="8337812" y="3492483"/>
              <a:chExt cx="699928" cy="1651024"/>
            </a:xfrm>
          </p:grpSpPr>
          <p:sp>
            <p:nvSpPr>
              <p:cNvPr id="171" name="Google Shape;171;p4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2" name="Google Shape;172;p4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73" name="Google Shape;173;p4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27624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5"/>
          <p:cNvSpPr txBox="1">
            <a:spLocks noGrp="1"/>
          </p:cNvSpPr>
          <p:nvPr>
            <p:ph type="subTitle" idx="1"/>
          </p:nvPr>
        </p:nvSpPr>
        <p:spPr>
          <a:xfrm>
            <a:off x="6666537" y="3163333"/>
            <a:ext cx="3120400" cy="176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7" name="Google Shape;177;p5"/>
          <p:cNvSpPr txBox="1">
            <a:spLocks noGrp="1"/>
          </p:cNvSpPr>
          <p:nvPr>
            <p:ph type="subTitle" idx="2"/>
          </p:nvPr>
        </p:nvSpPr>
        <p:spPr>
          <a:xfrm>
            <a:off x="2405067" y="3163333"/>
            <a:ext cx="3120400" cy="176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8" name="Google Shape;178;p5"/>
          <p:cNvSpPr txBox="1">
            <a:spLocks noGrp="1"/>
          </p:cNvSpPr>
          <p:nvPr>
            <p:ph type="subTitle" idx="3"/>
          </p:nvPr>
        </p:nvSpPr>
        <p:spPr>
          <a:xfrm>
            <a:off x="6666544" y="2731317"/>
            <a:ext cx="3120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9" name="Google Shape;179;p5"/>
          <p:cNvSpPr txBox="1">
            <a:spLocks noGrp="1"/>
          </p:cNvSpPr>
          <p:nvPr>
            <p:ph type="subTitle" idx="4"/>
          </p:nvPr>
        </p:nvSpPr>
        <p:spPr>
          <a:xfrm>
            <a:off x="2405067" y="2731317"/>
            <a:ext cx="3120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80" name="Google Shape;180;p5"/>
          <p:cNvGrpSpPr/>
          <p:nvPr/>
        </p:nvGrpSpPr>
        <p:grpSpPr>
          <a:xfrm>
            <a:off x="10105485" y="-1187199"/>
            <a:ext cx="3864367" cy="4043933"/>
            <a:chOff x="7198113" y="-890399"/>
            <a:chExt cx="2898275" cy="3032950"/>
          </a:xfrm>
        </p:grpSpPr>
        <p:pic>
          <p:nvPicPr>
            <p:cNvPr id="181" name="Google Shape;181;p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7130775" y="-823062"/>
              <a:ext cx="3032950" cy="289827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82" name="Google Shape;182;p5"/>
            <p:cNvGrpSpPr/>
            <p:nvPr/>
          </p:nvGrpSpPr>
          <p:grpSpPr>
            <a:xfrm>
              <a:off x="8319318" y="-249682"/>
              <a:ext cx="1460040" cy="1171886"/>
              <a:chOff x="7945225" y="4302000"/>
              <a:chExt cx="904666" cy="726121"/>
            </a:xfrm>
          </p:grpSpPr>
          <p:sp>
            <p:nvSpPr>
              <p:cNvPr id="183" name="Google Shape;183;p5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4" name="Google Shape;184;p5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85" name="Google Shape;185;p5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86" name="Google Shape;186;p5"/>
          <p:cNvGrpSpPr/>
          <p:nvPr/>
        </p:nvGrpSpPr>
        <p:grpSpPr>
          <a:xfrm>
            <a:off x="-818560" y="4924808"/>
            <a:ext cx="2730743" cy="2985072"/>
            <a:chOff x="-461520" y="3617406"/>
            <a:chExt cx="2048057" cy="2238804"/>
          </a:xfrm>
        </p:grpSpPr>
        <p:grpSp>
          <p:nvGrpSpPr>
            <p:cNvPr id="187" name="Google Shape;187;p5"/>
            <p:cNvGrpSpPr/>
            <p:nvPr/>
          </p:nvGrpSpPr>
          <p:grpSpPr>
            <a:xfrm>
              <a:off x="-461520" y="3617406"/>
              <a:ext cx="1916534" cy="2238804"/>
              <a:chOff x="-461520" y="3617406"/>
              <a:chExt cx="1916534" cy="2238804"/>
            </a:xfrm>
          </p:grpSpPr>
          <p:grpSp>
            <p:nvGrpSpPr>
              <p:cNvPr id="188" name="Google Shape;188;p5"/>
              <p:cNvGrpSpPr/>
              <p:nvPr/>
            </p:nvGrpSpPr>
            <p:grpSpPr>
              <a:xfrm flipH="1">
                <a:off x="-461520" y="4010132"/>
                <a:ext cx="1916534" cy="1538287"/>
                <a:chOff x="7945225" y="4302000"/>
                <a:chExt cx="904666" cy="726121"/>
              </a:xfrm>
            </p:grpSpPr>
            <p:sp>
              <p:nvSpPr>
                <p:cNvPr id="189" name="Google Shape;189;p5"/>
                <p:cNvSpPr/>
                <p:nvPr/>
              </p:nvSpPr>
              <p:spPr>
                <a:xfrm>
                  <a:off x="8176775" y="4445200"/>
                  <a:ext cx="673116" cy="5829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0" name="Google Shape;190;p5"/>
                <p:cNvSpPr/>
                <p:nvPr/>
              </p:nvSpPr>
              <p:spPr>
                <a:xfrm>
                  <a:off x="8164350" y="43020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91" name="Google Shape;191;p5"/>
                <p:cNvSpPr/>
                <p:nvPr/>
              </p:nvSpPr>
              <p:spPr>
                <a:xfrm>
                  <a:off x="7945225" y="4445200"/>
                  <a:ext cx="480925" cy="416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285" h="44413" extrusionOk="0">
                      <a:moveTo>
                        <a:pt x="12814" y="0"/>
                      </a:moveTo>
                      <a:lnTo>
                        <a:pt x="0" y="22199"/>
                      </a:lnTo>
                      <a:lnTo>
                        <a:pt x="12814" y="44413"/>
                      </a:lnTo>
                      <a:lnTo>
                        <a:pt x="38471" y="44413"/>
                      </a:lnTo>
                      <a:lnTo>
                        <a:pt x="51285" y="22199"/>
                      </a:lnTo>
                      <a:lnTo>
                        <a:pt x="3847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22000">
                      <a:schemeClr val="lt1"/>
                    </a:gs>
                    <a:gs pos="45000">
                      <a:srgbClr val="FFFFFF">
                        <a:alpha val="0"/>
                      </a:srgbClr>
                    </a:gs>
                    <a:gs pos="100000">
                      <a:srgbClr val="0C0A9E">
                        <a:alpha val="50196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92" name="Google Shape;192;p5"/>
              <p:cNvGrpSpPr/>
              <p:nvPr/>
            </p:nvGrpSpPr>
            <p:grpSpPr>
              <a:xfrm>
                <a:off x="-309885" y="3617406"/>
                <a:ext cx="1448824" cy="2238804"/>
                <a:chOff x="-309885" y="3617406"/>
                <a:chExt cx="1448824" cy="2238804"/>
              </a:xfrm>
            </p:grpSpPr>
            <p:grpSp>
              <p:nvGrpSpPr>
                <p:cNvPr id="193" name="Google Shape;193;p5"/>
                <p:cNvGrpSpPr/>
                <p:nvPr/>
              </p:nvGrpSpPr>
              <p:grpSpPr>
                <a:xfrm>
                  <a:off x="-277007" y="3870159"/>
                  <a:ext cx="981772" cy="1986051"/>
                  <a:chOff x="-293545" y="3454371"/>
                  <a:chExt cx="981772" cy="1986051"/>
                </a:xfrm>
              </p:grpSpPr>
              <p:sp>
                <p:nvSpPr>
                  <p:cNvPr id="194" name="Google Shape;194;p5"/>
                  <p:cNvSpPr/>
                  <p:nvPr/>
                </p:nvSpPr>
                <p:spPr>
                  <a:xfrm rot="10800000">
                    <a:off x="-293545" y="345437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1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64"/>
                          <a:pt x="23632" y="11321"/>
                          <a:pt x="23632" y="11808"/>
                        </a:cubicBezTo>
                        <a:cubicBezTo>
                          <a:pt x="23632" y="12311"/>
                          <a:pt x="23434" y="12768"/>
                          <a:pt x="23098" y="13104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5"/>
                        </a:lnTo>
                        <a:cubicBezTo>
                          <a:pt x="16547" y="11489"/>
                          <a:pt x="16029" y="11260"/>
                          <a:pt x="15435" y="11260"/>
                        </a:cubicBezTo>
                        <a:cubicBezTo>
                          <a:pt x="14841" y="11260"/>
                          <a:pt x="14307" y="11489"/>
                          <a:pt x="13911" y="11885"/>
                        </a:cubicBezTo>
                        <a:lnTo>
                          <a:pt x="12525" y="13271"/>
                        </a:lnTo>
                        <a:cubicBezTo>
                          <a:pt x="12129" y="13698"/>
                          <a:pt x="11900" y="14231"/>
                          <a:pt x="11900" y="14795"/>
                        </a:cubicBezTo>
                        <a:cubicBezTo>
                          <a:pt x="11900" y="15374"/>
                          <a:pt x="12129" y="15922"/>
                          <a:pt x="12525" y="16318"/>
                        </a:cubicBezTo>
                        <a:cubicBezTo>
                          <a:pt x="12860" y="16669"/>
                          <a:pt x="13058" y="17126"/>
                          <a:pt x="13058" y="17629"/>
                        </a:cubicBezTo>
                        <a:cubicBezTo>
                          <a:pt x="13058" y="18116"/>
                          <a:pt x="12860" y="18573"/>
                          <a:pt x="12525" y="18924"/>
                        </a:cubicBezTo>
                        <a:lnTo>
                          <a:pt x="11489" y="19944"/>
                        </a:lnTo>
                        <a:cubicBezTo>
                          <a:pt x="11154" y="20295"/>
                          <a:pt x="10696" y="20478"/>
                          <a:pt x="10209" y="20478"/>
                        </a:cubicBezTo>
                        <a:lnTo>
                          <a:pt x="9569" y="20478"/>
                        </a:lnTo>
                        <a:cubicBezTo>
                          <a:pt x="8990" y="20478"/>
                          <a:pt x="8457" y="20706"/>
                          <a:pt x="8045" y="21102"/>
                        </a:cubicBezTo>
                        <a:lnTo>
                          <a:pt x="3353" y="25810"/>
                        </a:lnTo>
                        <a:cubicBezTo>
                          <a:pt x="2515" y="26648"/>
                          <a:pt x="2515" y="28004"/>
                          <a:pt x="3353" y="28842"/>
                        </a:cubicBezTo>
                        <a:lnTo>
                          <a:pt x="10529" y="36018"/>
                        </a:lnTo>
                        <a:cubicBezTo>
                          <a:pt x="10864" y="36369"/>
                          <a:pt x="11062" y="36826"/>
                          <a:pt x="11062" y="37313"/>
                        </a:cubicBezTo>
                        <a:cubicBezTo>
                          <a:pt x="11062" y="37801"/>
                          <a:pt x="10864" y="38273"/>
                          <a:pt x="10529" y="38608"/>
                        </a:cubicBezTo>
                        <a:lnTo>
                          <a:pt x="8198" y="40940"/>
                        </a:lnTo>
                        <a:cubicBezTo>
                          <a:pt x="7802" y="41351"/>
                          <a:pt x="7573" y="41884"/>
                          <a:pt x="7573" y="42463"/>
                        </a:cubicBezTo>
                        <a:lnTo>
                          <a:pt x="7573" y="47720"/>
                        </a:lnTo>
                        <a:cubicBezTo>
                          <a:pt x="7573" y="48207"/>
                          <a:pt x="7390" y="48664"/>
                          <a:pt x="7040" y="49015"/>
                        </a:cubicBezTo>
                        <a:lnTo>
                          <a:pt x="1" y="56054"/>
                        </a:lnTo>
                        <a:lnTo>
                          <a:pt x="199" y="56267"/>
                        </a:lnTo>
                        <a:lnTo>
                          <a:pt x="7268" y="49274"/>
                        </a:lnTo>
                        <a:cubicBezTo>
                          <a:pt x="7664" y="48862"/>
                          <a:pt x="7893" y="48329"/>
                          <a:pt x="7893" y="47750"/>
                        </a:cubicBezTo>
                        <a:lnTo>
                          <a:pt x="7893" y="42494"/>
                        </a:lnTo>
                        <a:cubicBezTo>
                          <a:pt x="7893" y="42006"/>
                          <a:pt x="8091" y="41549"/>
                          <a:pt x="8426" y="41199"/>
                        </a:cubicBezTo>
                        <a:lnTo>
                          <a:pt x="10757" y="38883"/>
                        </a:lnTo>
                        <a:cubicBezTo>
                          <a:pt x="11154" y="38456"/>
                          <a:pt x="11382" y="37923"/>
                          <a:pt x="11382" y="37359"/>
                        </a:cubicBezTo>
                        <a:cubicBezTo>
                          <a:pt x="11382" y="36765"/>
                          <a:pt x="11154" y="36232"/>
                          <a:pt x="10757" y="35835"/>
                        </a:cubicBezTo>
                        <a:lnTo>
                          <a:pt x="3581" y="28644"/>
                        </a:lnTo>
                        <a:cubicBezTo>
                          <a:pt x="2850" y="27943"/>
                          <a:pt x="2850" y="26785"/>
                          <a:pt x="3581" y="26054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67"/>
                        </a:lnTo>
                        <a:cubicBezTo>
                          <a:pt x="13149" y="18741"/>
                          <a:pt x="13378" y="18208"/>
                          <a:pt x="13378" y="17644"/>
                        </a:cubicBezTo>
                        <a:cubicBezTo>
                          <a:pt x="13378" y="17050"/>
                          <a:pt x="13149" y="16516"/>
                          <a:pt x="12753" y="16120"/>
                        </a:cubicBezTo>
                        <a:cubicBezTo>
                          <a:pt x="12418" y="15770"/>
                          <a:pt x="12220" y="15313"/>
                          <a:pt x="12220" y="14825"/>
                        </a:cubicBezTo>
                        <a:cubicBezTo>
                          <a:pt x="12220" y="14322"/>
                          <a:pt x="12418" y="13865"/>
                          <a:pt x="12753" y="13530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8" y="11595"/>
                          <a:pt x="16395" y="11793"/>
                          <a:pt x="16730" y="12128"/>
                        </a:cubicBezTo>
                        <a:lnTo>
                          <a:pt x="19107" y="14520"/>
                        </a:lnTo>
                        <a:cubicBezTo>
                          <a:pt x="19526" y="14939"/>
                          <a:pt x="20074" y="15149"/>
                          <a:pt x="20623" y="15149"/>
                        </a:cubicBezTo>
                        <a:cubicBezTo>
                          <a:pt x="21171" y="15149"/>
                          <a:pt x="21720" y="14939"/>
                          <a:pt x="22139" y="14520"/>
                        </a:cubicBezTo>
                        <a:lnTo>
                          <a:pt x="23297" y="13347"/>
                        </a:lnTo>
                        <a:cubicBezTo>
                          <a:pt x="23708" y="12936"/>
                          <a:pt x="23936" y="12403"/>
                          <a:pt x="23936" y="11824"/>
                        </a:cubicBezTo>
                        <a:cubicBezTo>
                          <a:pt x="23936" y="11260"/>
                          <a:pt x="23708" y="10711"/>
                          <a:pt x="23297" y="10300"/>
                        </a:cubicBezTo>
                        <a:lnTo>
                          <a:pt x="12997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95" name="Google Shape;195;p5"/>
                  <p:cNvSpPr/>
                  <p:nvPr/>
                </p:nvSpPr>
                <p:spPr>
                  <a:xfrm rot="10800000">
                    <a:off x="-156450" y="3454901"/>
                    <a:ext cx="844677" cy="198552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937" h="56267" extrusionOk="0">
                        <a:moveTo>
                          <a:pt x="12997" y="0"/>
                        </a:moveTo>
                        <a:lnTo>
                          <a:pt x="12784" y="214"/>
                        </a:lnTo>
                        <a:lnTo>
                          <a:pt x="23098" y="10513"/>
                        </a:lnTo>
                        <a:cubicBezTo>
                          <a:pt x="23434" y="10848"/>
                          <a:pt x="23632" y="11305"/>
                          <a:pt x="23632" y="11808"/>
                        </a:cubicBezTo>
                        <a:cubicBezTo>
                          <a:pt x="23632" y="12296"/>
                          <a:pt x="23434" y="12753"/>
                          <a:pt x="23098" y="13103"/>
                        </a:cubicBezTo>
                        <a:lnTo>
                          <a:pt x="21925" y="14261"/>
                        </a:lnTo>
                        <a:cubicBezTo>
                          <a:pt x="21575" y="14627"/>
                          <a:pt x="21110" y="14810"/>
                          <a:pt x="20642" y="14810"/>
                        </a:cubicBezTo>
                        <a:cubicBezTo>
                          <a:pt x="20173" y="14810"/>
                          <a:pt x="19701" y="14627"/>
                          <a:pt x="19335" y="14261"/>
                        </a:cubicBezTo>
                        <a:lnTo>
                          <a:pt x="16958" y="11884"/>
                        </a:lnTo>
                        <a:cubicBezTo>
                          <a:pt x="16547" y="11488"/>
                          <a:pt x="16029" y="11260"/>
                          <a:pt x="15435" y="11260"/>
                        </a:cubicBezTo>
                        <a:cubicBezTo>
                          <a:pt x="14840" y="11260"/>
                          <a:pt x="14307" y="11488"/>
                          <a:pt x="13911" y="11884"/>
                        </a:cubicBezTo>
                        <a:lnTo>
                          <a:pt x="12525" y="13271"/>
                        </a:lnTo>
                        <a:cubicBezTo>
                          <a:pt x="11687" y="14109"/>
                          <a:pt x="11687" y="15465"/>
                          <a:pt x="12525" y="16303"/>
                        </a:cubicBezTo>
                        <a:cubicBezTo>
                          <a:pt x="12860" y="16638"/>
                          <a:pt x="13058" y="17095"/>
                          <a:pt x="13058" y="17598"/>
                        </a:cubicBezTo>
                        <a:cubicBezTo>
                          <a:pt x="13058" y="18085"/>
                          <a:pt x="12860" y="18543"/>
                          <a:pt x="12525" y="18893"/>
                        </a:cubicBezTo>
                        <a:lnTo>
                          <a:pt x="11489" y="19914"/>
                        </a:lnTo>
                        <a:cubicBezTo>
                          <a:pt x="11153" y="20264"/>
                          <a:pt x="10696" y="20447"/>
                          <a:pt x="10193" y="20447"/>
                        </a:cubicBezTo>
                        <a:lnTo>
                          <a:pt x="9569" y="20447"/>
                        </a:lnTo>
                        <a:cubicBezTo>
                          <a:pt x="8975" y="20447"/>
                          <a:pt x="8441" y="20676"/>
                          <a:pt x="8045" y="21087"/>
                        </a:cubicBezTo>
                        <a:lnTo>
                          <a:pt x="3337" y="25780"/>
                        </a:lnTo>
                        <a:cubicBezTo>
                          <a:pt x="2941" y="26206"/>
                          <a:pt x="2713" y="26739"/>
                          <a:pt x="2713" y="27303"/>
                        </a:cubicBezTo>
                        <a:cubicBezTo>
                          <a:pt x="2713" y="27897"/>
                          <a:pt x="2941" y="28431"/>
                          <a:pt x="3337" y="28827"/>
                        </a:cubicBezTo>
                        <a:lnTo>
                          <a:pt x="10529" y="36018"/>
                        </a:lnTo>
                        <a:cubicBezTo>
                          <a:pt x="11245" y="36719"/>
                          <a:pt x="11245" y="37877"/>
                          <a:pt x="10529" y="38608"/>
                        </a:cubicBezTo>
                        <a:lnTo>
                          <a:pt x="8198" y="40924"/>
                        </a:lnTo>
                        <a:cubicBezTo>
                          <a:pt x="7801" y="41351"/>
                          <a:pt x="7573" y="41884"/>
                          <a:pt x="7573" y="42448"/>
                        </a:cubicBezTo>
                        <a:lnTo>
                          <a:pt x="7573" y="47704"/>
                        </a:lnTo>
                        <a:cubicBezTo>
                          <a:pt x="7573" y="48207"/>
                          <a:pt x="7375" y="48664"/>
                          <a:pt x="7040" y="48999"/>
                        </a:cubicBezTo>
                        <a:lnTo>
                          <a:pt x="1" y="56053"/>
                        </a:lnTo>
                        <a:lnTo>
                          <a:pt x="199" y="56267"/>
                        </a:lnTo>
                        <a:lnTo>
                          <a:pt x="7268" y="49212"/>
                        </a:lnTo>
                        <a:cubicBezTo>
                          <a:pt x="7664" y="48801"/>
                          <a:pt x="7893" y="48268"/>
                          <a:pt x="7893" y="47689"/>
                        </a:cubicBezTo>
                        <a:lnTo>
                          <a:pt x="7893" y="42432"/>
                        </a:lnTo>
                        <a:cubicBezTo>
                          <a:pt x="7893" y="41945"/>
                          <a:pt x="8091" y="41473"/>
                          <a:pt x="8426" y="41137"/>
                        </a:cubicBezTo>
                        <a:lnTo>
                          <a:pt x="10757" y="38806"/>
                        </a:lnTo>
                        <a:cubicBezTo>
                          <a:pt x="11595" y="37984"/>
                          <a:pt x="11595" y="36628"/>
                          <a:pt x="10757" y="35790"/>
                        </a:cubicBezTo>
                        <a:lnTo>
                          <a:pt x="3581" y="28598"/>
                        </a:lnTo>
                        <a:cubicBezTo>
                          <a:pt x="3231" y="28263"/>
                          <a:pt x="3048" y="27806"/>
                          <a:pt x="3048" y="27318"/>
                        </a:cubicBezTo>
                        <a:cubicBezTo>
                          <a:pt x="3048" y="26816"/>
                          <a:pt x="3231" y="26359"/>
                          <a:pt x="3581" y="26023"/>
                        </a:cubicBezTo>
                        <a:lnTo>
                          <a:pt x="8274" y="21346"/>
                        </a:lnTo>
                        <a:cubicBezTo>
                          <a:pt x="8624" y="21011"/>
                          <a:pt x="9081" y="20813"/>
                          <a:pt x="9569" y="20813"/>
                        </a:cubicBezTo>
                        <a:lnTo>
                          <a:pt x="10209" y="20813"/>
                        </a:lnTo>
                        <a:cubicBezTo>
                          <a:pt x="10788" y="20813"/>
                          <a:pt x="11321" y="20584"/>
                          <a:pt x="11732" y="20188"/>
                        </a:cubicBezTo>
                        <a:lnTo>
                          <a:pt x="12753" y="19152"/>
                        </a:lnTo>
                        <a:cubicBezTo>
                          <a:pt x="13149" y="18741"/>
                          <a:pt x="13378" y="18207"/>
                          <a:pt x="13378" y="17628"/>
                        </a:cubicBezTo>
                        <a:cubicBezTo>
                          <a:pt x="13378" y="17049"/>
                          <a:pt x="13149" y="16516"/>
                          <a:pt x="12753" y="16105"/>
                        </a:cubicBezTo>
                        <a:cubicBezTo>
                          <a:pt x="12037" y="15404"/>
                          <a:pt x="12037" y="14246"/>
                          <a:pt x="12753" y="13515"/>
                        </a:cubicBezTo>
                        <a:lnTo>
                          <a:pt x="14140" y="12128"/>
                        </a:lnTo>
                        <a:cubicBezTo>
                          <a:pt x="14490" y="11793"/>
                          <a:pt x="14947" y="11595"/>
                          <a:pt x="15435" y="11595"/>
                        </a:cubicBezTo>
                        <a:cubicBezTo>
                          <a:pt x="15937" y="11595"/>
                          <a:pt x="16395" y="11793"/>
                          <a:pt x="16730" y="12128"/>
                        </a:cubicBezTo>
                        <a:lnTo>
                          <a:pt x="19106" y="14505"/>
                        </a:lnTo>
                        <a:cubicBezTo>
                          <a:pt x="19525" y="14924"/>
                          <a:pt x="20074" y="15133"/>
                          <a:pt x="20622" y="15133"/>
                        </a:cubicBezTo>
                        <a:cubicBezTo>
                          <a:pt x="21171" y="15133"/>
                          <a:pt x="21719" y="14924"/>
                          <a:pt x="22138" y="14505"/>
                        </a:cubicBezTo>
                        <a:lnTo>
                          <a:pt x="23296" y="13347"/>
                        </a:lnTo>
                        <a:cubicBezTo>
                          <a:pt x="23708" y="12936"/>
                          <a:pt x="23936" y="12402"/>
                          <a:pt x="23936" y="11823"/>
                        </a:cubicBezTo>
                        <a:cubicBezTo>
                          <a:pt x="23936" y="11229"/>
                          <a:pt x="23708" y="10696"/>
                          <a:pt x="23296" y="10300"/>
                        </a:cubicBezTo>
                        <a:lnTo>
                          <a:pt x="12997" y="0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dk2"/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grpSp>
              <p:nvGrpSpPr>
                <p:cNvPr id="196" name="Google Shape;196;p5"/>
                <p:cNvGrpSpPr/>
                <p:nvPr/>
              </p:nvGrpSpPr>
              <p:grpSpPr>
                <a:xfrm>
                  <a:off x="363249" y="4906873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197" name="Google Shape;197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198" name="Google Shape;198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grpSp>
                  <p:nvGrpSpPr>
                    <p:cNvPr id="199" name="Google Shape;199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00" name="Google Shape;200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01" name="Google Shape;201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02" name="Google Shape;202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03" name="Google Shape;203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04" name="Google Shape;204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</p:grpSp>
              </p:grpSp>
              <p:sp>
                <p:nvSpPr>
                  <p:cNvPr id="205" name="Google Shape;205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grpSp>
              <p:nvGrpSpPr>
                <p:cNvPr id="206" name="Google Shape;206;p5"/>
                <p:cNvGrpSpPr/>
                <p:nvPr/>
              </p:nvGrpSpPr>
              <p:grpSpPr>
                <a:xfrm rot="-5400000">
                  <a:off x="-461873" y="3769393"/>
                  <a:ext cx="1351491" cy="1047516"/>
                  <a:chOff x="-2460210" y="2758493"/>
                  <a:chExt cx="1351491" cy="1047516"/>
                </a:xfrm>
              </p:grpSpPr>
              <p:sp>
                <p:nvSpPr>
                  <p:cNvPr id="207" name="Google Shape;207;p5"/>
                  <p:cNvSpPr/>
                  <p:nvPr/>
                </p:nvSpPr>
                <p:spPr>
                  <a:xfrm rot="-2700000">
                    <a:off x="-2341816" y="31085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8" name="Google Shape;208;p5"/>
                  <p:cNvSpPr/>
                  <p:nvPr/>
                </p:nvSpPr>
                <p:spPr>
                  <a:xfrm rot="-2700000">
                    <a:off x="-2157466" y="30323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09" name="Google Shape;209;p5"/>
                  <p:cNvSpPr/>
                  <p:nvPr/>
                </p:nvSpPr>
                <p:spPr>
                  <a:xfrm rot="-2700000">
                    <a:off x="-1993591" y="29561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10" name="Google Shape;210;p5"/>
                  <p:cNvSpPr/>
                  <p:nvPr/>
                </p:nvSpPr>
                <p:spPr>
                  <a:xfrm rot="-2700000">
                    <a:off x="-1809241" y="2879954"/>
                    <a:ext cx="582127" cy="57599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171" h="35790" extrusionOk="0">
                        <a:moveTo>
                          <a:pt x="34030" y="1"/>
                        </a:moveTo>
                        <a:cubicBezTo>
                          <a:pt x="33531" y="1"/>
                          <a:pt x="33032" y="191"/>
                          <a:pt x="32651" y="572"/>
                        </a:cubicBezTo>
                        <a:cubicBezTo>
                          <a:pt x="31890" y="1334"/>
                          <a:pt x="31890" y="2568"/>
                          <a:pt x="32651" y="3330"/>
                        </a:cubicBezTo>
                        <a:cubicBezTo>
                          <a:pt x="33032" y="3711"/>
                          <a:pt x="33531" y="3901"/>
                          <a:pt x="34030" y="3901"/>
                        </a:cubicBezTo>
                        <a:cubicBezTo>
                          <a:pt x="34529" y="3901"/>
                          <a:pt x="35028" y="3711"/>
                          <a:pt x="35409" y="3330"/>
                        </a:cubicBezTo>
                        <a:cubicBezTo>
                          <a:pt x="36171" y="2568"/>
                          <a:pt x="36171" y="1334"/>
                          <a:pt x="35409" y="572"/>
                        </a:cubicBezTo>
                        <a:cubicBezTo>
                          <a:pt x="35028" y="191"/>
                          <a:pt x="34529" y="1"/>
                          <a:pt x="34030" y="1"/>
                        </a:cubicBezTo>
                        <a:close/>
                        <a:moveTo>
                          <a:pt x="27662" y="6385"/>
                        </a:moveTo>
                        <a:cubicBezTo>
                          <a:pt x="27163" y="6385"/>
                          <a:pt x="26664" y="6575"/>
                          <a:pt x="26283" y="6956"/>
                        </a:cubicBezTo>
                        <a:cubicBezTo>
                          <a:pt x="25521" y="7718"/>
                          <a:pt x="25521" y="8952"/>
                          <a:pt x="26283" y="9714"/>
                        </a:cubicBezTo>
                        <a:cubicBezTo>
                          <a:pt x="26664" y="10095"/>
                          <a:pt x="27163" y="10285"/>
                          <a:pt x="27662" y="10285"/>
                        </a:cubicBezTo>
                        <a:cubicBezTo>
                          <a:pt x="28161" y="10285"/>
                          <a:pt x="28660" y="10095"/>
                          <a:pt x="29040" y="9714"/>
                        </a:cubicBezTo>
                        <a:cubicBezTo>
                          <a:pt x="29802" y="8952"/>
                          <a:pt x="29802" y="7718"/>
                          <a:pt x="29040" y="6956"/>
                        </a:cubicBezTo>
                        <a:cubicBezTo>
                          <a:pt x="28660" y="6575"/>
                          <a:pt x="28161" y="6385"/>
                          <a:pt x="27662" y="6385"/>
                        </a:cubicBezTo>
                        <a:close/>
                        <a:moveTo>
                          <a:pt x="21285" y="12753"/>
                        </a:moveTo>
                        <a:cubicBezTo>
                          <a:pt x="20783" y="12753"/>
                          <a:pt x="20280" y="12944"/>
                          <a:pt x="19899" y="13325"/>
                        </a:cubicBezTo>
                        <a:cubicBezTo>
                          <a:pt x="19137" y="14086"/>
                          <a:pt x="19137" y="15336"/>
                          <a:pt x="19899" y="16097"/>
                        </a:cubicBezTo>
                        <a:cubicBezTo>
                          <a:pt x="20280" y="16478"/>
                          <a:pt x="20783" y="16669"/>
                          <a:pt x="21285" y="16669"/>
                        </a:cubicBezTo>
                        <a:cubicBezTo>
                          <a:pt x="21788" y="16669"/>
                          <a:pt x="22291" y="16478"/>
                          <a:pt x="22672" y="16097"/>
                        </a:cubicBezTo>
                        <a:cubicBezTo>
                          <a:pt x="23434" y="15336"/>
                          <a:pt x="23434" y="14086"/>
                          <a:pt x="22672" y="13325"/>
                        </a:cubicBezTo>
                        <a:cubicBezTo>
                          <a:pt x="22291" y="12944"/>
                          <a:pt x="21788" y="12753"/>
                          <a:pt x="21285" y="12753"/>
                        </a:cubicBezTo>
                        <a:close/>
                        <a:moveTo>
                          <a:pt x="14917" y="19128"/>
                        </a:moveTo>
                        <a:cubicBezTo>
                          <a:pt x="14415" y="19128"/>
                          <a:pt x="13913" y="19318"/>
                          <a:pt x="13530" y="19693"/>
                        </a:cubicBezTo>
                        <a:cubicBezTo>
                          <a:pt x="12768" y="20455"/>
                          <a:pt x="12768" y="21689"/>
                          <a:pt x="13530" y="22451"/>
                        </a:cubicBezTo>
                        <a:cubicBezTo>
                          <a:pt x="13911" y="22832"/>
                          <a:pt x="14410" y="23022"/>
                          <a:pt x="14909" y="23022"/>
                        </a:cubicBezTo>
                        <a:cubicBezTo>
                          <a:pt x="15408" y="23022"/>
                          <a:pt x="15907" y="22832"/>
                          <a:pt x="16288" y="22451"/>
                        </a:cubicBezTo>
                        <a:cubicBezTo>
                          <a:pt x="17050" y="21689"/>
                          <a:pt x="17050" y="20455"/>
                          <a:pt x="16288" y="19693"/>
                        </a:cubicBezTo>
                        <a:cubicBezTo>
                          <a:pt x="15909" y="19314"/>
                          <a:pt x="15413" y="19128"/>
                          <a:pt x="14917" y="19128"/>
                        </a:cubicBezTo>
                        <a:close/>
                        <a:moveTo>
                          <a:pt x="8525" y="25506"/>
                        </a:moveTo>
                        <a:cubicBezTo>
                          <a:pt x="8026" y="25506"/>
                          <a:pt x="7527" y="25696"/>
                          <a:pt x="7146" y="26077"/>
                        </a:cubicBezTo>
                        <a:cubicBezTo>
                          <a:pt x="6385" y="26839"/>
                          <a:pt x="6385" y="28073"/>
                          <a:pt x="7146" y="28835"/>
                        </a:cubicBezTo>
                        <a:cubicBezTo>
                          <a:pt x="7527" y="29216"/>
                          <a:pt x="8026" y="29406"/>
                          <a:pt x="8525" y="29406"/>
                        </a:cubicBezTo>
                        <a:cubicBezTo>
                          <a:pt x="9024" y="29406"/>
                          <a:pt x="9523" y="29216"/>
                          <a:pt x="9904" y="28835"/>
                        </a:cubicBezTo>
                        <a:cubicBezTo>
                          <a:pt x="10666" y="28073"/>
                          <a:pt x="10666" y="26839"/>
                          <a:pt x="9904" y="26077"/>
                        </a:cubicBezTo>
                        <a:cubicBezTo>
                          <a:pt x="9523" y="25696"/>
                          <a:pt x="9024" y="25506"/>
                          <a:pt x="8525" y="25506"/>
                        </a:cubicBezTo>
                        <a:close/>
                        <a:moveTo>
                          <a:pt x="2141" y="31874"/>
                        </a:moveTo>
                        <a:cubicBezTo>
                          <a:pt x="1642" y="31874"/>
                          <a:pt x="1143" y="32065"/>
                          <a:pt x="763" y="32446"/>
                        </a:cubicBezTo>
                        <a:cubicBezTo>
                          <a:pt x="1" y="33207"/>
                          <a:pt x="1" y="34457"/>
                          <a:pt x="763" y="35219"/>
                        </a:cubicBezTo>
                        <a:cubicBezTo>
                          <a:pt x="1143" y="35599"/>
                          <a:pt x="1642" y="35790"/>
                          <a:pt x="2141" y="35790"/>
                        </a:cubicBezTo>
                        <a:cubicBezTo>
                          <a:pt x="2640" y="35790"/>
                          <a:pt x="3139" y="35599"/>
                          <a:pt x="3520" y="35219"/>
                        </a:cubicBezTo>
                        <a:cubicBezTo>
                          <a:pt x="4282" y="34457"/>
                          <a:pt x="4282" y="33207"/>
                          <a:pt x="3520" y="32446"/>
                        </a:cubicBezTo>
                        <a:cubicBezTo>
                          <a:pt x="3139" y="32065"/>
                          <a:pt x="2640" y="31874"/>
                          <a:pt x="2141" y="31874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012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grpSp>
              <p:nvGrpSpPr>
                <p:cNvPr id="211" name="Google Shape;211;p5"/>
                <p:cNvGrpSpPr/>
                <p:nvPr/>
              </p:nvGrpSpPr>
              <p:grpSpPr>
                <a:xfrm>
                  <a:off x="438999" y="4567398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12" name="Google Shape;21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13" name="Google Shape;21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grpSp>
                  <p:nvGrpSpPr>
                    <p:cNvPr id="214" name="Google Shape;21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15" name="Google Shape;21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16" name="Google Shape;21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17" name="Google Shape;21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18" name="Google Shape;21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19" name="Google Shape;21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</p:grpSp>
              </p:grpSp>
              <p:sp>
                <p:nvSpPr>
                  <p:cNvPr id="220" name="Google Shape;22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grpSp>
              <p:nvGrpSpPr>
                <p:cNvPr id="221" name="Google Shape;221;p5"/>
                <p:cNvGrpSpPr/>
                <p:nvPr/>
              </p:nvGrpSpPr>
              <p:grpSpPr>
                <a:xfrm>
                  <a:off x="-65076" y="4623886"/>
                  <a:ext cx="699940" cy="478601"/>
                  <a:chOff x="39722" y="4349021"/>
                  <a:chExt cx="1061964" cy="726143"/>
                </a:xfrm>
              </p:grpSpPr>
              <p:grpSp>
                <p:nvGrpSpPr>
                  <p:cNvPr id="222" name="Google Shape;222;p5"/>
                  <p:cNvGrpSpPr/>
                  <p:nvPr/>
                </p:nvGrpSpPr>
                <p:grpSpPr>
                  <a:xfrm rot="2700000">
                    <a:off x="140502" y="4460924"/>
                    <a:ext cx="524584" cy="502337"/>
                    <a:chOff x="1189791" y="-1767331"/>
                    <a:chExt cx="904284" cy="865933"/>
                  </a:xfrm>
                </p:grpSpPr>
                <p:sp>
                  <p:nvSpPr>
                    <p:cNvPr id="223" name="Google Shape;223;p5"/>
                    <p:cNvSpPr/>
                    <p:nvPr/>
                  </p:nvSpPr>
                  <p:spPr>
                    <a:xfrm>
                      <a:off x="1189791" y="-1767331"/>
                      <a:ext cx="904284" cy="86593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6902" h="35337" extrusionOk="0">
                          <a:moveTo>
                            <a:pt x="18449" y="1"/>
                          </a:moveTo>
                          <a:cubicBezTo>
                            <a:pt x="16409" y="1"/>
                            <a:pt x="14368" y="778"/>
                            <a:pt x="12814" y="2332"/>
                          </a:cubicBezTo>
                          <a:lnTo>
                            <a:pt x="3108" y="12037"/>
                          </a:lnTo>
                          <a:cubicBezTo>
                            <a:pt x="0" y="15145"/>
                            <a:pt x="0" y="20189"/>
                            <a:pt x="3108" y="23297"/>
                          </a:cubicBezTo>
                          <a:lnTo>
                            <a:pt x="12814" y="33017"/>
                          </a:lnTo>
                          <a:cubicBezTo>
                            <a:pt x="14368" y="34564"/>
                            <a:pt x="16405" y="35337"/>
                            <a:pt x="18443" y="35337"/>
                          </a:cubicBezTo>
                          <a:cubicBezTo>
                            <a:pt x="20481" y="35337"/>
                            <a:pt x="22519" y="34564"/>
                            <a:pt x="24073" y="33017"/>
                          </a:cubicBezTo>
                          <a:lnTo>
                            <a:pt x="33794" y="23297"/>
                          </a:lnTo>
                          <a:cubicBezTo>
                            <a:pt x="36902" y="20189"/>
                            <a:pt x="36902" y="15145"/>
                            <a:pt x="33794" y="12037"/>
                          </a:cubicBezTo>
                          <a:lnTo>
                            <a:pt x="24073" y="2332"/>
                          </a:lnTo>
                          <a:cubicBezTo>
                            <a:pt x="22527" y="778"/>
                            <a:pt x="20489" y="1"/>
                            <a:pt x="18449" y="1"/>
                          </a:cubicBezTo>
                          <a:close/>
                        </a:path>
                      </a:pathLst>
                    </a:custGeom>
                    <a:gradFill>
                      <a:gsLst>
                        <a:gs pos="0">
                          <a:schemeClr val="lt1"/>
                        </a:gs>
                        <a:gs pos="18000">
                          <a:schemeClr val="lt1"/>
                        </a:gs>
                        <a:gs pos="56000">
                          <a:srgbClr val="FFFFFF">
                            <a:alpha val="0"/>
                          </a:srgbClr>
                        </a:gs>
                        <a:gs pos="74000">
                          <a:schemeClr val="lt1"/>
                        </a:gs>
                        <a:gs pos="100000">
                          <a:srgbClr val="9900FF">
                            <a:alpha val="28627"/>
                          </a:srgbClr>
                        </a:gs>
                      </a:gsLst>
                      <a:path path="circle">
                        <a:fillToRect r="100000" b="100000"/>
                      </a:path>
                      <a:tileRect l="-100000" t="-10000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grpSp>
                  <p:nvGrpSpPr>
                    <p:cNvPr id="224" name="Google Shape;224;p5"/>
                    <p:cNvGrpSpPr/>
                    <p:nvPr/>
                  </p:nvGrpSpPr>
                  <p:grpSpPr>
                    <a:xfrm>
                      <a:off x="1232795" y="-1740829"/>
                      <a:ext cx="717621" cy="717392"/>
                      <a:chOff x="1483457" y="3953671"/>
                      <a:chExt cx="717621" cy="717392"/>
                    </a:xfrm>
                  </p:grpSpPr>
                  <p:sp>
                    <p:nvSpPr>
                      <p:cNvPr id="225" name="Google Shape;225;p5"/>
                      <p:cNvSpPr/>
                      <p:nvPr/>
                    </p:nvSpPr>
                    <p:spPr>
                      <a:xfrm>
                        <a:off x="1483457" y="425726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26" name="Google Shape;226;p5"/>
                      <p:cNvSpPr/>
                      <p:nvPr/>
                    </p:nvSpPr>
                    <p:spPr>
                      <a:xfrm>
                        <a:off x="1559470" y="418148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0" y="382"/>
                            </a:lnTo>
                            <a:lnTo>
                              <a:pt x="26739" y="27121"/>
                            </a:lnTo>
                            <a:lnTo>
                              <a:pt x="27120" y="26740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27" name="Google Shape;227;p5"/>
                      <p:cNvSpPr/>
                      <p:nvPr/>
                    </p:nvSpPr>
                    <p:spPr>
                      <a:xfrm>
                        <a:off x="1635483" y="4105239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66" y="1"/>
                            </a:moveTo>
                            <a:lnTo>
                              <a:pt x="1" y="381"/>
                            </a:lnTo>
                            <a:lnTo>
                              <a:pt x="26740" y="27120"/>
                            </a:lnTo>
                            <a:lnTo>
                              <a:pt x="27121" y="26755"/>
                            </a:lnTo>
                            <a:lnTo>
                              <a:pt x="366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28" name="Google Shape;228;p5"/>
                      <p:cNvSpPr/>
                      <p:nvPr/>
                    </p:nvSpPr>
                    <p:spPr>
                      <a:xfrm>
                        <a:off x="1711267" y="4029455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1" y="1"/>
                            </a:moveTo>
                            <a:lnTo>
                              <a:pt x="0" y="382"/>
                            </a:lnTo>
                            <a:lnTo>
                              <a:pt x="26755" y="27121"/>
                            </a:lnTo>
                            <a:lnTo>
                              <a:pt x="27120" y="26755"/>
                            </a:lnTo>
                            <a:lnTo>
                              <a:pt x="381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  <p:sp>
                    <p:nvSpPr>
                      <p:cNvPr id="229" name="Google Shape;229;p5"/>
                      <p:cNvSpPr/>
                      <p:nvPr/>
                    </p:nvSpPr>
                    <p:spPr>
                      <a:xfrm>
                        <a:off x="1787280" y="3953671"/>
                        <a:ext cx="413799" cy="41379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7121" h="27121" extrusionOk="0">
                            <a:moveTo>
                              <a:pt x="382" y="1"/>
                            </a:moveTo>
                            <a:lnTo>
                              <a:pt x="1" y="382"/>
                            </a:lnTo>
                            <a:lnTo>
                              <a:pt x="26740" y="27121"/>
                            </a:lnTo>
                            <a:lnTo>
                              <a:pt x="27121" y="26740"/>
                            </a:lnTo>
                            <a:lnTo>
                              <a:pt x="382" y="1"/>
                            </a:lnTo>
                            <a:close/>
                          </a:path>
                        </a:pathLst>
                      </a:custGeom>
                      <a:gradFill>
                        <a:gsLst>
                          <a:gs pos="0">
                            <a:srgbClr val="9900FF">
                              <a:alpha val="46666"/>
                              <a:alpha val="46820"/>
                            </a:srgbClr>
                          </a:gs>
                          <a:gs pos="100000">
                            <a:srgbClr val="FFFFFF">
                              <a:alpha val="0"/>
                              <a:alpha val="46820"/>
                            </a:srgbClr>
                          </a:gs>
                        </a:gsLst>
                        <a:lin ang="5400700" scaled="0"/>
                      </a:gra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endParaRPr sz="2400"/>
                      </a:p>
                    </p:txBody>
                  </p:sp>
                </p:grpSp>
              </p:grpSp>
              <p:sp>
                <p:nvSpPr>
                  <p:cNvPr id="230" name="Google Shape;230;p5"/>
                  <p:cNvSpPr/>
                  <p:nvPr/>
                </p:nvSpPr>
                <p:spPr>
                  <a:xfrm rot="-2700000">
                    <a:off x="542534" y="4469276"/>
                    <a:ext cx="492898" cy="39156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612" h="35440" extrusionOk="0">
                        <a:moveTo>
                          <a:pt x="40817" y="1"/>
                        </a:moveTo>
                        <a:lnTo>
                          <a:pt x="37420" y="3383"/>
                        </a:lnTo>
                        <a:lnTo>
                          <a:pt x="41213" y="7177"/>
                        </a:lnTo>
                        <a:lnTo>
                          <a:pt x="44611" y="3779"/>
                        </a:lnTo>
                        <a:lnTo>
                          <a:pt x="40817" y="1"/>
                        </a:lnTo>
                        <a:close/>
                        <a:moveTo>
                          <a:pt x="22184" y="4099"/>
                        </a:moveTo>
                        <a:lnTo>
                          <a:pt x="18801" y="7482"/>
                        </a:lnTo>
                        <a:lnTo>
                          <a:pt x="22595" y="11275"/>
                        </a:lnTo>
                        <a:lnTo>
                          <a:pt x="25978" y="7878"/>
                        </a:lnTo>
                        <a:lnTo>
                          <a:pt x="22184" y="4099"/>
                        </a:lnTo>
                        <a:close/>
                        <a:moveTo>
                          <a:pt x="15983" y="10300"/>
                        </a:moveTo>
                        <a:lnTo>
                          <a:pt x="12585" y="13698"/>
                        </a:lnTo>
                        <a:lnTo>
                          <a:pt x="16379" y="17476"/>
                        </a:lnTo>
                        <a:lnTo>
                          <a:pt x="19776" y="14094"/>
                        </a:lnTo>
                        <a:lnTo>
                          <a:pt x="15983" y="10300"/>
                        </a:lnTo>
                        <a:close/>
                        <a:moveTo>
                          <a:pt x="9431" y="16852"/>
                        </a:moveTo>
                        <a:lnTo>
                          <a:pt x="6034" y="20249"/>
                        </a:lnTo>
                        <a:lnTo>
                          <a:pt x="15190" y="29406"/>
                        </a:lnTo>
                        <a:lnTo>
                          <a:pt x="18588" y="26008"/>
                        </a:lnTo>
                        <a:lnTo>
                          <a:pt x="9431" y="16852"/>
                        </a:lnTo>
                        <a:close/>
                        <a:moveTo>
                          <a:pt x="3383" y="22885"/>
                        </a:moveTo>
                        <a:lnTo>
                          <a:pt x="0" y="26283"/>
                        </a:lnTo>
                        <a:lnTo>
                          <a:pt x="9157" y="35440"/>
                        </a:lnTo>
                        <a:lnTo>
                          <a:pt x="12555" y="32057"/>
                        </a:lnTo>
                        <a:lnTo>
                          <a:pt x="3383" y="22885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</p:grpSp>
        <p:grpSp>
          <p:nvGrpSpPr>
            <p:cNvPr id="231" name="Google Shape;231;p5"/>
            <p:cNvGrpSpPr/>
            <p:nvPr/>
          </p:nvGrpSpPr>
          <p:grpSpPr>
            <a:xfrm rot="5400000">
              <a:off x="1147388" y="4839000"/>
              <a:ext cx="439200" cy="439100"/>
              <a:chOff x="1101075" y="2142375"/>
              <a:chExt cx="439200" cy="439100"/>
            </a:xfrm>
          </p:grpSpPr>
          <p:sp>
            <p:nvSpPr>
              <p:cNvPr id="232" name="Google Shape;232;p5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3" name="Google Shape;233;p5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234" name="Google Shape;234;p5"/>
          <p:cNvGrpSpPr/>
          <p:nvPr/>
        </p:nvGrpSpPr>
        <p:grpSpPr>
          <a:xfrm>
            <a:off x="-3136700" y="-536091"/>
            <a:ext cx="7076687" cy="3251140"/>
            <a:chOff x="-2276325" y="-249669"/>
            <a:chExt cx="5307515" cy="2438355"/>
          </a:xfrm>
        </p:grpSpPr>
        <p:grpSp>
          <p:nvGrpSpPr>
            <p:cNvPr id="235" name="Google Shape;235;p5"/>
            <p:cNvGrpSpPr/>
            <p:nvPr/>
          </p:nvGrpSpPr>
          <p:grpSpPr>
            <a:xfrm rot="10800000">
              <a:off x="-1297788" y="-249669"/>
              <a:ext cx="2601921" cy="2438355"/>
              <a:chOff x="7340128" y="2866613"/>
              <a:chExt cx="2439225" cy="2438355"/>
            </a:xfrm>
          </p:grpSpPr>
          <p:sp>
            <p:nvSpPr>
              <p:cNvPr id="236" name="Google Shape;236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37" name="Google Shape;237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238" name="Google Shape;238;p5"/>
            <p:cNvSpPr/>
            <p:nvPr/>
          </p:nvSpPr>
          <p:spPr>
            <a:xfrm rot="-5400000">
              <a:off x="1755111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239" name="Google Shape;239;p5"/>
            <p:cNvGrpSpPr/>
            <p:nvPr/>
          </p:nvGrpSpPr>
          <p:grpSpPr>
            <a:xfrm>
              <a:off x="-2276325" y="245976"/>
              <a:ext cx="4558967" cy="134100"/>
              <a:chOff x="796100" y="3019701"/>
              <a:chExt cx="4558967" cy="134100"/>
            </a:xfrm>
          </p:grpSpPr>
          <p:sp>
            <p:nvSpPr>
              <p:cNvPr id="240" name="Google Shape;240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241" name="Google Shape;241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42" name="Google Shape;242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243" name="Google Shape;243;p5"/>
          <p:cNvGrpSpPr/>
          <p:nvPr/>
        </p:nvGrpSpPr>
        <p:grpSpPr>
          <a:xfrm>
            <a:off x="9060134" y="4126951"/>
            <a:ext cx="6078623" cy="3251140"/>
            <a:chOff x="6490300" y="2866613"/>
            <a:chExt cx="4558967" cy="2438355"/>
          </a:xfrm>
        </p:grpSpPr>
        <p:grpSp>
          <p:nvGrpSpPr>
            <p:cNvPr id="244" name="Google Shape;244;p5"/>
            <p:cNvGrpSpPr/>
            <p:nvPr/>
          </p:nvGrpSpPr>
          <p:grpSpPr>
            <a:xfrm>
              <a:off x="7340128" y="2866613"/>
              <a:ext cx="2439225" cy="2438355"/>
              <a:chOff x="7340128" y="2866613"/>
              <a:chExt cx="2439225" cy="2438355"/>
            </a:xfrm>
          </p:grpSpPr>
          <p:sp>
            <p:nvSpPr>
              <p:cNvPr id="245" name="Google Shape;245;p5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46" name="Google Shape;246;p5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47" name="Google Shape;247;p5"/>
            <p:cNvGrpSpPr/>
            <p:nvPr/>
          </p:nvGrpSpPr>
          <p:grpSpPr>
            <a:xfrm rot="10800000">
              <a:off x="6490300" y="4774026"/>
              <a:ext cx="4558967" cy="134100"/>
              <a:chOff x="796100" y="3019701"/>
              <a:chExt cx="4558967" cy="134100"/>
            </a:xfrm>
          </p:grpSpPr>
          <p:sp>
            <p:nvSpPr>
              <p:cNvPr id="248" name="Google Shape;248;p5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249" name="Google Shape;249;p5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0" name="Google Shape;250;p5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79792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Google Shape;252;p6"/>
          <p:cNvGrpSpPr/>
          <p:nvPr/>
        </p:nvGrpSpPr>
        <p:grpSpPr>
          <a:xfrm rot="-8100000">
            <a:off x="-2173268" y="-1517741"/>
            <a:ext cx="5046919" cy="4057495"/>
            <a:chOff x="7103825" y="-713112"/>
            <a:chExt cx="3785226" cy="3043150"/>
          </a:xfrm>
        </p:grpSpPr>
        <p:sp>
          <p:nvSpPr>
            <p:cNvPr id="253" name="Google Shape;253;p6"/>
            <p:cNvSpPr/>
            <p:nvPr/>
          </p:nvSpPr>
          <p:spPr>
            <a:xfrm rot="-3600017">
              <a:off x="7761095" y="-21"/>
              <a:ext cx="2152450" cy="1864030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254" name="Google Shape;254;p6"/>
            <p:cNvPicPr preferRelativeResize="0"/>
            <p:nvPr/>
          </p:nvPicPr>
          <p:blipFill rotWithShape="1">
            <a:blip r:embed="rId2">
              <a:alphaModFix/>
            </a:blip>
            <a:srcRect t="17657" b="17663"/>
            <a:stretch/>
          </p:blipFill>
          <p:spPr>
            <a:xfrm>
              <a:off x="7103825" y="-713112"/>
              <a:ext cx="3785226" cy="288897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55" name="Google Shape;255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56" name="Google Shape;256;p6"/>
          <p:cNvGrpSpPr/>
          <p:nvPr/>
        </p:nvGrpSpPr>
        <p:grpSpPr>
          <a:xfrm>
            <a:off x="10808372" y="-1125883"/>
            <a:ext cx="2388176" cy="3690444"/>
            <a:chOff x="8030079" y="-844413"/>
            <a:chExt cx="1791132" cy="2767833"/>
          </a:xfrm>
        </p:grpSpPr>
        <p:grpSp>
          <p:nvGrpSpPr>
            <p:cNvPr id="257" name="Google Shape;257;p6"/>
            <p:cNvGrpSpPr/>
            <p:nvPr/>
          </p:nvGrpSpPr>
          <p:grpSpPr>
            <a:xfrm rot="10800000">
              <a:off x="8566799" y="-844413"/>
              <a:ext cx="1213764" cy="2455355"/>
              <a:chOff x="-293545" y="3454371"/>
              <a:chExt cx="981772" cy="1986051"/>
            </a:xfrm>
          </p:grpSpPr>
          <p:sp>
            <p:nvSpPr>
              <p:cNvPr id="258" name="Google Shape;258;p6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59" name="Google Shape;259;p6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60" name="Google Shape;260;p6"/>
            <p:cNvGrpSpPr/>
            <p:nvPr/>
          </p:nvGrpSpPr>
          <p:grpSpPr>
            <a:xfrm rot="10800000">
              <a:off x="8123728" y="-262212"/>
              <a:ext cx="865288" cy="591661"/>
              <a:chOff x="39722" y="4349021"/>
              <a:chExt cx="1061964" cy="726143"/>
            </a:xfrm>
          </p:grpSpPr>
          <p:grpSp>
            <p:nvGrpSpPr>
              <p:cNvPr id="261" name="Google Shape;261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262" name="Google Shape;262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263" name="Google Shape;263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264" name="Google Shape;264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65" name="Google Shape;265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66" name="Google Shape;266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67" name="Google Shape;267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68" name="Google Shape;268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269" name="Google Shape;269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70" name="Google Shape;270;p6"/>
            <p:cNvGrpSpPr/>
            <p:nvPr/>
          </p:nvGrpSpPr>
          <p:grpSpPr>
            <a:xfrm rot="5400000">
              <a:off x="8338264" y="440474"/>
              <a:ext cx="1670849" cy="1295044"/>
              <a:chOff x="-2460210" y="2758493"/>
              <a:chExt cx="1351491" cy="1047516"/>
            </a:xfrm>
          </p:grpSpPr>
          <p:sp>
            <p:nvSpPr>
              <p:cNvPr id="271" name="Google Shape;271;p6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46820"/>
                    </a:schemeClr>
                  </a:gs>
                  <a:gs pos="22000">
                    <a:schemeClr val="lt1">
                      <a:alpha val="46820"/>
                    </a:schemeClr>
                  </a:gs>
                  <a:gs pos="45000">
                    <a:srgbClr val="FFFFFF">
                      <a:alpha val="0"/>
                      <a:alpha val="46820"/>
                    </a:srgbClr>
                  </a:gs>
                  <a:gs pos="100000">
                    <a:srgbClr val="0C0A9E">
                      <a:alpha val="50196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72" name="Google Shape;272;p6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46820"/>
                    </a:schemeClr>
                  </a:gs>
                  <a:gs pos="22000">
                    <a:schemeClr val="lt1">
                      <a:alpha val="46820"/>
                    </a:schemeClr>
                  </a:gs>
                  <a:gs pos="45000">
                    <a:srgbClr val="FFFFFF">
                      <a:alpha val="0"/>
                      <a:alpha val="46820"/>
                    </a:srgbClr>
                  </a:gs>
                  <a:gs pos="100000">
                    <a:srgbClr val="0C0A9E">
                      <a:alpha val="50196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73" name="Google Shape;273;p6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46820"/>
                    </a:schemeClr>
                  </a:gs>
                  <a:gs pos="22000">
                    <a:schemeClr val="lt1">
                      <a:alpha val="46820"/>
                    </a:schemeClr>
                  </a:gs>
                  <a:gs pos="45000">
                    <a:srgbClr val="FFFFFF">
                      <a:alpha val="0"/>
                      <a:alpha val="46820"/>
                    </a:srgbClr>
                  </a:gs>
                  <a:gs pos="100000">
                    <a:srgbClr val="0C0A9E">
                      <a:alpha val="50196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74" name="Google Shape;274;p6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46820"/>
                    </a:schemeClr>
                  </a:gs>
                  <a:gs pos="22000">
                    <a:schemeClr val="lt1">
                      <a:alpha val="46820"/>
                    </a:schemeClr>
                  </a:gs>
                  <a:gs pos="45000">
                    <a:srgbClr val="FFFFFF">
                      <a:alpha val="0"/>
                      <a:alpha val="46820"/>
                    </a:srgbClr>
                  </a:gs>
                  <a:gs pos="100000">
                    <a:srgbClr val="0C0A9E">
                      <a:alpha val="50196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75" name="Google Shape;275;p6"/>
            <p:cNvGrpSpPr/>
            <p:nvPr/>
          </p:nvGrpSpPr>
          <p:grpSpPr>
            <a:xfrm rot="10800000">
              <a:off x="8030079" y="157481"/>
              <a:ext cx="865288" cy="591661"/>
              <a:chOff x="39722" y="4349021"/>
              <a:chExt cx="1061964" cy="726143"/>
            </a:xfrm>
          </p:grpSpPr>
          <p:grpSp>
            <p:nvGrpSpPr>
              <p:cNvPr id="276" name="Google Shape;276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277" name="Google Shape;277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278" name="Google Shape;278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279" name="Google Shape;279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80" name="Google Shape;280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81" name="Google Shape;281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82" name="Google Shape;282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83" name="Google Shape;283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284" name="Google Shape;284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85" name="Google Shape;285;p6"/>
            <p:cNvGrpSpPr/>
            <p:nvPr/>
          </p:nvGrpSpPr>
          <p:grpSpPr>
            <a:xfrm rot="10800000">
              <a:off x="8653266" y="87645"/>
              <a:ext cx="865288" cy="591661"/>
              <a:chOff x="39722" y="4349021"/>
              <a:chExt cx="1061964" cy="726143"/>
            </a:xfrm>
          </p:grpSpPr>
          <p:grpSp>
            <p:nvGrpSpPr>
              <p:cNvPr id="286" name="Google Shape;286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287" name="Google Shape;287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288" name="Google Shape;288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289" name="Google Shape;289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0" name="Google Shape;290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1" name="Google Shape;291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2" name="Google Shape;292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293" name="Google Shape;293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294" name="Google Shape;294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295" name="Google Shape;295;p6"/>
          <p:cNvGrpSpPr/>
          <p:nvPr/>
        </p:nvGrpSpPr>
        <p:grpSpPr>
          <a:xfrm>
            <a:off x="-1998666" y="4243405"/>
            <a:ext cx="6078623" cy="4475817"/>
            <a:chOff x="-1422800" y="3106353"/>
            <a:chExt cx="4558967" cy="3356863"/>
          </a:xfrm>
        </p:grpSpPr>
        <p:grpSp>
          <p:nvGrpSpPr>
            <p:cNvPr id="296" name="Google Shape;296;p6"/>
            <p:cNvGrpSpPr/>
            <p:nvPr/>
          </p:nvGrpSpPr>
          <p:grpSpPr>
            <a:xfrm>
              <a:off x="-474664" y="3485331"/>
              <a:ext cx="1472068" cy="2977885"/>
              <a:chOff x="-293545" y="3454371"/>
              <a:chExt cx="981772" cy="1986051"/>
            </a:xfrm>
          </p:grpSpPr>
          <p:sp>
            <p:nvSpPr>
              <p:cNvPr id="297" name="Google Shape;297;p6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298" name="Google Shape;298;p6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299" name="Google Shape;299;p6"/>
            <p:cNvGrpSpPr/>
            <p:nvPr/>
          </p:nvGrpSpPr>
          <p:grpSpPr>
            <a:xfrm>
              <a:off x="485337" y="5039978"/>
              <a:ext cx="1049539" cy="717647"/>
              <a:chOff x="39722" y="4349021"/>
              <a:chExt cx="1061964" cy="726143"/>
            </a:xfrm>
          </p:grpSpPr>
          <p:grpSp>
            <p:nvGrpSpPr>
              <p:cNvPr id="300" name="Google Shape;300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301" name="Google Shape;301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302" name="Google Shape;302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303" name="Google Shape;303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4" name="Google Shape;304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5" name="Google Shape;305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6" name="Google Shape;306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07" name="Google Shape;307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308" name="Google Shape;308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09" name="Google Shape;309;p6"/>
            <p:cNvGrpSpPr/>
            <p:nvPr/>
          </p:nvGrpSpPr>
          <p:grpSpPr>
            <a:xfrm rot="5400000">
              <a:off x="-645364" y="3334243"/>
              <a:ext cx="2026426" cy="1570646"/>
              <a:chOff x="-2460210" y="2758493"/>
              <a:chExt cx="1351491" cy="1047516"/>
            </a:xfrm>
          </p:grpSpPr>
          <p:sp>
            <p:nvSpPr>
              <p:cNvPr id="310" name="Google Shape;310;p6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1" name="Google Shape;311;p6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2" name="Google Shape;312;p6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13" name="Google Shape;313;p6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14" name="Google Shape;314;p6"/>
            <p:cNvGrpSpPr/>
            <p:nvPr/>
          </p:nvGrpSpPr>
          <p:grpSpPr>
            <a:xfrm>
              <a:off x="598917" y="4530969"/>
              <a:ext cx="1049539" cy="717647"/>
              <a:chOff x="39722" y="4349021"/>
              <a:chExt cx="1061964" cy="726143"/>
            </a:xfrm>
          </p:grpSpPr>
          <p:grpSp>
            <p:nvGrpSpPr>
              <p:cNvPr id="315" name="Google Shape;315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316" name="Google Shape;316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317" name="Google Shape;317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318" name="Google Shape;318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19" name="Google Shape;319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20" name="Google Shape;320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21" name="Google Shape;321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22" name="Google Shape;322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323" name="Google Shape;323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24" name="Google Shape;324;p6"/>
            <p:cNvGrpSpPr/>
            <p:nvPr/>
          </p:nvGrpSpPr>
          <p:grpSpPr>
            <a:xfrm>
              <a:off x="-156893" y="4615667"/>
              <a:ext cx="1049539" cy="717647"/>
              <a:chOff x="39722" y="4349021"/>
              <a:chExt cx="1061964" cy="726143"/>
            </a:xfrm>
          </p:grpSpPr>
          <p:grpSp>
            <p:nvGrpSpPr>
              <p:cNvPr id="325" name="Google Shape;325;p6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326" name="Google Shape;326;p6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327" name="Google Shape;327;p6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328" name="Google Shape;328;p6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29" name="Google Shape;329;p6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30" name="Google Shape;330;p6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31" name="Google Shape;331;p6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332" name="Google Shape;332;p6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333" name="Google Shape;333;p6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34" name="Google Shape;334;p6"/>
            <p:cNvGrpSpPr/>
            <p:nvPr/>
          </p:nvGrpSpPr>
          <p:grpSpPr>
            <a:xfrm>
              <a:off x="-1422800" y="4822751"/>
              <a:ext cx="4558967" cy="134100"/>
              <a:chOff x="796100" y="3019701"/>
              <a:chExt cx="4558967" cy="134100"/>
            </a:xfrm>
          </p:grpSpPr>
          <p:sp>
            <p:nvSpPr>
              <p:cNvPr id="335" name="Google Shape;335;p6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336" name="Google Shape;336;p6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37" name="Google Shape;337;p6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21493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"/>
          <p:cNvSpPr txBox="1">
            <a:spLocks noGrp="1"/>
          </p:cNvSpPr>
          <p:nvPr>
            <p:ph type="subTitle" idx="1"/>
          </p:nvPr>
        </p:nvSpPr>
        <p:spPr>
          <a:xfrm>
            <a:off x="950967" y="1547700"/>
            <a:ext cx="10281200" cy="460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lphaLcPeriod"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romanLcPeriod"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800"/>
              <a:buFont typeface="Open Sans"/>
              <a:buAutoNum type="arabicPeriod"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alphaLcPeriod"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Open Sans"/>
              <a:buAutoNum type="romanLcPeriod"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rabicPeriod"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700"/>
              <a:buFont typeface="Open Sans"/>
              <a:buAutoNum type="alphaLcPeriod"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600"/>
              <a:buFont typeface="Open Sans"/>
              <a:buAutoNum type="romanLcPeriod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40" name="Google Shape;340;p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41" name="Google Shape;341;p7"/>
          <p:cNvGrpSpPr/>
          <p:nvPr/>
        </p:nvGrpSpPr>
        <p:grpSpPr>
          <a:xfrm>
            <a:off x="11912900" y="5257917"/>
            <a:ext cx="585600" cy="585467"/>
            <a:chOff x="1101075" y="2142375"/>
            <a:chExt cx="439200" cy="439100"/>
          </a:xfrm>
        </p:grpSpPr>
        <p:sp>
          <p:nvSpPr>
            <p:cNvPr id="342" name="Google Shape;342;p7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3" name="Google Shape;343;p7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344" name="Google Shape;344;p7"/>
          <p:cNvGrpSpPr/>
          <p:nvPr/>
        </p:nvGrpSpPr>
        <p:grpSpPr>
          <a:xfrm>
            <a:off x="7308792" y="-4156819"/>
            <a:ext cx="7939112" cy="8190345"/>
            <a:chOff x="5329194" y="-2965215"/>
            <a:chExt cx="5954334" cy="6142759"/>
          </a:xfrm>
        </p:grpSpPr>
        <p:sp>
          <p:nvSpPr>
            <p:cNvPr id="345" name="Google Shape;345;p7"/>
            <p:cNvSpPr/>
            <p:nvPr/>
          </p:nvSpPr>
          <p:spPr>
            <a:xfrm rot="-2700000">
              <a:off x="6677338" y="-2306933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46" name="Google Shape;346;p7"/>
            <p:cNvSpPr/>
            <p:nvPr/>
          </p:nvSpPr>
          <p:spPr>
            <a:xfrm rot="-2700000">
              <a:off x="6782013" y="-2600033"/>
              <a:ext cx="3153371" cy="5119296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47" name="Google Shape;347;p7"/>
            <p:cNvGrpSpPr/>
            <p:nvPr/>
          </p:nvGrpSpPr>
          <p:grpSpPr>
            <a:xfrm rot="10800000">
              <a:off x="5710125" y="185651"/>
              <a:ext cx="4558967" cy="134100"/>
              <a:chOff x="796100" y="3019701"/>
              <a:chExt cx="4558967" cy="134100"/>
            </a:xfrm>
          </p:grpSpPr>
          <p:sp>
            <p:nvSpPr>
              <p:cNvPr id="348" name="Google Shape;348;p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349" name="Google Shape;349;p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0" name="Google Shape;350;p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351" name="Google Shape;351;p7"/>
          <p:cNvGrpSpPr/>
          <p:nvPr/>
        </p:nvGrpSpPr>
        <p:grpSpPr>
          <a:xfrm flipH="1">
            <a:off x="-671354" y="5315905"/>
            <a:ext cx="6999145" cy="3989632"/>
            <a:chOff x="-258616" y="3430829"/>
            <a:chExt cx="5249359" cy="2992224"/>
          </a:xfrm>
        </p:grpSpPr>
        <p:pic>
          <p:nvPicPr>
            <p:cNvPr id="352" name="Google Shape;352;p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1070243" y="3430829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53" name="Google Shape;353;p7"/>
            <p:cNvSpPr/>
            <p:nvPr/>
          </p:nvSpPr>
          <p:spPr>
            <a:xfrm>
              <a:off x="363250" y="4667754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4" name="Google Shape;354;p7"/>
            <p:cNvSpPr/>
            <p:nvPr/>
          </p:nvSpPr>
          <p:spPr>
            <a:xfrm>
              <a:off x="941424" y="4724302"/>
              <a:ext cx="340329" cy="325895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5" name="Google Shape;355;p7"/>
            <p:cNvSpPr/>
            <p:nvPr/>
          </p:nvSpPr>
          <p:spPr>
            <a:xfrm>
              <a:off x="820562" y="49581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6" name="Google Shape;356;p7"/>
            <p:cNvSpPr/>
            <p:nvPr/>
          </p:nvSpPr>
          <p:spPr>
            <a:xfrm>
              <a:off x="1299000" y="46085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57" name="Google Shape;357;p7"/>
            <p:cNvSpPr/>
            <p:nvPr/>
          </p:nvSpPr>
          <p:spPr>
            <a:xfrm rot="5400000">
              <a:off x="447539" y="313372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58" name="Google Shape;358;p7"/>
            <p:cNvGrpSpPr/>
            <p:nvPr/>
          </p:nvGrpSpPr>
          <p:grpSpPr>
            <a:xfrm>
              <a:off x="736485" y="4387072"/>
              <a:ext cx="161977" cy="161940"/>
              <a:chOff x="1101075" y="2142375"/>
              <a:chExt cx="439200" cy="439100"/>
            </a:xfrm>
          </p:grpSpPr>
          <p:sp>
            <p:nvSpPr>
              <p:cNvPr id="359" name="Google Shape;359;p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60" name="Google Shape;360;p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61" name="Google Shape;361;p7"/>
            <p:cNvGrpSpPr/>
            <p:nvPr/>
          </p:nvGrpSpPr>
          <p:grpSpPr>
            <a:xfrm rot="10800000">
              <a:off x="2118901" y="4805293"/>
              <a:ext cx="161977" cy="161940"/>
              <a:chOff x="1101075" y="2142375"/>
              <a:chExt cx="439200" cy="439100"/>
            </a:xfrm>
          </p:grpSpPr>
          <p:sp>
            <p:nvSpPr>
              <p:cNvPr id="362" name="Google Shape;362;p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63" name="Google Shape;363;p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6288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8"/>
          <p:cNvSpPr txBox="1">
            <a:spLocks noGrp="1"/>
          </p:cNvSpPr>
          <p:nvPr>
            <p:ph type="title"/>
          </p:nvPr>
        </p:nvSpPr>
        <p:spPr>
          <a:xfrm>
            <a:off x="950967" y="2830133"/>
            <a:ext cx="9730000" cy="121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366" name="Google Shape;366;p8"/>
          <p:cNvGrpSpPr/>
          <p:nvPr/>
        </p:nvGrpSpPr>
        <p:grpSpPr>
          <a:xfrm>
            <a:off x="8634415" y="-2055497"/>
            <a:ext cx="3444480" cy="3212913"/>
            <a:chOff x="6475811" y="-1541623"/>
            <a:chExt cx="2583360" cy="2409685"/>
          </a:xfrm>
        </p:grpSpPr>
        <p:grpSp>
          <p:nvGrpSpPr>
            <p:cNvPr id="367" name="Google Shape;367;p8"/>
            <p:cNvGrpSpPr/>
            <p:nvPr/>
          </p:nvGrpSpPr>
          <p:grpSpPr>
            <a:xfrm rot="-5400000">
              <a:off x="5879041" y="-944853"/>
              <a:ext cx="2133442" cy="939904"/>
              <a:chOff x="-149984" y="3754784"/>
              <a:chExt cx="2133442" cy="939904"/>
            </a:xfrm>
          </p:grpSpPr>
          <p:sp>
            <p:nvSpPr>
              <p:cNvPr id="368" name="Google Shape;368;p8"/>
              <p:cNvSpPr/>
              <p:nvPr/>
            </p:nvSpPr>
            <p:spPr>
              <a:xfrm rot="5400000">
                <a:off x="707379" y="3056155"/>
                <a:ext cx="577450" cy="1974708"/>
              </a:xfrm>
              <a:custGeom>
                <a:avLst/>
                <a:gdLst/>
                <a:ahLst/>
                <a:cxnLst/>
                <a:rect l="l" t="t" r="r" b="b"/>
                <a:pathLst>
                  <a:path w="14079" h="48146" extrusionOk="0">
                    <a:moveTo>
                      <a:pt x="13866" y="0"/>
                    </a:moveTo>
                    <a:lnTo>
                      <a:pt x="5867" y="7999"/>
                    </a:lnTo>
                    <a:lnTo>
                      <a:pt x="5836" y="8045"/>
                    </a:lnTo>
                    <a:lnTo>
                      <a:pt x="5836" y="31737"/>
                    </a:lnTo>
                    <a:lnTo>
                      <a:pt x="1" y="37541"/>
                    </a:lnTo>
                    <a:lnTo>
                      <a:pt x="1" y="48146"/>
                    </a:lnTo>
                    <a:lnTo>
                      <a:pt x="306" y="48146"/>
                    </a:lnTo>
                    <a:lnTo>
                      <a:pt x="306" y="37679"/>
                    </a:lnTo>
                    <a:lnTo>
                      <a:pt x="6141" y="31874"/>
                    </a:lnTo>
                    <a:lnTo>
                      <a:pt x="6141" y="8167"/>
                    </a:lnTo>
                    <a:lnTo>
                      <a:pt x="14079" y="229"/>
                    </a:lnTo>
                    <a:lnTo>
                      <a:pt x="13866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69" name="Google Shape;369;p8"/>
              <p:cNvSpPr/>
              <p:nvPr/>
            </p:nvSpPr>
            <p:spPr>
              <a:xfrm rot="5400000">
                <a:off x="391825" y="3465468"/>
                <a:ext cx="687411" cy="1771028"/>
              </a:xfrm>
              <a:custGeom>
                <a:avLst/>
                <a:gdLst/>
                <a:ahLst/>
                <a:cxnLst/>
                <a:rect l="l" t="t" r="r" b="b"/>
                <a:pathLst>
                  <a:path w="16760" h="43180" extrusionOk="0">
                    <a:moveTo>
                      <a:pt x="16531" y="1"/>
                    </a:moveTo>
                    <a:lnTo>
                      <a:pt x="4403" y="12159"/>
                    </a:lnTo>
                    <a:lnTo>
                      <a:pt x="4342" y="12190"/>
                    </a:lnTo>
                    <a:lnTo>
                      <a:pt x="4342" y="25734"/>
                    </a:lnTo>
                    <a:lnTo>
                      <a:pt x="0" y="30077"/>
                    </a:lnTo>
                    <a:lnTo>
                      <a:pt x="8746" y="38822"/>
                    </a:lnTo>
                    <a:lnTo>
                      <a:pt x="8746" y="43180"/>
                    </a:lnTo>
                    <a:lnTo>
                      <a:pt x="9066" y="43180"/>
                    </a:lnTo>
                    <a:lnTo>
                      <a:pt x="9066" y="38700"/>
                    </a:lnTo>
                    <a:lnTo>
                      <a:pt x="442" y="30077"/>
                    </a:lnTo>
                    <a:lnTo>
                      <a:pt x="4662" y="25872"/>
                    </a:lnTo>
                    <a:lnTo>
                      <a:pt x="4662" y="12327"/>
                    </a:lnTo>
                    <a:lnTo>
                      <a:pt x="16760" y="230"/>
                    </a:lnTo>
                    <a:lnTo>
                      <a:pt x="16531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370" name="Google Shape;370;p8"/>
            <p:cNvSpPr/>
            <p:nvPr/>
          </p:nvSpPr>
          <p:spPr>
            <a:xfrm rot="5400000">
              <a:off x="7783092" y="-77047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71" name="Google Shape;371;p8"/>
            <p:cNvSpPr/>
            <p:nvPr/>
          </p:nvSpPr>
          <p:spPr>
            <a:xfrm rot="5400000">
              <a:off x="7617537" y="-361157"/>
              <a:ext cx="687411" cy="1771028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72" name="Google Shape;372;p8"/>
            <p:cNvGrpSpPr/>
            <p:nvPr/>
          </p:nvGrpSpPr>
          <p:grpSpPr>
            <a:xfrm>
              <a:off x="7741638" y="-258450"/>
              <a:ext cx="439200" cy="439100"/>
              <a:chOff x="1101075" y="2142375"/>
              <a:chExt cx="439200" cy="439100"/>
            </a:xfrm>
          </p:grpSpPr>
          <p:sp>
            <p:nvSpPr>
              <p:cNvPr id="373" name="Google Shape;373;p8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74" name="Google Shape;374;p8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151515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9"/>
          <p:cNvSpPr txBox="1">
            <a:spLocks noGrp="1"/>
          </p:cNvSpPr>
          <p:nvPr>
            <p:ph type="title"/>
          </p:nvPr>
        </p:nvSpPr>
        <p:spPr>
          <a:xfrm>
            <a:off x="960000" y="639667"/>
            <a:ext cx="4193600" cy="245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77" name="Google Shape;377;p9"/>
          <p:cNvSpPr txBox="1">
            <a:spLocks noGrp="1"/>
          </p:cNvSpPr>
          <p:nvPr>
            <p:ph type="subTitle" idx="1"/>
          </p:nvPr>
        </p:nvSpPr>
        <p:spPr>
          <a:xfrm>
            <a:off x="960000" y="3145867"/>
            <a:ext cx="4193600" cy="299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Open Sans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Open Sans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Font typeface="Open Sans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Font typeface="Open Sans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78" name="Google Shape;378;p9"/>
          <p:cNvSpPr>
            <a:spLocks noGrp="1"/>
          </p:cNvSpPr>
          <p:nvPr>
            <p:ph type="pic" idx="2"/>
          </p:nvPr>
        </p:nvSpPr>
        <p:spPr>
          <a:xfrm>
            <a:off x="5514400" y="719333"/>
            <a:ext cx="5726800" cy="54256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379" name="Google Shape;379;p9"/>
          <p:cNvGrpSpPr/>
          <p:nvPr/>
        </p:nvGrpSpPr>
        <p:grpSpPr>
          <a:xfrm>
            <a:off x="-3191286" y="-2180717"/>
            <a:ext cx="6280553" cy="7126207"/>
            <a:chOff x="-2317265" y="-1559338"/>
            <a:chExt cx="4710415" cy="5344655"/>
          </a:xfrm>
        </p:grpSpPr>
        <p:pic>
          <p:nvPicPr>
            <p:cNvPr id="380" name="Google Shape;380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2317265" y="-1559338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81" name="Google Shape;381;p9"/>
            <p:cNvGrpSpPr/>
            <p:nvPr/>
          </p:nvGrpSpPr>
          <p:grpSpPr>
            <a:xfrm>
              <a:off x="-1322674" y="-1333888"/>
              <a:ext cx="3153315" cy="5119205"/>
              <a:chOff x="6643701" y="816087"/>
              <a:chExt cx="3153315" cy="5119205"/>
            </a:xfrm>
          </p:grpSpPr>
          <p:sp>
            <p:nvSpPr>
              <p:cNvPr id="382" name="Google Shape;382;p9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383" name="Google Shape;383;p9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4" name="Google Shape;384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5" name="Google Shape;385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386" name="Google Shape;386;p9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387" name="Google Shape;387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88" name="Google Shape;388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389" name="Google Shape;389;p9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390" name="Google Shape;390;p9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391" name="Google Shape;391;p9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392" name="Google Shape;392;p9"/>
            <p:cNvGrpSpPr/>
            <p:nvPr/>
          </p:nvGrpSpPr>
          <p:grpSpPr>
            <a:xfrm>
              <a:off x="121568" y="-846844"/>
              <a:ext cx="88151" cy="2151709"/>
              <a:chOff x="3054755" y="4367024"/>
              <a:chExt cx="88142" cy="1137387"/>
            </a:xfrm>
          </p:grpSpPr>
          <p:sp>
            <p:nvSpPr>
              <p:cNvPr id="393" name="Google Shape;393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94" name="Google Shape;394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395" name="Google Shape;395;p9"/>
            <p:cNvGrpSpPr/>
            <p:nvPr/>
          </p:nvGrpSpPr>
          <p:grpSpPr>
            <a:xfrm>
              <a:off x="361243" y="-718832"/>
              <a:ext cx="88151" cy="2151709"/>
              <a:chOff x="3054755" y="4367024"/>
              <a:chExt cx="88142" cy="1137387"/>
            </a:xfrm>
          </p:grpSpPr>
          <p:sp>
            <p:nvSpPr>
              <p:cNvPr id="396" name="Google Shape;396;p9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397" name="Google Shape;397;p9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398" name="Google Shape;398;p9"/>
            <p:cNvSpPr/>
            <p:nvPr/>
          </p:nvSpPr>
          <p:spPr>
            <a:xfrm rot="5400000">
              <a:off x="501466" y="-1277128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99" name="Google Shape;399;p9"/>
            <p:cNvGrpSpPr/>
            <p:nvPr/>
          </p:nvGrpSpPr>
          <p:grpSpPr>
            <a:xfrm>
              <a:off x="-175967" y="337269"/>
              <a:ext cx="480890" cy="481200"/>
              <a:chOff x="959750" y="3039275"/>
              <a:chExt cx="582050" cy="582425"/>
            </a:xfrm>
          </p:grpSpPr>
          <p:sp>
            <p:nvSpPr>
              <p:cNvPr id="400" name="Google Shape;400;p9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1" name="Google Shape;401;p9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2" name="Google Shape;402;p9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3" name="Google Shape;403;p9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4" name="Google Shape;404;p9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5" name="Google Shape;405;p9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06" name="Google Shape;406;p9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407" name="Google Shape;407;p9"/>
          <p:cNvGrpSpPr/>
          <p:nvPr/>
        </p:nvGrpSpPr>
        <p:grpSpPr>
          <a:xfrm>
            <a:off x="8959881" y="3864417"/>
            <a:ext cx="5227335" cy="4285199"/>
            <a:chOff x="6643710" y="2822113"/>
            <a:chExt cx="3920501" cy="3213899"/>
          </a:xfrm>
        </p:grpSpPr>
        <p:sp>
          <p:nvSpPr>
            <p:cNvPr id="408" name="Google Shape;408;p9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409" name="Google Shape;409;p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410" name="Google Shape;410;p9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411" name="Google Shape;411;p9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12" name="Google Shape;412;p9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13" name="Google Shape;413;p9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414" name="Google Shape;414;p9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415" name="Google Shape;415;p9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16" name="Google Shape;416;p9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17" name="Google Shape;417;p9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418" name="Google Shape;418;p9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9" name="Google Shape;419;p9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420" name="Google Shape;420;p9"/>
          <p:cNvGrpSpPr/>
          <p:nvPr/>
        </p:nvGrpSpPr>
        <p:grpSpPr>
          <a:xfrm>
            <a:off x="-2604233" y="6421935"/>
            <a:ext cx="6078623" cy="178800"/>
            <a:chOff x="796100" y="3019701"/>
            <a:chExt cx="4558967" cy="134100"/>
          </a:xfrm>
        </p:grpSpPr>
        <p:sp>
          <p:nvSpPr>
            <p:cNvPr id="421" name="Google Shape;421;p9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422" name="Google Shape;422;p9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23" name="Google Shape;423;p9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7409518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26" name="Google Shape;426;p10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4896000" cy="1243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4174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11"/>
          <p:cNvSpPr txBox="1">
            <a:spLocks noGrp="1"/>
          </p:cNvSpPr>
          <p:nvPr>
            <p:ph type="title" hasCustomPrompt="1"/>
          </p:nvPr>
        </p:nvSpPr>
        <p:spPr>
          <a:xfrm>
            <a:off x="950967" y="2355300"/>
            <a:ext cx="8768000" cy="138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8000"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Font typeface="Poppins"/>
              <a:buNone/>
              <a:defRPr sz="12800"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t>xx%</a:t>
            </a:r>
          </a:p>
        </p:txBody>
      </p:sp>
      <p:sp>
        <p:nvSpPr>
          <p:cNvPr id="429" name="Google Shape;429;p11"/>
          <p:cNvSpPr txBox="1">
            <a:spLocks noGrp="1"/>
          </p:cNvSpPr>
          <p:nvPr>
            <p:ph type="subTitle" idx="1"/>
          </p:nvPr>
        </p:nvSpPr>
        <p:spPr>
          <a:xfrm>
            <a:off x="950967" y="4157833"/>
            <a:ext cx="87680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30" name="Google Shape;430;p11"/>
          <p:cNvGrpSpPr/>
          <p:nvPr/>
        </p:nvGrpSpPr>
        <p:grpSpPr>
          <a:xfrm>
            <a:off x="-1186538" y="5444181"/>
            <a:ext cx="5969409" cy="3115248"/>
            <a:chOff x="-889904" y="4006936"/>
            <a:chExt cx="4477057" cy="2336436"/>
          </a:xfrm>
        </p:grpSpPr>
        <p:grpSp>
          <p:nvGrpSpPr>
            <p:cNvPr id="431" name="Google Shape;431;p11"/>
            <p:cNvGrpSpPr/>
            <p:nvPr/>
          </p:nvGrpSpPr>
          <p:grpSpPr>
            <a:xfrm>
              <a:off x="-889904" y="4006936"/>
              <a:ext cx="4477057" cy="2336436"/>
              <a:chOff x="-900729" y="3974486"/>
              <a:chExt cx="4477057" cy="2336436"/>
            </a:xfrm>
          </p:grpSpPr>
          <p:sp>
            <p:nvSpPr>
              <p:cNvPr id="432" name="Google Shape;432;p11"/>
              <p:cNvSpPr/>
              <p:nvPr/>
            </p:nvSpPr>
            <p:spPr>
              <a:xfrm rot="-3600048">
                <a:off x="-675925" y="4363903"/>
                <a:ext cx="1798609" cy="1557602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33" name="Google Shape;433;p11"/>
              <p:cNvSpPr/>
              <p:nvPr/>
            </p:nvSpPr>
            <p:spPr>
              <a:xfrm rot="-5400000">
                <a:off x="891329" y="3148090"/>
                <a:ext cx="1793675" cy="3576323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434" name="Google Shape;434;p11"/>
              <p:cNvGrpSpPr/>
              <p:nvPr/>
            </p:nvGrpSpPr>
            <p:grpSpPr>
              <a:xfrm>
                <a:off x="63440" y="4608566"/>
                <a:ext cx="496803" cy="497084"/>
                <a:chOff x="3678700" y="407275"/>
                <a:chExt cx="708100" cy="708500"/>
              </a:xfrm>
            </p:grpSpPr>
            <p:sp>
              <p:nvSpPr>
                <p:cNvPr id="435" name="Google Shape;435;p1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6" name="Google Shape;436;p1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7" name="Google Shape;437;p1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8" name="Google Shape;438;p1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39" name="Google Shape;439;p1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0" name="Google Shape;440;p1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1" name="Google Shape;441;p1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442" name="Google Shape;442;p11"/>
              <p:cNvGrpSpPr/>
              <p:nvPr/>
            </p:nvGrpSpPr>
            <p:grpSpPr>
              <a:xfrm>
                <a:off x="464815" y="4608566"/>
                <a:ext cx="496803" cy="497084"/>
                <a:chOff x="3678700" y="407275"/>
                <a:chExt cx="708100" cy="708500"/>
              </a:xfrm>
            </p:grpSpPr>
            <p:sp>
              <p:nvSpPr>
                <p:cNvPr id="443" name="Google Shape;443;p1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4" name="Google Shape;444;p1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5" name="Google Shape;445;p1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6" name="Google Shape;446;p1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7" name="Google Shape;447;p1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8" name="Google Shape;448;p1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449" name="Google Shape;449;p1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450" name="Google Shape;450;p11"/>
            <p:cNvGrpSpPr/>
            <p:nvPr/>
          </p:nvGrpSpPr>
          <p:grpSpPr>
            <a:xfrm rot="5400000">
              <a:off x="1017275" y="4934200"/>
              <a:ext cx="439200" cy="439100"/>
              <a:chOff x="1101075" y="2142375"/>
              <a:chExt cx="439200" cy="439100"/>
            </a:xfrm>
          </p:grpSpPr>
          <p:sp>
            <p:nvSpPr>
              <p:cNvPr id="451" name="Google Shape;451;p11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52" name="Google Shape;452;p11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453" name="Google Shape;453;p11"/>
          <p:cNvGrpSpPr/>
          <p:nvPr/>
        </p:nvGrpSpPr>
        <p:grpSpPr>
          <a:xfrm>
            <a:off x="-3484556" y="-3843213"/>
            <a:ext cx="10885891" cy="8457945"/>
            <a:chOff x="-2613417" y="-2806210"/>
            <a:chExt cx="8164418" cy="6343459"/>
          </a:xfrm>
        </p:grpSpPr>
        <p:grpSp>
          <p:nvGrpSpPr>
            <p:cNvPr id="454" name="Google Shape;454;p11"/>
            <p:cNvGrpSpPr/>
            <p:nvPr/>
          </p:nvGrpSpPr>
          <p:grpSpPr>
            <a:xfrm>
              <a:off x="-191059" y="95963"/>
              <a:ext cx="1538562" cy="971589"/>
              <a:chOff x="-191059" y="95963"/>
              <a:chExt cx="1538562" cy="971589"/>
            </a:xfrm>
          </p:grpSpPr>
          <p:grpSp>
            <p:nvGrpSpPr>
              <p:cNvPr id="455" name="Google Shape;455;p11"/>
              <p:cNvGrpSpPr/>
              <p:nvPr/>
            </p:nvGrpSpPr>
            <p:grpSpPr>
              <a:xfrm>
                <a:off x="-191059" y="201619"/>
                <a:ext cx="904284" cy="865933"/>
                <a:chOff x="2038491" y="-937756"/>
                <a:chExt cx="904284" cy="865933"/>
              </a:xfrm>
            </p:grpSpPr>
            <p:grpSp>
              <p:nvGrpSpPr>
                <p:cNvPr id="456" name="Google Shape;456;p11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457" name="Google Shape;457;p11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58" name="Google Shape;458;p11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59" name="Google Shape;459;p11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0" name="Google Shape;460;p11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1" name="Google Shape;461;p11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462" name="Google Shape;462;p11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463" name="Google Shape;463;p11"/>
              <p:cNvGrpSpPr/>
              <p:nvPr/>
            </p:nvGrpSpPr>
            <p:grpSpPr>
              <a:xfrm>
                <a:off x="584533" y="9596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464" name="Google Shape;464;p11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465" name="Google Shape;465;p11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6" name="Google Shape;466;p11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7" name="Google Shape;467;p11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8" name="Google Shape;468;p11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69" name="Google Shape;469;p11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470" name="Google Shape;470;p11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471" name="Google Shape;471;p11"/>
              <p:cNvGrpSpPr/>
              <p:nvPr/>
            </p:nvGrpSpPr>
            <p:grpSpPr>
              <a:xfrm>
                <a:off x="530445" y="48191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472" name="Google Shape;472;p11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473" name="Google Shape;473;p11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74" name="Google Shape;474;p11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75" name="Google Shape;475;p11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76" name="Google Shape;476;p11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77" name="Google Shape;477;p11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478" name="Google Shape;478;p11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479" name="Google Shape;479;p11"/>
              <p:cNvGrpSpPr/>
              <p:nvPr/>
            </p:nvGrpSpPr>
            <p:grpSpPr>
              <a:xfrm>
                <a:off x="874020" y="312788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480" name="Google Shape;480;p11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481" name="Google Shape;481;p11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82" name="Google Shape;482;p11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83" name="Google Shape;483;p11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84" name="Google Shape;484;p11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485" name="Google Shape;485;p11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486" name="Google Shape;486;p11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487" name="Google Shape;487;p11"/>
            <p:cNvGrpSpPr/>
            <p:nvPr/>
          </p:nvGrpSpPr>
          <p:grpSpPr>
            <a:xfrm rot="-7479050">
              <a:off x="-2051246" y="-1642948"/>
              <a:ext cx="4889863" cy="3931229"/>
              <a:chOff x="7103825" y="-713112"/>
              <a:chExt cx="3785226" cy="3043150"/>
            </a:xfrm>
          </p:grpSpPr>
          <p:sp>
            <p:nvSpPr>
              <p:cNvPr id="488" name="Google Shape;488;p11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489" name="Google Shape;489;p11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490" name="Google Shape;490;p11"/>
            <p:cNvGrpSpPr/>
            <p:nvPr/>
          </p:nvGrpSpPr>
          <p:grpSpPr>
            <a:xfrm>
              <a:off x="-640220" y="-2653973"/>
              <a:ext cx="6191222" cy="6191222"/>
              <a:chOff x="-640220" y="-2502423"/>
              <a:chExt cx="6191222" cy="6191222"/>
            </a:xfrm>
          </p:grpSpPr>
          <p:sp>
            <p:nvSpPr>
              <p:cNvPr id="491" name="Google Shape;491;p11"/>
              <p:cNvSpPr/>
              <p:nvPr/>
            </p:nvSpPr>
            <p:spPr>
              <a:xfrm rot="-8100000">
                <a:off x="452224" y="-1781500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492" name="Google Shape;492;p11"/>
              <p:cNvSpPr/>
              <p:nvPr/>
            </p:nvSpPr>
            <p:spPr>
              <a:xfrm rot="-8100000">
                <a:off x="83608" y="-617740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936713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96833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96" name="Google Shape;496;p13"/>
          <p:cNvSpPr txBox="1">
            <a:spLocks noGrp="1"/>
          </p:cNvSpPr>
          <p:nvPr>
            <p:ph type="subTitle" idx="1"/>
          </p:nvPr>
        </p:nvSpPr>
        <p:spPr>
          <a:xfrm>
            <a:off x="960000" y="2992967"/>
            <a:ext cx="3548000" cy="8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97" name="Google Shape;497;p13"/>
          <p:cNvSpPr txBox="1">
            <a:spLocks noGrp="1"/>
          </p:cNvSpPr>
          <p:nvPr>
            <p:ph type="subTitle" idx="2"/>
          </p:nvPr>
        </p:nvSpPr>
        <p:spPr>
          <a:xfrm>
            <a:off x="5822267" y="2992967"/>
            <a:ext cx="3548000" cy="8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98" name="Google Shape;498;p13"/>
          <p:cNvSpPr txBox="1">
            <a:spLocks noGrp="1"/>
          </p:cNvSpPr>
          <p:nvPr>
            <p:ph type="subTitle" idx="3"/>
          </p:nvPr>
        </p:nvSpPr>
        <p:spPr>
          <a:xfrm>
            <a:off x="960000" y="5254533"/>
            <a:ext cx="3548000" cy="8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99" name="Google Shape;499;p13"/>
          <p:cNvSpPr txBox="1">
            <a:spLocks noGrp="1"/>
          </p:cNvSpPr>
          <p:nvPr>
            <p:ph type="subTitle" idx="4"/>
          </p:nvPr>
        </p:nvSpPr>
        <p:spPr>
          <a:xfrm>
            <a:off x="5822267" y="5254533"/>
            <a:ext cx="3548000" cy="80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0" name="Google Shape;500;p13"/>
          <p:cNvSpPr txBox="1">
            <a:spLocks noGrp="1"/>
          </p:cNvSpPr>
          <p:nvPr>
            <p:ph type="title" idx="5" hasCustomPrompt="1"/>
          </p:nvPr>
        </p:nvSpPr>
        <p:spPr>
          <a:xfrm>
            <a:off x="960004" y="1793033"/>
            <a:ext cx="1410000" cy="85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3"/>
          <p:cNvSpPr txBox="1">
            <a:spLocks noGrp="1"/>
          </p:cNvSpPr>
          <p:nvPr>
            <p:ph type="title" idx="6" hasCustomPrompt="1"/>
          </p:nvPr>
        </p:nvSpPr>
        <p:spPr>
          <a:xfrm>
            <a:off x="960004" y="4054628"/>
            <a:ext cx="1410000" cy="85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2" name="Google Shape;502;p13"/>
          <p:cNvSpPr txBox="1">
            <a:spLocks noGrp="1"/>
          </p:cNvSpPr>
          <p:nvPr>
            <p:ph type="title" idx="7" hasCustomPrompt="1"/>
          </p:nvPr>
        </p:nvSpPr>
        <p:spPr>
          <a:xfrm>
            <a:off x="5822264" y="1793033"/>
            <a:ext cx="1410000" cy="85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3"/>
          <p:cNvSpPr txBox="1">
            <a:spLocks noGrp="1"/>
          </p:cNvSpPr>
          <p:nvPr>
            <p:ph type="title" idx="8" hasCustomPrompt="1"/>
          </p:nvPr>
        </p:nvSpPr>
        <p:spPr>
          <a:xfrm>
            <a:off x="5822264" y="4054628"/>
            <a:ext cx="1410000" cy="85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IBM Plex Mono"/>
              <a:buNone/>
              <a:defRPr sz="4000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t>xx%</a:t>
            </a:r>
          </a:p>
        </p:txBody>
      </p:sp>
      <p:sp>
        <p:nvSpPr>
          <p:cNvPr id="504" name="Google Shape;504;p13"/>
          <p:cNvSpPr txBox="1">
            <a:spLocks noGrp="1"/>
          </p:cNvSpPr>
          <p:nvPr>
            <p:ph type="subTitle" idx="9"/>
          </p:nvPr>
        </p:nvSpPr>
        <p:spPr>
          <a:xfrm>
            <a:off x="960000" y="2558233"/>
            <a:ext cx="43116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533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5" name="Google Shape;505;p13"/>
          <p:cNvSpPr txBox="1">
            <a:spLocks noGrp="1"/>
          </p:cNvSpPr>
          <p:nvPr>
            <p:ph type="subTitle" idx="13"/>
          </p:nvPr>
        </p:nvSpPr>
        <p:spPr>
          <a:xfrm>
            <a:off x="5822264" y="2558233"/>
            <a:ext cx="43116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2533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urce Code Pro"/>
              <a:buNone/>
              <a:defRPr sz="3200" b="1"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6" name="Google Shape;506;p13"/>
          <p:cNvSpPr txBox="1">
            <a:spLocks noGrp="1"/>
          </p:cNvSpPr>
          <p:nvPr>
            <p:ph type="subTitle" idx="14"/>
          </p:nvPr>
        </p:nvSpPr>
        <p:spPr>
          <a:xfrm>
            <a:off x="960000" y="4819735"/>
            <a:ext cx="43116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533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7" name="Google Shape;507;p13"/>
          <p:cNvSpPr txBox="1">
            <a:spLocks noGrp="1"/>
          </p:cNvSpPr>
          <p:nvPr>
            <p:ph type="subTitle" idx="15"/>
          </p:nvPr>
        </p:nvSpPr>
        <p:spPr>
          <a:xfrm>
            <a:off x="5822264" y="4819735"/>
            <a:ext cx="43116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533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508" name="Google Shape;508;p13"/>
          <p:cNvGrpSpPr/>
          <p:nvPr/>
        </p:nvGrpSpPr>
        <p:grpSpPr>
          <a:xfrm>
            <a:off x="-1078563" y="3615287"/>
            <a:ext cx="2797268" cy="4412663"/>
            <a:chOff x="-656523" y="2711465"/>
            <a:chExt cx="2097951" cy="3309497"/>
          </a:xfrm>
        </p:grpSpPr>
        <p:sp>
          <p:nvSpPr>
            <p:cNvPr id="509" name="Google Shape;509;p13"/>
            <p:cNvSpPr/>
            <p:nvPr/>
          </p:nvSpPr>
          <p:spPr>
            <a:xfrm flipH="1">
              <a:off x="-352474" y="4279466"/>
              <a:ext cx="1139424" cy="986746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10" name="Google Shape;510;p13"/>
            <p:cNvGrpSpPr/>
            <p:nvPr/>
          </p:nvGrpSpPr>
          <p:grpSpPr>
            <a:xfrm>
              <a:off x="323479" y="4682324"/>
              <a:ext cx="328346" cy="328531"/>
              <a:chOff x="3678700" y="407275"/>
              <a:chExt cx="708100" cy="708500"/>
            </a:xfrm>
          </p:grpSpPr>
          <p:sp>
            <p:nvSpPr>
              <p:cNvPr id="511" name="Google Shape;511;p13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2" name="Google Shape;512;p13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3" name="Google Shape;513;p13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4" name="Google Shape;514;p13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5" name="Google Shape;515;p13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6" name="Google Shape;516;p13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17" name="Google Shape;517;p13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518" name="Google Shape;518;p13"/>
            <p:cNvGrpSpPr/>
            <p:nvPr/>
          </p:nvGrpSpPr>
          <p:grpSpPr>
            <a:xfrm>
              <a:off x="-541317" y="2711465"/>
              <a:ext cx="1117945" cy="1598547"/>
              <a:chOff x="-541317" y="2711465"/>
              <a:chExt cx="1117945" cy="1598547"/>
            </a:xfrm>
          </p:grpSpPr>
          <p:sp>
            <p:nvSpPr>
              <p:cNvPr id="519" name="Google Shape;51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520" name="Google Shape;52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1" name="Google Shape;52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2" name="Google Shape;52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523" name="Google Shape;523;p13"/>
            <p:cNvGrpSpPr/>
            <p:nvPr/>
          </p:nvGrpSpPr>
          <p:grpSpPr>
            <a:xfrm rot="-9080766">
              <a:off x="-341725" y="3731687"/>
              <a:ext cx="1117904" cy="1598488"/>
              <a:chOff x="-541317" y="2711465"/>
              <a:chExt cx="1117945" cy="1598547"/>
            </a:xfrm>
          </p:grpSpPr>
          <p:sp>
            <p:nvSpPr>
              <p:cNvPr id="524" name="Google Shape;524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525" name="Google Shape;525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26" name="Google Shape;526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27" name="Google Shape;527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528" name="Google Shape;528;p13"/>
            <p:cNvGrpSpPr/>
            <p:nvPr/>
          </p:nvGrpSpPr>
          <p:grpSpPr>
            <a:xfrm rot="10800000">
              <a:off x="323483" y="4422415"/>
              <a:ext cx="1117945" cy="1598547"/>
              <a:chOff x="-541317" y="2711465"/>
              <a:chExt cx="1117945" cy="1598547"/>
            </a:xfrm>
          </p:grpSpPr>
          <p:sp>
            <p:nvSpPr>
              <p:cNvPr id="529" name="Google Shape;529;p13"/>
              <p:cNvSpPr/>
              <p:nvPr/>
            </p:nvSpPr>
            <p:spPr>
              <a:xfrm rot="8999999">
                <a:off x="-132025" y="2659081"/>
                <a:ext cx="246869" cy="1703314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rgbClr val="0C0A9E">
                  <a:alpha val="3136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530" name="Google Shape;530;p13"/>
              <p:cNvGrpSpPr/>
              <p:nvPr/>
            </p:nvGrpSpPr>
            <p:grpSpPr>
              <a:xfrm>
                <a:off x="442584" y="4120912"/>
                <a:ext cx="134044" cy="134013"/>
                <a:chOff x="1101075" y="2142375"/>
                <a:chExt cx="439200" cy="439100"/>
              </a:xfrm>
            </p:grpSpPr>
            <p:sp>
              <p:nvSpPr>
                <p:cNvPr id="531" name="Google Shape;531;p1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532" name="Google Shape;532;p1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3500032" scaled="0"/>
                </a:gradFill>
                <a:ln>
                  <a:noFill/>
                </a:ln>
                <a:effectLst>
                  <a:outerShdw blurRad="42863" dist="9525" dir="2280000" algn="bl" rotWithShape="0">
                    <a:schemeClr val="lt2"/>
                  </a:outerShdw>
                </a:effectLst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grpSp>
        <p:nvGrpSpPr>
          <p:cNvPr id="533" name="Google Shape;533;p13"/>
          <p:cNvGrpSpPr/>
          <p:nvPr/>
        </p:nvGrpSpPr>
        <p:grpSpPr>
          <a:xfrm>
            <a:off x="8627833" y="-2313573"/>
            <a:ext cx="5676000" cy="5562209"/>
            <a:chOff x="6394675" y="-1658980"/>
            <a:chExt cx="4257000" cy="4171657"/>
          </a:xfrm>
        </p:grpSpPr>
        <p:grpSp>
          <p:nvGrpSpPr>
            <p:cNvPr id="534" name="Google Shape;534;p13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535" name="Google Shape;535;p13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36" name="Google Shape;536;p13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37" name="Google Shape;537;p13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538" name="Google Shape;538;p13"/>
            <p:cNvSpPr/>
            <p:nvPr/>
          </p:nvSpPr>
          <p:spPr>
            <a:xfrm>
              <a:off x="6394675" y="0"/>
              <a:ext cx="284119" cy="246048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rgbClr val="0C0A9E">
                    <a:alpha val="2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350003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9" name="Google Shape;539;p13"/>
            <p:cNvSpPr/>
            <p:nvPr/>
          </p:nvSpPr>
          <p:spPr>
            <a:xfrm>
              <a:off x="6627600" y="-49075"/>
              <a:ext cx="570546" cy="494095"/>
            </a:xfrm>
            <a:custGeom>
              <a:avLst/>
              <a:gdLst/>
              <a:ahLst/>
              <a:cxnLst/>
              <a:rect l="l" t="t" r="r" b="b"/>
              <a:pathLst>
                <a:path w="51285" h="44413" extrusionOk="0">
                  <a:moveTo>
                    <a:pt x="12814" y="0"/>
                  </a:moveTo>
                  <a:lnTo>
                    <a:pt x="0" y="22199"/>
                  </a:lnTo>
                  <a:lnTo>
                    <a:pt x="12814" y="44413"/>
                  </a:lnTo>
                  <a:lnTo>
                    <a:pt x="38471" y="44413"/>
                  </a:lnTo>
                  <a:lnTo>
                    <a:pt x="51285" y="22199"/>
                  </a:lnTo>
                  <a:lnTo>
                    <a:pt x="38471" y="0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40" name="Google Shape;540;p13"/>
          <p:cNvGrpSpPr/>
          <p:nvPr/>
        </p:nvGrpSpPr>
        <p:grpSpPr>
          <a:xfrm>
            <a:off x="-151850" y="305601"/>
            <a:ext cx="2521857" cy="178800"/>
            <a:chOff x="-113888" y="229201"/>
            <a:chExt cx="1891393" cy="134100"/>
          </a:xfrm>
        </p:grpSpPr>
        <p:sp>
          <p:nvSpPr>
            <p:cNvPr id="541" name="Google Shape;541;p13"/>
            <p:cNvSpPr/>
            <p:nvPr/>
          </p:nvSpPr>
          <p:spPr>
            <a:xfrm>
              <a:off x="1643404" y="2292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542" name="Google Shape;542;p13"/>
            <p:cNvCxnSpPr/>
            <p:nvPr/>
          </p:nvCxnSpPr>
          <p:spPr>
            <a:xfrm rot="10800000">
              <a:off x="783712" y="-601348"/>
              <a:ext cx="0" cy="17952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43" name="Google Shape;543;p13"/>
            <p:cNvSpPr/>
            <p:nvPr/>
          </p:nvSpPr>
          <p:spPr>
            <a:xfrm>
              <a:off x="1673517" y="2593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4093695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14"/>
          <p:cNvSpPr txBox="1">
            <a:spLocks noGrp="1"/>
          </p:cNvSpPr>
          <p:nvPr>
            <p:ph type="title"/>
          </p:nvPr>
        </p:nvSpPr>
        <p:spPr>
          <a:xfrm>
            <a:off x="950967" y="4465667"/>
            <a:ext cx="89216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46" name="Google Shape;546;p14"/>
          <p:cNvSpPr txBox="1">
            <a:spLocks noGrp="1"/>
          </p:cNvSpPr>
          <p:nvPr>
            <p:ph type="subTitle" idx="1"/>
          </p:nvPr>
        </p:nvSpPr>
        <p:spPr>
          <a:xfrm>
            <a:off x="950967" y="2015084"/>
            <a:ext cx="8921600" cy="197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7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138106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49" name="Google Shape;549;p15"/>
          <p:cNvGrpSpPr/>
          <p:nvPr/>
        </p:nvGrpSpPr>
        <p:grpSpPr>
          <a:xfrm>
            <a:off x="6623567" y="6575617"/>
            <a:ext cx="585600" cy="585467"/>
            <a:chOff x="1101075" y="2142375"/>
            <a:chExt cx="439200" cy="439100"/>
          </a:xfrm>
        </p:grpSpPr>
        <p:sp>
          <p:nvSpPr>
            <p:cNvPr id="550" name="Google Shape;550;p15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51" name="Google Shape;551;p15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52" name="Google Shape;552;p15"/>
          <p:cNvGrpSpPr/>
          <p:nvPr/>
        </p:nvGrpSpPr>
        <p:grpSpPr>
          <a:xfrm>
            <a:off x="2902140" y="-4927546"/>
            <a:ext cx="9756963" cy="9311063"/>
            <a:chOff x="2100405" y="-3619460"/>
            <a:chExt cx="7317722" cy="6983297"/>
          </a:xfrm>
        </p:grpSpPr>
        <p:sp>
          <p:nvSpPr>
            <p:cNvPr id="553" name="Google Shape;553;p15"/>
            <p:cNvSpPr/>
            <p:nvPr/>
          </p:nvSpPr>
          <p:spPr>
            <a:xfrm rot="8100000" flipH="1">
              <a:off x="3778999" y="-2106462"/>
              <a:ext cx="4006334" cy="4749375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54" name="Google Shape;554;p15"/>
            <p:cNvGrpSpPr/>
            <p:nvPr/>
          </p:nvGrpSpPr>
          <p:grpSpPr>
            <a:xfrm rot="2700000">
              <a:off x="7787417" y="120497"/>
              <a:ext cx="582044" cy="582419"/>
              <a:chOff x="959750" y="3039275"/>
              <a:chExt cx="582050" cy="582425"/>
            </a:xfrm>
          </p:grpSpPr>
          <p:sp>
            <p:nvSpPr>
              <p:cNvPr id="555" name="Google Shape;555;p1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6" name="Google Shape;556;p1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7" name="Google Shape;557;p1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8" name="Google Shape;558;p1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59" name="Google Shape;559;p1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0" name="Google Shape;560;p1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1" name="Google Shape;561;p1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562" name="Google Shape;562;p15"/>
            <p:cNvGrpSpPr/>
            <p:nvPr/>
          </p:nvGrpSpPr>
          <p:grpSpPr>
            <a:xfrm rot="2700000">
              <a:off x="8310742" y="-75303"/>
              <a:ext cx="582044" cy="582419"/>
              <a:chOff x="959750" y="3039275"/>
              <a:chExt cx="582050" cy="582425"/>
            </a:xfrm>
          </p:grpSpPr>
          <p:sp>
            <p:nvSpPr>
              <p:cNvPr id="563" name="Google Shape;563;p1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4" name="Google Shape;564;p1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5" name="Google Shape;565;p1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6" name="Google Shape;566;p1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7" name="Google Shape;567;p1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8" name="Google Shape;568;p1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569" name="Google Shape;569;p1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570" name="Google Shape;570;p15"/>
            <p:cNvSpPr/>
            <p:nvPr/>
          </p:nvSpPr>
          <p:spPr>
            <a:xfrm rot="5400000">
              <a:off x="8142048" y="-57566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1" name="Google Shape;571;p15"/>
            <p:cNvSpPr/>
            <p:nvPr/>
          </p:nvSpPr>
          <p:spPr>
            <a:xfrm rot="10800000">
              <a:off x="8365398" y="-290023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2" name="Google Shape;572;p15"/>
            <p:cNvSpPr/>
            <p:nvPr/>
          </p:nvSpPr>
          <p:spPr>
            <a:xfrm rot="10800000">
              <a:off x="8490148" y="2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73" name="Google Shape;573;p15"/>
            <p:cNvSpPr/>
            <p:nvPr/>
          </p:nvSpPr>
          <p:spPr>
            <a:xfrm rot="-2700000" flipH="1">
              <a:off x="3192849" y="-2898537"/>
              <a:ext cx="4006334" cy="4749375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574" name="Google Shape;574;p15"/>
          <p:cNvGrpSpPr/>
          <p:nvPr/>
        </p:nvGrpSpPr>
        <p:grpSpPr>
          <a:xfrm>
            <a:off x="-3232322" y="2765529"/>
            <a:ext cx="8366591" cy="8343671"/>
            <a:chOff x="-2447692" y="2022396"/>
            <a:chExt cx="6274943" cy="6257753"/>
          </a:xfrm>
        </p:grpSpPr>
        <p:grpSp>
          <p:nvGrpSpPr>
            <p:cNvPr id="575" name="Google Shape;575;p15"/>
            <p:cNvGrpSpPr/>
            <p:nvPr/>
          </p:nvGrpSpPr>
          <p:grpSpPr>
            <a:xfrm rot="10800000" flipH="1">
              <a:off x="-25334" y="4406387"/>
              <a:ext cx="1538562" cy="971589"/>
              <a:chOff x="-191059" y="95963"/>
              <a:chExt cx="1538562" cy="971589"/>
            </a:xfrm>
          </p:grpSpPr>
          <p:grpSp>
            <p:nvGrpSpPr>
              <p:cNvPr id="576" name="Google Shape;576;p15"/>
              <p:cNvGrpSpPr/>
              <p:nvPr/>
            </p:nvGrpSpPr>
            <p:grpSpPr>
              <a:xfrm>
                <a:off x="-191059" y="201619"/>
                <a:ext cx="904284" cy="865933"/>
                <a:chOff x="2038491" y="-937756"/>
                <a:chExt cx="904284" cy="865933"/>
              </a:xfrm>
            </p:grpSpPr>
            <p:grpSp>
              <p:nvGrpSpPr>
                <p:cNvPr id="577" name="Google Shape;577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78" name="Google Shape;578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79" name="Google Shape;579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0" name="Google Shape;580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1" name="Google Shape;581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2" name="Google Shape;582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583" name="Google Shape;583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584" name="Google Shape;584;p15"/>
              <p:cNvGrpSpPr/>
              <p:nvPr/>
            </p:nvGrpSpPr>
            <p:grpSpPr>
              <a:xfrm>
                <a:off x="584533" y="9596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585" name="Google Shape;585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86" name="Google Shape;586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7" name="Google Shape;587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8" name="Google Shape;588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89" name="Google Shape;589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90" name="Google Shape;590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591" name="Google Shape;591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592" name="Google Shape;592;p15"/>
              <p:cNvGrpSpPr/>
              <p:nvPr/>
            </p:nvGrpSpPr>
            <p:grpSpPr>
              <a:xfrm>
                <a:off x="530445" y="481913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593" name="Google Shape;593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594" name="Google Shape;594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95" name="Google Shape;595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96" name="Google Shape;596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97" name="Google Shape;597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598" name="Google Shape;598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599" name="Google Shape;599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600" name="Google Shape;600;p15"/>
              <p:cNvGrpSpPr/>
              <p:nvPr/>
            </p:nvGrpSpPr>
            <p:grpSpPr>
              <a:xfrm>
                <a:off x="874020" y="312788"/>
                <a:ext cx="473483" cy="453403"/>
                <a:chOff x="2038491" y="-937756"/>
                <a:chExt cx="904284" cy="865933"/>
              </a:xfrm>
            </p:grpSpPr>
            <p:grpSp>
              <p:nvGrpSpPr>
                <p:cNvPr id="601" name="Google Shape;601;p15"/>
                <p:cNvGrpSpPr/>
                <p:nvPr/>
              </p:nvGrpSpPr>
              <p:grpSpPr>
                <a:xfrm>
                  <a:off x="2096570" y="-863491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602" name="Google Shape;602;p15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03" name="Google Shape;603;p15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04" name="Google Shape;604;p15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05" name="Google Shape;605;p15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606" name="Google Shape;606;p15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>
                          <a:alpha val="46820"/>
                        </a:schemeClr>
                      </a:gs>
                      <a:gs pos="22000">
                        <a:schemeClr val="lt1">
                          <a:alpha val="46820"/>
                        </a:schemeClr>
                      </a:gs>
                      <a:gs pos="45000">
                        <a:srgbClr val="FFFFFF">
                          <a:alpha val="0"/>
                          <a:alpha val="46820"/>
                        </a:srgbClr>
                      </a:gs>
                      <a:gs pos="100000">
                        <a:srgbClr val="0C0A9E">
                          <a:alpha val="50196"/>
                          <a:alpha val="46820"/>
                        </a:srgbClr>
                      </a:gs>
                    </a:gsLst>
                    <a:lin ang="2698631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  <p:sp>
              <p:nvSpPr>
                <p:cNvPr id="607" name="Google Shape;607;p15"/>
                <p:cNvSpPr/>
                <p:nvPr/>
              </p:nvSpPr>
              <p:spPr>
                <a:xfrm>
                  <a:off x="2038491" y="-937756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608" name="Google Shape;608;p15"/>
            <p:cNvGrpSpPr/>
            <p:nvPr/>
          </p:nvGrpSpPr>
          <p:grpSpPr>
            <a:xfrm rot="-3320950" flipH="1">
              <a:off x="-1885521" y="3185658"/>
              <a:ext cx="4889863" cy="3931229"/>
              <a:chOff x="7103825" y="-713112"/>
              <a:chExt cx="3785226" cy="3043150"/>
            </a:xfrm>
          </p:grpSpPr>
          <p:sp>
            <p:nvSpPr>
              <p:cNvPr id="609" name="Google Shape;609;p15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610" name="Google Shape;610;p15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611" name="Google Shape;611;p15"/>
            <p:cNvSpPr/>
            <p:nvPr/>
          </p:nvSpPr>
          <p:spPr>
            <a:xfrm rot="-2700000" flipH="1">
              <a:off x="249333" y="3270782"/>
              <a:ext cx="2925242" cy="3057723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612" name="Google Shape;612;p15"/>
            <p:cNvGrpSpPr/>
            <p:nvPr/>
          </p:nvGrpSpPr>
          <p:grpSpPr>
            <a:xfrm rot="5400000">
              <a:off x="1987130" y="4230949"/>
              <a:ext cx="88142" cy="1137387"/>
              <a:chOff x="3054755" y="4367024"/>
              <a:chExt cx="88142" cy="1137387"/>
            </a:xfrm>
          </p:grpSpPr>
          <p:sp>
            <p:nvSpPr>
              <p:cNvPr id="613" name="Google Shape;613;p15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14" name="Google Shape;614;p15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330851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17" name="Google Shape;617;p16"/>
          <p:cNvGrpSpPr/>
          <p:nvPr/>
        </p:nvGrpSpPr>
        <p:grpSpPr>
          <a:xfrm>
            <a:off x="10413690" y="-829510"/>
            <a:ext cx="3450389" cy="3634555"/>
            <a:chOff x="7810267" y="-622132"/>
            <a:chExt cx="2587792" cy="2725916"/>
          </a:xfrm>
        </p:grpSpPr>
        <p:grpSp>
          <p:nvGrpSpPr>
            <p:cNvPr id="618" name="Google Shape;618;p16"/>
            <p:cNvGrpSpPr/>
            <p:nvPr/>
          </p:nvGrpSpPr>
          <p:grpSpPr>
            <a:xfrm>
              <a:off x="8520988" y="-90875"/>
              <a:ext cx="904666" cy="726121"/>
              <a:chOff x="7945225" y="4302000"/>
              <a:chExt cx="904666" cy="726121"/>
            </a:xfrm>
          </p:grpSpPr>
          <p:sp>
            <p:nvSpPr>
              <p:cNvPr id="619" name="Google Shape;619;p16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20" name="Google Shape;620;p16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21" name="Google Shape;621;p16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622" name="Google Shape;622;p16"/>
            <p:cNvGrpSpPr/>
            <p:nvPr/>
          </p:nvGrpSpPr>
          <p:grpSpPr>
            <a:xfrm>
              <a:off x="8869019" y="-622132"/>
              <a:ext cx="325154" cy="1788670"/>
              <a:chOff x="8869019" y="-622132"/>
              <a:chExt cx="325154" cy="1788670"/>
            </a:xfrm>
          </p:grpSpPr>
          <p:sp>
            <p:nvSpPr>
              <p:cNvPr id="623" name="Google Shape;623;p16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>
                      <a:alpha val="31360"/>
                    </a:schemeClr>
                  </a:gs>
                  <a:gs pos="100000">
                    <a:srgbClr val="FFFFFF">
                      <a:alpha val="0"/>
                      <a:alpha val="3136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624" name="Google Shape;624;p16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625" name="Google Shape;625;p16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26" name="Google Shape;626;p16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627" name="Google Shape;627;p16"/>
            <p:cNvSpPr/>
            <p:nvPr/>
          </p:nvSpPr>
          <p:spPr>
            <a:xfrm rot="2700000">
              <a:off x="8482428" y="-422541"/>
              <a:ext cx="981794" cy="2307832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28" name="Google Shape;628;p16"/>
            <p:cNvSpPr/>
            <p:nvPr/>
          </p:nvSpPr>
          <p:spPr>
            <a:xfrm rot="2700000">
              <a:off x="8744103" y="-213191"/>
              <a:ext cx="981794" cy="2307832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29" name="Google Shape;629;p16"/>
          <p:cNvGrpSpPr/>
          <p:nvPr/>
        </p:nvGrpSpPr>
        <p:grpSpPr>
          <a:xfrm>
            <a:off x="11110069" y="-9"/>
            <a:ext cx="3181535" cy="4391831"/>
            <a:chOff x="8256351" y="-7"/>
            <a:chExt cx="2386151" cy="3293873"/>
          </a:xfrm>
        </p:grpSpPr>
        <p:pic>
          <p:nvPicPr>
            <p:cNvPr id="630" name="Google Shape;630;p1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631" name="Google Shape;631;p16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632" name="Google Shape;632;p16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31360"/>
                    </a:schemeClr>
                  </a:gs>
                  <a:gs pos="40000">
                    <a:srgbClr val="FF9900">
                      <a:alpha val="40784"/>
                      <a:alpha val="31360"/>
                    </a:srgbClr>
                  </a:gs>
                  <a:gs pos="100000">
                    <a:srgbClr val="FFFFFF">
                      <a:alpha val="0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633" name="Google Shape;633;p16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634" name="Google Shape;634;p16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35" name="Google Shape;635;p16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grpSp>
        <p:nvGrpSpPr>
          <p:cNvPr id="636" name="Google Shape;636;p16"/>
          <p:cNvGrpSpPr/>
          <p:nvPr/>
        </p:nvGrpSpPr>
        <p:grpSpPr>
          <a:xfrm>
            <a:off x="-284700" y="228300"/>
            <a:ext cx="585600" cy="585467"/>
            <a:chOff x="1101075" y="2142375"/>
            <a:chExt cx="439200" cy="439100"/>
          </a:xfrm>
        </p:grpSpPr>
        <p:sp>
          <p:nvSpPr>
            <p:cNvPr id="637" name="Google Shape;637;p16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8" name="Google Shape;638;p16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639" name="Google Shape;639;p16"/>
          <p:cNvGrpSpPr/>
          <p:nvPr/>
        </p:nvGrpSpPr>
        <p:grpSpPr>
          <a:xfrm>
            <a:off x="-1683964" y="4215104"/>
            <a:ext cx="6430121" cy="3912667"/>
            <a:chOff x="-1186774" y="3161328"/>
            <a:chExt cx="4822591" cy="2934500"/>
          </a:xfrm>
        </p:grpSpPr>
        <p:pic>
          <p:nvPicPr>
            <p:cNvPr id="640" name="Google Shape;640;p1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41" name="Google Shape;641;p16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642" name="Google Shape;642;p16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643" name="Google Shape;643;p16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644" name="Google Shape;644;p16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5" name="Google Shape;645;p16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6" name="Google Shape;646;p16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7" name="Google Shape;647;p16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8" name="Google Shape;648;p16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49" name="Google Shape;649;p16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0" name="Google Shape;650;p16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651" name="Google Shape;651;p16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652" name="Google Shape;652;p16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3" name="Google Shape;653;p16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4" name="Google Shape;654;p16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5" name="Google Shape;655;p16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6" name="Google Shape;656;p16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7" name="Google Shape;657;p16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58" name="Google Shape;658;p16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659" name="Google Shape;659;p16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660" name="Google Shape;660;p16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1" name="Google Shape;661;p16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2" name="Google Shape;662;p16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3" name="Google Shape;663;p16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4" name="Google Shape;664;p16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5" name="Google Shape;665;p16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66" name="Google Shape;666;p16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667" name="Google Shape;667;p16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668" name="Google Shape;668;p16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669" name="Google Shape;669;p16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70" name="Google Shape;670;p16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869789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73" name="Google Shape;673;p17"/>
          <p:cNvGrpSpPr/>
          <p:nvPr/>
        </p:nvGrpSpPr>
        <p:grpSpPr>
          <a:xfrm>
            <a:off x="-2902200" y="-150326"/>
            <a:ext cx="6240893" cy="7913593"/>
            <a:chOff x="-2176650" y="-112745"/>
            <a:chExt cx="4680670" cy="5935195"/>
          </a:xfrm>
        </p:grpSpPr>
        <p:grpSp>
          <p:nvGrpSpPr>
            <p:cNvPr id="674" name="Google Shape;674;p17"/>
            <p:cNvGrpSpPr/>
            <p:nvPr/>
          </p:nvGrpSpPr>
          <p:grpSpPr>
            <a:xfrm>
              <a:off x="-2176650" y="-112745"/>
              <a:ext cx="4680670" cy="5935195"/>
              <a:chOff x="-2176650" y="-112745"/>
              <a:chExt cx="4680670" cy="5935195"/>
            </a:xfrm>
          </p:grpSpPr>
          <p:sp>
            <p:nvSpPr>
              <p:cNvPr id="675" name="Google Shape;675;p17"/>
              <p:cNvSpPr/>
              <p:nvPr/>
            </p:nvSpPr>
            <p:spPr>
              <a:xfrm rot="-2700000">
                <a:off x="-1523974" y="2178291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676" name="Google Shape;676;p17"/>
              <p:cNvGrpSpPr/>
              <p:nvPr/>
            </p:nvGrpSpPr>
            <p:grpSpPr>
              <a:xfrm rot="-2700000">
                <a:off x="10491" y="4440580"/>
                <a:ext cx="582044" cy="582419"/>
                <a:chOff x="959750" y="3039275"/>
                <a:chExt cx="582050" cy="582425"/>
              </a:xfrm>
            </p:grpSpPr>
            <p:sp>
              <p:nvSpPr>
                <p:cNvPr id="677" name="Google Shape;677;p17"/>
                <p:cNvSpPr/>
                <p:nvPr/>
              </p:nvSpPr>
              <p:spPr>
                <a:xfrm>
                  <a:off x="959750" y="3498275"/>
                  <a:ext cx="123450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8" h="4937" extrusionOk="0">
                      <a:moveTo>
                        <a:pt x="1403" y="0"/>
                      </a:moveTo>
                      <a:lnTo>
                        <a:pt x="1" y="1402"/>
                      </a:lnTo>
                      <a:lnTo>
                        <a:pt x="3536" y="4937"/>
                      </a:lnTo>
                      <a:lnTo>
                        <a:pt x="4937" y="3535"/>
                      </a:lnTo>
                      <a:lnTo>
                        <a:pt x="140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8" name="Google Shape;678;p17"/>
                <p:cNvSpPr/>
                <p:nvPr/>
              </p:nvSpPr>
              <p:spPr>
                <a:xfrm>
                  <a:off x="1035950" y="3421700"/>
                  <a:ext cx="123425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53" extrusionOk="0">
                      <a:moveTo>
                        <a:pt x="1402" y="1"/>
                      </a:moveTo>
                      <a:lnTo>
                        <a:pt x="0" y="1403"/>
                      </a:lnTo>
                      <a:lnTo>
                        <a:pt x="3535" y="4952"/>
                      </a:lnTo>
                      <a:lnTo>
                        <a:pt x="4937" y="3551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79" name="Google Shape;679;p17"/>
                <p:cNvSpPr/>
                <p:nvPr/>
              </p:nvSpPr>
              <p:spPr>
                <a:xfrm>
                  <a:off x="1112500" y="3345525"/>
                  <a:ext cx="123825" cy="12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3" h="4938" extrusionOk="0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0" name="Google Shape;680;p17"/>
                <p:cNvSpPr/>
                <p:nvPr/>
              </p:nvSpPr>
              <p:spPr>
                <a:xfrm>
                  <a:off x="1188675" y="3268975"/>
                  <a:ext cx="123825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3" h="4937" extrusionOk="0">
                      <a:moveTo>
                        <a:pt x="1402" y="0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50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1" name="Google Shape;681;p17"/>
                <p:cNvSpPr/>
                <p:nvPr/>
              </p:nvSpPr>
              <p:spPr>
                <a:xfrm>
                  <a:off x="1265625" y="3192800"/>
                  <a:ext cx="123425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37" extrusionOk="0">
                      <a:moveTo>
                        <a:pt x="1402" y="0"/>
                      </a:moveTo>
                      <a:lnTo>
                        <a:pt x="0" y="1386"/>
                      </a:lnTo>
                      <a:lnTo>
                        <a:pt x="3535" y="4936"/>
                      </a:lnTo>
                      <a:lnTo>
                        <a:pt x="4937" y="3535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2" name="Google Shape;682;p17"/>
                <p:cNvSpPr/>
                <p:nvPr/>
              </p:nvSpPr>
              <p:spPr>
                <a:xfrm>
                  <a:off x="1341800" y="3116225"/>
                  <a:ext cx="123450" cy="12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8" h="4938" extrusionOk="0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35" y="4937"/>
                      </a:lnTo>
                      <a:lnTo>
                        <a:pt x="4937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3" name="Google Shape;683;p17"/>
                <p:cNvSpPr/>
                <p:nvPr/>
              </p:nvSpPr>
              <p:spPr>
                <a:xfrm>
                  <a:off x="1418375" y="3039275"/>
                  <a:ext cx="123425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53" extrusionOk="0">
                      <a:moveTo>
                        <a:pt x="1387" y="1"/>
                      </a:moveTo>
                      <a:lnTo>
                        <a:pt x="0" y="1403"/>
                      </a:lnTo>
                      <a:lnTo>
                        <a:pt x="3535" y="4953"/>
                      </a:lnTo>
                      <a:lnTo>
                        <a:pt x="4936" y="3551"/>
                      </a:lnTo>
                      <a:lnTo>
                        <a:pt x="1387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37270"/>
                      </a:srgbClr>
                    </a:gs>
                    <a:gs pos="100000">
                      <a:srgbClr val="FFFFFF">
                        <a:alpha val="0"/>
                        <a:alpha val="3727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684" name="Google Shape;684;p17"/>
              <p:cNvGrpSpPr/>
              <p:nvPr/>
            </p:nvGrpSpPr>
            <p:grpSpPr>
              <a:xfrm rot="-2700000">
                <a:off x="-183259" y="2704590"/>
                <a:ext cx="582044" cy="582419"/>
                <a:chOff x="959750" y="3039275"/>
                <a:chExt cx="582050" cy="582425"/>
              </a:xfrm>
            </p:grpSpPr>
            <p:sp>
              <p:nvSpPr>
                <p:cNvPr id="685" name="Google Shape;685;p17"/>
                <p:cNvSpPr/>
                <p:nvPr/>
              </p:nvSpPr>
              <p:spPr>
                <a:xfrm>
                  <a:off x="959750" y="3498275"/>
                  <a:ext cx="123450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8" h="4937" extrusionOk="0">
                      <a:moveTo>
                        <a:pt x="1403" y="0"/>
                      </a:moveTo>
                      <a:lnTo>
                        <a:pt x="1" y="1402"/>
                      </a:lnTo>
                      <a:lnTo>
                        <a:pt x="3536" y="4937"/>
                      </a:lnTo>
                      <a:lnTo>
                        <a:pt x="4937" y="3535"/>
                      </a:lnTo>
                      <a:lnTo>
                        <a:pt x="140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6" name="Google Shape;686;p17"/>
                <p:cNvSpPr/>
                <p:nvPr/>
              </p:nvSpPr>
              <p:spPr>
                <a:xfrm>
                  <a:off x="1035950" y="3421700"/>
                  <a:ext cx="123425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53" extrusionOk="0">
                      <a:moveTo>
                        <a:pt x="1402" y="1"/>
                      </a:moveTo>
                      <a:lnTo>
                        <a:pt x="0" y="1403"/>
                      </a:lnTo>
                      <a:lnTo>
                        <a:pt x="3535" y="4952"/>
                      </a:lnTo>
                      <a:lnTo>
                        <a:pt x="4937" y="3551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7" name="Google Shape;687;p17"/>
                <p:cNvSpPr/>
                <p:nvPr/>
              </p:nvSpPr>
              <p:spPr>
                <a:xfrm>
                  <a:off x="1112500" y="3345525"/>
                  <a:ext cx="123825" cy="12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3" h="4938" extrusionOk="0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8" name="Google Shape;688;p17"/>
                <p:cNvSpPr/>
                <p:nvPr/>
              </p:nvSpPr>
              <p:spPr>
                <a:xfrm>
                  <a:off x="1188675" y="3268975"/>
                  <a:ext cx="123825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53" h="4937" extrusionOk="0">
                      <a:moveTo>
                        <a:pt x="1402" y="0"/>
                      </a:moveTo>
                      <a:lnTo>
                        <a:pt x="1" y="1402"/>
                      </a:lnTo>
                      <a:lnTo>
                        <a:pt x="3551" y="4937"/>
                      </a:lnTo>
                      <a:lnTo>
                        <a:pt x="4952" y="3550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89" name="Google Shape;689;p17"/>
                <p:cNvSpPr/>
                <p:nvPr/>
              </p:nvSpPr>
              <p:spPr>
                <a:xfrm>
                  <a:off x="1265625" y="3192800"/>
                  <a:ext cx="123425" cy="1234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37" extrusionOk="0">
                      <a:moveTo>
                        <a:pt x="1402" y="0"/>
                      </a:moveTo>
                      <a:lnTo>
                        <a:pt x="0" y="1386"/>
                      </a:lnTo>
                      <a:lnTo>
                        <a:pt x="3535" y="4936"/>
                      </a:lnTo>
                      <a:lnTo>
                        <a:pt x="4937" y="3535"/>
                      </a:lnTo>
                      <a:lnTo>
                        <a:pt x="1402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90" name="Google Shape;690;p17"/>
                <p:cNvSpPr/>
                <p:nvPr/>
              </p:nvSpPr>
              <p:spPr>
                <a:xfrm>
                  <a:off x="1341800" y="3116225"/>
                  <a:ext cx="123450" cy="123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8" h="4938" extrusionOk="0">
                      <a:moveTo>
                        <a:pt x="1402" y="1"/>
                      </a:moveTo>
                      <a:lnTo>
                        <a:pt x="1" y="1402"/>
                      </a:lnTo>
                      <a:lnTo>
                        <a:pt x="3535" y="4937"/>
                      </a:lnTo>
                      <a:lnTo>
                        <a:pt x="4937" y="3535"/>
                      </a:lnTo>
                      <a:lnTo>
                        <a:pt x="1402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691" name="Google Shape;691;p17"/>
                <p:cNvSpPr/>
                <p:nvPr/>
              </p:nvSpPr>
              <p:spPr>
                <a:xfrm>
                  <a:off x="1418375" y="3039275"/>
                  <a:ext cx="123425" cy="123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37" h="4953" extrusionOk="0">
                      <a:moveTo>
                        <a:pt x="1387" y="1"/>
                      </a:moveTo>
                      <a:lnTo>
                        <a:pt x="0" y="1403"/>
                      </a:lnTo>
                      <a:lnTo>
                        <a:pt x="3535" y="4953"/>
                      </a:lnTo>
                      <a:lnTo>
                        <a:pt x="4936" y="3551"/>
                      </a:lnTo>
                      <a:lnTo>
                        <a:pt x="1387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37270"/>
                      </a:schemeClr>
                    </a:gs>
                    <a:gs pos="78000">
                      <a:schemeClr val="lt1">
                        <a:alpha val="37270"/>
                      </a:schemeClr>
                    </a:gs>
                    <a:gs pos="100000">
                      <a:schemeClr val="lt1">
                        <a:alpha val="3727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692" name="Google Shape;692;p17"/>
              <p:cNvSpPr/>
              <p:nvPr/>
            </p:nvSpPr>
            <p:spPr>
              <a:xfrm rot="2700000" flipH="1">
                <a:off x="-1073899" y="473691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693" name="Google Shape;693;p17"/>
            <p:cNvGrpSpPr/>
            <p:nvPr/>
          </p:nvGrpSpPr>
          <p:grpSpPr>
            <a:xfrm>
              <a:off x="-234425" y="3727550"/>
              <a:ext cx="439200" cy="439100"/>
              <a:chOff x="1101075" y="2142375"/>
              <a:chExt cx="439200" cy="439100"/>
            </a:xfrm>
          </p:grpSpPr>
          <p:sp>
            <p:nvSpPr>
              <p:cNvPr id="694" name="Google Shape;694;p1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5" name="Google Shape;695;p1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696" name="Google Shape;696;p17"/>
            <p:cNvGrpSpPr/>
            <p:nvPr/>
          </p:nvGrpSpPr>
          <p:grpSpPr>
            <a:xfrm rot="10800000">
              <a:off x="713225" y="4931225"/>
              <a:ext cx="439200" cy="439100"/>
              <a:chOff x="1101075" y="2142375"/>
              <a:chExt cx="439200" cy="439100"/>
            </a:xfrm>
          </p:grpSpPr>
          <p:sp>
            <p:nvSpPr>
              <p:cNvPr id="697" name="Google Shape;697;p17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698" name="Google Shape;698;p17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699" name="Google Shape;699;p17"/>
          <p:cNvGrpSpPr/>
          <p:nvPr/>
        </p:nvGrpSpPr>
        <p:grpSpPr>
          <a:xfrm>
            <a:off x="8856401" y="-554267"/>
            <a:ext cx="6078623" cy="2516100"/>
            <a:chOff x="6566100" y="-415701"/>
            <a:chExt cx="4558967" cy="1887075"/>
          </a:xfrm>
        </p:grpSpPr>
        <p:pic>
          <p:nvPicPr>
            <p:cNvPr id="700" name="Google Shape;700;p1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8278550" y="-39237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701" name="Google Shape;701;p17"/>
            <p:cNvGrpSpPr/>
            <p:nvPr/>
          </p:nvGrpSpPr>
          <p:grpSpPr>
            <a:xfrm rot="5400000">
              <a:off x="7714062" y="-991384"/>
              <a:ext cx="1433417" cy="2584783"/>
              <a:chOff x="-363163" y="-645596"/>
              <a:chExt cx="1433417" cy="2584783"/>
            </a:xfrm>
          </p:grpSpPr>
          <p:grpSp>
            <p:nvGrpSpPr>
              <p:cNvPr id="702" name="Google Shape;702;p17"/>
              <p:cNvGrpSpPr/>
              <p:nvPr/>
            </p:nvGrpSpPr>
            <p:grpSpPr>
              <a:xfrm rot="10800000">
                <a:off x="-64595" y="-645596"/>
                <a:ext cx="1134849" cy="2370191"/>
                <a:chOff x="-575575" y="3685599"/>
                <a:chExt cx="1421048" cy="2967932"/>
              </a:xfrm>
            </p:grpSpPr>
            <p:sp>
              <p:nvSpPr>
                <p:cNvPr id="703" name="Google Shape;703;p17"/>
                <p:cNvSpPr/>
                <p:nvPr/>
              </p:nvSpPr>
              <p:spPr>
                <a:xfrm>
                  <a:off x="-575575" y="3685599"/>
                  <a:ext cx="1421047" cy="2833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47" h="69081" extrusionOk="0">
                      <a:moveTo>
                        <a:pt x="34434" y="1"/>
                      </a:moveTo>
                      <a:lnTo>
                        <a:pt x="25429" y="8990"/>
                      </a:lnTo>
                      <a:lnTo>
                        <a:pt x="25383" y="9051"/>
                      </a:lnTo>
                      <a:lnTo>
                        <a:pt x="25383" y="32651"/>
                      </a:lnTo>
                      <a:lnTo>
                        <a:pt x="15130" y="42920"/>
                      </a:lnTo>
                      <a:lnTo>
                        <a:pt x="15084" y="42951"/>
                      </a:lnTo>
                      <a:lnTo>
                        <a:pt x="15084" y="60472"/>
                      </a:lnTo>
                      <a:lnTo>
                        <a:pt x="9614" y="65957"/>
                      </a:lnTo>
                      <a:lnTo>
                        <a:pt x="0" y="65957"/>
                      </a:lnTo>
                      <a:lnTo>
                        <a:pt x="0" y="69080"/>
                      </a:lnTo>
                      <a:lnTo>
                        <a:pt x="320" y="69080"/>
                      </a:lnTo>
                      <a:lnTo>
                        <a:pt x="320" y="66262"/>
                      </a:lnTo>
                      <a:lnTo>
                        <a:pt x="9751" y="66262"/>
                      </a:lnTo>
                      <a:lnTo>
                        <a:pt x="15389" y="60609"/>
                      </a:lnTo>
                      <a:lnTo>
                        <a:pt x="15389" y="43088"/>
                      </a:lnTo>
                      <a:lnTo>
                        <a:pt x="25658" y="32819"/>
                      </a:lnTo>
                      <a:lnTo>
                        <a:pt x="25688" y="32788"/>
                      </a:lnTo>
                      <a:lnTo>
                        <a:pt x="25688" y="9188"/>
                      </a:lnTo>
                      <a:lnTo>
                        <a:pt x="34647" y="214"/>
                      </a:lnTo>
                      <a:lnTo>
                        <a:pt x="34434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04" name="Google Shape;704;p17"/>
                <p:cNvSpPr/>
                <p:nvPr/>
              </p:nvSpPr>
              <p:spPr>
                <a:xfrm rot="10800000">
                  <a:off x="-575573" y="3820175"/>
                  <a:ext cx="1421047" cy="28333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47" h="69081" extrusionOk="0">
                      <a:moveTo>
                        <a:pt x="34434" y="1"/>
                      </a:moveTo>
                      <a:lnTo>
                        <a:pt x="25429" y="8990"/>
                      </a:lnTo>
                      <a:lnTo>
                        <a:pt x="25383" y="9051"/>
                      </a:lnTo>
                      <a:lnTo>
                        <a:pt x="25383" y="32651"/>
                      </a:lnTo>
                      <a:lnTo>
                        <a:pt x="15130" y="42920"/>
                      </a:lnTo>
                      <a:lnTo>
                        <a:pt x="15084" y="42951"/>
                      </a:lnTo>
                      <a:lnTo>
                        <a:pt x="15084" y="60472"/>
                      </a:lnTo>
                      <a:lnTo>
                        <a:pt x="9614" y="65957"/>
                      </a:lnTo>
                      <a:lnTo>
                        <a:pt x="0" y="65957"/>
                      </a:lnTo>
                      <a:lnTo>
                        <a:pt x="0" y="69080"/>
                      </a:lnTo>
                      <a:lnTo>
                        <a:pt x="320" y="69080"/>
                      </a:lnTo>
                      <a:lnTo>
                        <a:pt x="320" y="66262"/>
                      </a:lnTo>
                      <a:lnTo>
                        <a:pt x="9751" y="66262"/>
                      </a:lnTo>
                      <a:lnTo>
                        <a:pt x="15389" y="60609"/>
                      </a:lnTo>
                      <a:lnTo>
                        <a:pt x="15389" y="43088"/>
                      </a:lnTo>
                      <a:lnTo>
                        <a:pt x="25658" y="32819"/>
                      </a:lnTo>
                      <a:lnTo>
                        <a:pt x="25688" y="32788"/>
                      </a:lnTo>
                      <a:lnTo>
                        <a:pt x="25688" y="9188"/>
                      </a:lnTo>
                      <a:lnTo>
                        <a:pt x="34647" y="214"/>
                      </a:lnTo>
                      <a:lnTo>
                        <a:pt x="34434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sp>
            <p:nvSpPr>
              <p:cNvPr id="705" name="Google Shape;705;p17"/>
              <p:cNvSpPr/>
              <p:nvPr/>
            </p:nvSpPr>
            <p:spPr>
              <a:xfrm>
                <a:off x="0" y="361650"/>
                <a:ext cx="581991" cy="575861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06" name="Google Shape;706;p17"/>
              <p:cNvSpPr/>
              <p:nvPr/>
            </p:nvSpPr>
            <p:spPr>
              <a:xfrm>
                <a:off x="131225" y="0"/>
                <a:ext cx="581991" cy="575861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707" name="Google Shape;707;p17"/>
              <p:cNvGrpSpPr/>
              <p:nvPr/>
            </p:nvGrpSpPr>
            <p:grpSpPr>
              <a:xfrm rot="-2700000" flipH="1">
                <a:off x="-216370" y="1084101"/>
                <a:ext cx="708093" cy="708493"/>
                <a:chOff x="3678700" y="407275"/>
                <a:chExt cx="708100" cy="708500"/>
              </a:xfrm>
            </p:grpSpPr>
            <p:sp>
              <p:nvSpPr>
                <p:cNvPr id="708" name="Google Shape;708;p1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09" name="Google Shape;709;p1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0" name="Google Shape;710;p1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1" name="Google Shape;711;p1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2" name="Google Shape;712;p1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3" name="Google Shape;713;p1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14" name="Google Shape;714;p1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715" name="Google Shape;715;p17"/>
            <p:cNvGrpSpPr/>
            <p:nvPr/>
          </p:nvGrpSpPr>
          <p:grpSpPr>
            <a:xfrm rot="10800000">
              <a:off x="6566100" y="233963"/>
              <a:ext cx="4558967" cy="134100"/>
              <a:chOff x="796100" y="3019701"/>
              <a:chExt cx="4558967" cy="134100"/>
            </a:xfrm>
          </p:grpSpPr>
          <p:sp>
            <p:nvSpPr>
              <p:cNvPr id="716" name="Google Shape;716;p1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717" name="Google Shape;717;p1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18" name="Google Shape;718;p1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81025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0" name="Google Shape;720;p18"/>
          <p:cNvGrpSpPr/>
          <p:nvPr/>
        </p:nvGrpSpPr>
        <p:grpSpPr>
          <a:xfrm>
            <a:off x="7206633" y="2961491"/>
            <a:ext cx="5684000" cy="4823200"/>
            <a:chOff x="5328775" y="2221118"/>
            <a:chExt cx="4263000" cy="3617400"/>
          </a:xfrm>
        </p:grpSpPr>
        <p:sp>
          <p:nvSpPr>
            <p:cNvPr id="721" name="Google Shape;721;p18"/>
            <p:cNvSpPr/>
            <p:nvPr/>
          </p:nvSpPr>
          <p:spPr>
            <a:xfrm>
              <a:off x="5328775" y="2221118"/>
              <a:ext cx="4263000" cy="3617400"/>
            </a:xfrm>
            <a:prstGeom prst="ellipse">
              <a:avLst/>
            </a:pr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722" name="Google Shape;722;p18"/>
            <p:cNvGrpSpPr/>
            <p:nvPr/>
          </p:nvGrpSpPr>
          <p:grpSpPr>
            <a:xfrm>
              <a:off x="7218100" y="4855088"/>
              <a:ext cx="931125" cy="525763"/>
              <a:chOff x="7218100" y="4855088"/>
              <a:chExt cx="931125" cy="525763"/>
            </a:xfrm>
          </p:grpSpPr>
          <p:grpSp>
            <p:nvGrpSpPr>
              <p:cNvPr id="723" name="Google Shape;723;p18"/>
              <p:cNvGrpSpPr/>
              <p:nvPr/>
            </p:nvGrpSpPr>
            <p:grpSpPr>
              <a:xfrm>
                <a:off x="7710025" y="4941750"/>
                <a:ext cx="439200" cy="439100"/>
                <a:chOff x="1101075" y="2142375"/>
                <a:chExt cx="439200" cy="439100"/>
              </a:xfrm>
            </p:grpSpPr>
            <p:sp>
              <p:nvSpPr>
                <p:cNvPr id="724" name="Google Shape;724;p1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25" name="Google Shape;725;p1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726" name="Google Shape;726;p18"/>
              <p:cNvGrpSpPr/>
              <p:nvPr/>
            </p:nvGrpSpPr>
            <p:grpSpPr>
              <a:xfrm>
                <a:off x="7218100" y="4855088"/>
                <a:ext cx="439200" cy="439100"/>
                <a:chOff x="1101075" y="2142375"/>
                <a:chExt cx="439200" cy="439100"/>
              </a:xfrm>
            </p:grpSpPr>
            <p:sp>
              <p:nvSpPr>
                <p:cNvPr id="727" name="Google Shape;727;p18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728" name="Google Shape;728;p18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sp>
        <p:nvSpPr>
          <p:cNvPr id="729" name="Google Shape;729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730" name="Google Shape;730;p18"/>
          <p:cNvGrpSpPr/>
          <p:nvPr/>
        </p:nvGrpSpPr>
        <p:grpSpPr>
          <a:xfrm>
            <a:off x="-2900000" y="4016256"/>
            <a:ext cx="4934781" cy="4460229"/>
            <a:chOff x="-1886500" y="2599117"/>
            <a:chExt cx="3701086" cy="3345172"/>
          </a:xfrm>
        </p:grpSpPr>
        <p:pic>
          <p:nvPicPr>
            <p:cNvPr id="731" name="Google Shape;731;p18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10800000">
              <a:off x="-1886500" y="3119537"/>
              <a:ext cx="3701086" cy="28247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32" name="Google Shape;732;p18"/>
            <p:cNvSpPr/>
            <p:nvPr/>
          </p:nvSpPr>
          <p:spPr>
            <a:xfrm rot="10800000">
              <a:off x="-402274" y="2599117"/>
              <a:ext cx="1201697" cy="2824744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3" name="Google Shape;733;p18"/>
            <p:cNvSpPr/>
            <p:nvPr/>
          </p:nvSpPr>
          <p:spPr>
            <a:xfrm rot="10800000">
              <a:off x="-207237" y="2599870"/>
              <a:ext cx="1201697" cy="2824744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734" name="Google Shape;734;p18"/>
            <p:cNvGrpSpPr/>
            <p:nvPr/>
          </p:nvGrpSpPr>
          <p:grpSpPr>
            <a:xfrm rot="10800000">
              <a:off x="-37979" y="5013439"/>
              <a:ext cx="134004" cy="134004"/>
              <a:chOff x="8356813" y="1074288"/>
              <a:chExt cx="351900" cy="351900"/>
            </a:xfrm>
          </p:grpSpPr>
          <p:sp>
            <p:nvSpPr>
              <p:cNvPr id="735" name="Google Shape;735;p18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6" name="Google Shape;736;p18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37" name="Google Shape;737;p18"/>
            <p:cNvGrpSpPr/>
            <p:nvPr/>
          </p:nvGrpSpPr>
          <p:grpSpPr>
            <a:xfrm rot="10800000">
              <a:off x="447446" y="4173589"/>
              <a:ext cx="134004" cy="134004"/>
              <a:chOff x="8356813" y="1074288"/>
              <a:chExt cx="351900" cy="351900"/>
            </a:xfrm>
          </p:grpSpPr>
          <p:sp>
            <p:nvSpPr>
              <p:cNvPr id="738" name="Google Shape;738;p18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39" name="Google Shape;739;p18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40" name="Google Shape;740;p18"/>
            <p:cNvGrpSpPr/>
            <p:nvPr/>
          </p:nvGrpSpPr>
          <p:grpSpPr>
            <a:xfrm rot="10800000">
              <a:off x="539621" y="2985514"/>
              <a:ext cx="134004" cy="134004"/>
              <a:chOff x="8356813" y="1074288"/>
              <a:chExt cx="351900" cy="351900"/>
            </a:xfrm>
          </p:grpSpPr>
          <p:sp>
            <p:nvSpPr>
              <p:cNvPr id="741" name="Google Shape;741;p18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2" name="Google Shape;742;p18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743" name="Google Shape;743;p18"/>
          <p:cNvGrpSpPr/>
          <p:nvPr/>
        </p:nvGrpSpPr>
        <p:grpSpPr>
          <a:xfrm>
            <a:off x="7905201" y="-332892"/>
            <a:ext cx="7584220" cy="4658435"/>
            <a:chOff x="5852700" y="-249669"/>
            <a:chExt cx="5688165" cy="3493826"/>
          </a:xfrm>
        </p:grpSpPr>
        <p:grpSp>
          <p:nvGrpSpPr>
            <p:cNvPr id="744" name="Google Shape;744;p18"/>
            <p:cNvGrpSpPr/>
            <p:nvPr/>
          </p:nvGrpSpPr>
          <p:grpSpPr>
            <a:xfrm>
              <a:off x="8783705" y="1899359"/>
              <a:ext cx="402160" cy="1344798"/>
              <a:chOff x="8668555" y="1976884"/>
              <a:chExt cx="402160" cy="1344798"/>
            </a:xfrm>
          </p:grpSpPr>
          <p:sp>
            <p:nvSpPr>
              <p:cNvPr id="745" name="Google Shape;745;p18"/>
              <p:cNvSpPr/>
              <p:nvPr/>
            </p:nvSpPr>
            <p:spPr>
              <a:xfrm flipH="1">
                <a:off x="8823846" y="209496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6" name="Google Shape;746;p18"/>
              <p:cNvSpPr/>
              <p:nvPr/>
            </p:nvSpPr>
            <p:spPr>
              <a:xfrm flipH="1">
                <a:off x="8668555" y="19768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47" name="Google Shape;747;p18"/>
            <p:cNvGrpSpPr/>
            <p:nvPr/>
          </p:nvGrpSpPr>
          <p:grpSpPr>
            <a:xfrm>
              <a:off x="8598675" y="1421188"/>
              <a:ext cx="904666" cy="726121"/>
              <a:chOff x="7945225" y="4302000"/>
              <a:chExt cx="904666" cy="726121"/>
            </a:xfrm>
          </p:grpSpPr>
          <p:sp>
            <p:nvSpPr>
              <p:cNvPr id="748" name="Google Shape;748;p18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49" name="Google Shape;749;p18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0" name="Google Shape;750;p18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51" name="Google Shape;751;p18"/>
            <p:cNvGrpSpPr/>
            <p:nvPr/>
          </p:nvGrpSpPr>
          <p:grpSpPr>
            <a:xfrm rot="10800000" flipH="1">
              <a:off x="7579756" y="-249669"/>
              <a:ext cx="2601921" cy="2438355"/>
              <a:chOff x="7340128" y="2866613"/>
              <a:chExt cx="2439225" cy="2438355"/>
            </a:xfrm>
          </p:grpSpPr>
          <p:sp>
            <p:nvSpPr>
              <p:cNvPr id="752" name="Google Shape;752;p18"/>
              <p:cNvSpPr/>
              <p:nvPr/>
            </p:nvSpPr>
            <p:spPr>
              <a:xfrm rot="2700000" flipH="1">
                <a:off x="8012290" y="2875755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3" name="Google Shape;753;p18"/>
              <p:cNvSpPr/>
              <p:nvPr/>
            </p:nvSpPr>
            <p:spPr>
              <a:xfrm rot="2700000" flipH="1">
                <a:off x="8125398" y="2987994"/>
                <a:ext cx="981794" cy="230783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754" name="Google Shape;754;p18"/>
            <p:cNvSpPr/>
            <p:nvPr/>
          </p:nvSpPr>
          <p:spPr>
            <a:xfrm rot="5400000" flipH="1">
              <a:off x="6551329" y="-896010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755" name="Google Shape;755;p18"/>
            <p:cNvGrpSpPr/>
            <p:nvPr/>
          </p:nvGrpSpPr>
          <p:grpSpPr>
            <a:xfrm>
              <a:off x="6917731" y="246011"/>
              <a:ext cx="4623133" cy="134070"/>
              <a:chOff x="6917731" y="246011"/>
              <a:chExt cx="4623133" cy="134070"/>
            </a:xfrm>
          </p:grpSpPr>
          <p:sp>
            <p:nvSpPr>
              <p:cNvPr id="756" name="Google Shape;756;p18"/>
              <p:cNvSpPr/>
              <p:nvPr/>
            </p:nvSpPr>
            <p:spPr>
              <a:xfrm flipH="1">
                <a:off x="6917731" y="246011"/>
                <a:ext cx="134070" cy="13407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57" name="Google Shape;757;p18"/>
              <p:cNvSpPr/>
              <p:nvPr/>
            </p:nvSpPr>
            <p:spPr>
              <a:xfrm flipH="1">
                <a:off x="6947845" y="276153"/>
                <a:ext cx="73844" cy="73844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758" name="Google Shape;758;p18"/>
              <p:cNvCxnSpPr/>
              <p:nvPr/>
            </p:nvCxnSpPr>
            <p:spPr>
              <a:xfrm rot="10800000">
                <a:off x="7013865" y="313050"/>
                <a:ext cx="45270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33025625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61" name="Google Shape;761;p19"/>
          <p:cNvSpPr txBox="1">
            <a:spLocks noGrp="1"/>
          </p:cNvSpPr>
          <p:nvPr>
            <p:ph type="subTitle" idx="1"/>
          </p:nvPr>
        </p:nvSpPr>
        <p:spPr>
          <a:xfrm>
            <a:off x="6508008" y="2382233"/>
            <a:ext cx="4724000" cy="24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62" name="Google Shape;762;p19"/>
          <p:cNvSpPr txBox="1">
            <a:spLocks noGrp="1"/>
          </p:cNvSpPr>
          <p:nvPr>
            <p:ph type="subTitle" idx="2"/>
          </p:nvPr>
        </p:nvSpPr>
        <p:spPr>
          <a:xfrm>
            <a:off x="960000" y="2382233"/>
            <a:ext cx="4724000" cy="244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763" name="Google Shape;763;p19"/>
          <p:cNvGrpSpPr/>
          <p:nvPr/>
        </p:nvGrpSpPr>
        <p:grpSpPr>
          <a:xfrm>
            <a:off x="-128439" y="6518085"/>
            <a:ext cx="2120544" cy="117500"/>
            <a:chOff x="124624" y="4953514"/>
            <a:chExt cx="1137387" cy="88142"/>
          </a:xfrm>
        </p:grpSpPr>
        <p:sp>
          <p:nvSpPr>
            <p:cNvPr id="764" name="Google Shape;764;p19"/>
            <p:cNvSpPr/>
            <p:nvPr/>
          </p:nvSpPr>
          <p:spPr>
            <a:xfrm rot="5400000">
              <a:off x="687043" y="4391096"/>
              <a:ext cx="12551" cy="1137387"/>
            </a:xfrm>
            <a:custGeom>
              <a:avLst/>
              <a:gdLst/>
              <a:ahLst/>
              <a:cxnLst/>
              <a:rect l="l" t="t" r="r" b="b"/>
              <a:pathLst>
                <a:path w="306" h="27731" extrusionOk="0">
                  <a:moveTo>
                    <a:pt x="1" y="1"/>
                  </a:moveTo>
                  <a:lnTo>
                    <a:pt x="1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5" name="Google Shape;765;p19"/>
            <p:cNvSpPr/>
            <p:nvPr/>
          </p:nvSpPr>
          <p:spPr>
            <a:xfrm rot="5400000">
              <a:off x="687063" y="4466709"/>
              <a:ext cx="12510" cy="1137387"/>
            </a:xfrm>
            <a:custGeom>
              <a:avLst/>
              <a:gdLst/>
              <a:ahLst/>
              <a:cxnLst/>
              <a:rect l="l" t="t" r="r" b="b"/>
              <a:pathLst>
                <a:path w="305" h="27731" extrusionOk="0">
                  <a:moveTo>
                    <a:pt x="0" y="1"/>
                  </a:moveTo>
                  <a:lnTo>
                    <a:pt x="0" y="27730"/>
                  </a:lnTo>
                  <a:lnTo>
                    <a:pt x="305" y="27730"/>
                  </a:lnTo>
                  <a:lnTo>
                    <a:pt x="305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  <a:alpha val="46820"/>
                  </a:srgbClr>
                </a:gs>
                <a:gs pos="100000">
                  <a:srgbClr val="FFFFFF">
                    <a:alpha val="0"/>
                    <a:alpha val="4682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766" name="Google Shape;766;p19"/>
          <p:cNvGrpSpPr/>
          <p:nvPr/>
        </p:nvGrpSpPr>
        <p:grpSpPr>
          <a:xfrm>
            <a:off x="9178268" y="1847634"/>
            <a:ext cx="5370905" cy="7044740"/>
            <a:chOff x="6883700" y="1385725"/>
            <a:chExt cx="4028179" cy="5283555"/>
          </a:xfrm>
        </p:grpSpPr>
        <p:sp>
          <p:nvSpPr>
            <p:cNvPr id="767" name="Google Shape;767;p19"/>
            <p:cNvSpPr/>
            <p:nvPr/>
          </p:nvSpPr>
          <p:spPr>
            <a:xfrm>
              <a:off x="6883700" y="14075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8" name="Google Shape;768;p19"/>
            <p:cNvSpPr/>
            <p:nvPr/>
          </p:nvSpPr>
          <p:spPr>
            <a:xfrm>
              <a:off x="7842318" y="13857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9" name="Google Shape;769;p19"/>
            <p:cNvSpPr/>
            <p:nvPr/>
          </p:nvSpPr>
          <p:spPr>
            <a:xfrm>
              <a:off x="7734200" y="2571774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70" name="Google Shape;770;p19"/>
            <p:cNvSpPr/>
            <p:nvPr/>
          </p:nvSpPr>
          <p:spPr>
            <a:xfrm>
              <a:off x="7758564" y="1550075"/>
              <a:ext cx="3153315" cy="5119205"/>
            </a:xfrm>
            <a:custGeom>
              <a:avLst/>
              <a:gdLst/>
              <a:ahLst/>
              <a:cxnLst/>
              <a:rect l="l" t="t" r="r" b="b"/>
              <a:pathLst>
                <a:path w="76882" h="124813" extrusionOk="0">
                  <a:moveTo>
                    <a:pt x="76668" y="0"/>
                  </a:moveTo>
                  <a:lnTo>
                    <a:pt x="63260" y="13408"/>
                  </a:lnTo>
                  <a:cubicBezTo>
                    <a:pt x="62879" y="13789"/>
                    <a:pt x="62879" y="14398"/>
                    <a:pt x="63260" y="14779"/>
                  </a:cubicBezTo>
                  <a:lnTo>
                    <a:pt x="69857" y="21376"/>
                  </a:lnTo>
                  <a:cubicBezTo>
                    <a:pt x="70116" y="21620"/>
                    <a:pt x="70116" y="22046"/>
                    <a:pt x="69857" y="22305"/>
                  </a:cubicBezTo>
                  <a:lnTo>
                    <a:pt x="46546" y="45616"/>
                  </a:lnTo>
                  <a:cubicBezTo>
                    <a:pt x="46417" y="45738"/>
                    <a:pt x="46245" y="45799"/>
                    <a:pt x="46074" y="45799"/>
                  </a:cubicBezTo>
                  <a:cubicBezTo>
                    <a:pt x="45903" y="45799"/>
                    <a:pt x="45731" y="45738"/>
                    <a:pt x="45602" y="45616"/>
                  </a:cubicBezTo>
                  <a:lnTo>
                    <a:pt x="39020" y="39019"/>
                  </a:lnTo>
                  <a:cubicBezTo>
                    <a:pt x="38822" y="38836"/>
                    <a:pt x="38593" y="38745"/>
                    <a:pt x="38334" y="38745"/>
                  </a:cubicBezTo>
                  <a:cubicBezTo>
                    <a:pt x="38060" y="38745"/>
                    <a:pt x="37831" y="38836"/>
                    <a:pt x="37649" y="39019"/>
                  </a:cubicBezTo>
                  <a:lnTo>
                    <a:pt x="23357" y="53311"/>
                  </a:lnTo>
                  <a:cubicBezTo>
                    <a:pt x="22976" y="53691"/>
                    <a:pt x="22976" y="54301"/>
                    <a:pt x="23357" y="54682"/>
                  </a:cubicBezTo>
                  <a:lnTo>
                    <a:pt x="40833" y="72142"/>
                  </a:lnTo>
                  <a:cubicBezTo>
                    <a:pt x="40939" y="72279"/>
                    <a:pt x="41016" y="72432"/>
                    <a:pt x="41016" y="72614"/>
                  </a:cubicBezTo>
                  <a:cubicBezTo>
                    <a:pt x="41016" y="72812"/>
                    <a:pt x="40955" y="72965"/>
                    <a:pt x="40833" y="73102"/>
                  </a:cubicBezTo>
                  <a:lnTo>
                    <a:pt x="27090" y="86830"/>
                  </a:lnTo>
                  <a:cubicBezTo>
                    <a:pt x="26907" y="87028"/>
                    <a:pt x="26816" y="87256"/>
                    <a:pt x="26816" y="87515"/>
                  </a:cubicBezTo>
                  <a:lnTo>
                    <a:pt x="26816" y="96276"/>
                  </a:lnTo>
                  <a:cubicBezTo>
                    <a:pt x="26816" y="96459"/>
                    <a:pt x="26755" y="96611"/>
                    <a:pt x="26618" y="96748"/>
                  </a:cubicBezTo>
                  <a:lnTo>
                    <a:pt x="13225" y="110140"/>
                  </a:lnTo>
                  <a:cubicBezTo>
                    <a:pt x="13103" y="110270"/>
                    <a:pt x="12940" y="110335"/>
                    <a:pt x="12772" y="110335"/>
                  </a:cubicBezTo>
                  <a:cubicBezTo>
                    <a:pt x="12604" y="110335"/>
                    <a:pt x="12433" y="110270"/>
                    <a:pt x="12296" y="110140"/>
                  </a:cubicBezTo>
                  <a:lnTo>
                    <a:pt x="7618" y="105448"/>
                  </a:lnTo>
                  <a:cubicBezTo>
                    <a:pt x="7428" y="105257"/>
                    <a:pt x="7180" y="105162"/>
                    <a:pt x="6933" y="105162"/>
                  </a:cubicBezTo>
                  <a:cubicBezTo>
                    <a:pt x="6685" y="105162"/>
                    <a:pt x="6438" y="105257"/>
                    <a:pt x="6247" y="105448"/>
                  </a:cubicBezTo>
                  <a:lnTo>
                    <a:pt x="381" y="111314"/>
                  </a:lnTo>
                  <a:cubicBezTo>
                    <a:pt x="1" y="111695"/>
                    <a:pt x="1" y="112304"/>
                    <a:pt x="381" y="112685"/>
                  </a:cubicBezTo>
                  <a:lnTo>
                    <a:pt x="5059" y="117378"/>
                  </a:lnTo>
                  <a:cubicBezTo>
                    <a:pt x="5181" y="117515"/>
                    <a:pt x="5257" y="117667"/>
                    <a:pt x="5257" y="117850"/>
                  </a:cubicBezTo>
                  <a:cubicBezTo>
                    <a:pt x="5257" y="118048"/>
                    <a:pt x="5196" y="118200"/>
                    <a:pt x="5059" y="118322"/>
                  </a:cubicBezTo>
                  <a:lnTo>
                    <a:pt x="3231" y="120150"/>
                  </a:lnTo>
                  <a:cubicBezTo>
                    <a:pt x="2850" y="120531"/>
                    <a:pt x="2850" y="121141"/>
                    <a:pt x="3231" y="121522"/>
                  </a:cubicBezTo>
                  <a:lnTo>
                    <a:pt x="5059" y="123365"/>
                  </a:lnTo>
                  <a:cubicBezTo>
                    <a:pt x="5333" y="123609"/>
                    <a:pt x="5333" y="124020"/>
                    <a:pt x="5059" y="124295"/>
                  </a:cubicBezTo>
                  <a:cubicBezTo>
                    <a:pt x="4914" y="124432"/>
                    <a:pt x="4754" y="124489"/>
                    <a:pt x="4602" y="124489"/>
                  </a:cubicBezTo>
                  <a:cubicBezTo>
                    <a:pt x="4449" y="124489"/>
                    <a:pt x="4305" y="124432"/>
                    <a:pt x="4190" y="124340"/>
                  </a:cubicBezTo>
                  <a:cubicBezTo>
                    <a:pt x="3962" y="124173"/>
                    <a:pt x="3825" y="123838"/>
                    <a:pt x="4038" y="123487"/>
                  </a:cubicBezTo>
                  <a:lnTo>
                    <a:pt x="3764" y="123335"/>
                  </a:lnTo>
                  <a:lnTo>
                    <a:pt x="3764" y="123335"/>
                  </a:lnTo>
                  <a:cubicBezTo>
                    <a:pt x="3459" y="123838"/>
                    <a:pt x="3672" y="124356"/>
                    <a:pt x="3992" y="124599"/>
                  </a:cubicBezTo>
                  <a:cubicBezTo>
                    <a:pt x="4175" y="124736"/>
                    <a:pt x="4373" y="124813"/>
                    <a:pt x="4602" y="124813"/>
                  </a:cubicBezTo>
                  <a:cubicBezTo>
                    <a:pt x="4830" y="124813"/>
                    <a:pt x="5059" y="124736"/>
                    <a:pt x="5272" y="124477"/>
                  </a:cubicBezTo>
                  <a:cubicBezTo>
                    <a:pt x="5455" y="124295"/>
                    <a:pt x="5562" y="124066"/>
                    <a:pt x="5562" y="123792"/>
                  </a:cubicBezTo>
                  <a:cubicBezTo>
                    <a:pt x="5562" y="123533"/>
                    <a:pt x="5455" y="123304"/>
                    <a:pt x="5272" y="123106"/>
                  </a:cubicBezTo>
                  <a:lnTo>
                    <a:pt x="3444" y="121278"/>
                  </a:lnTo>
                  <a:cubicBezTo>
                    <a:pt x="3170" y="121034"/>
                    <a:pt x="3170" y="120623"/>
                    <a:pt x="3444" y="120349"/>
                  </a:cubicBezTo>
                  <a:lnTo>
                    <a:pt x="5272" y="118520"/>
                  </a:lnTo>
                  <a:cubicBezTo>
                    <a:pt x="5455" y="118337"/>
                    <a:pt x="5562" y="118094"/>
                    <a:pt x="5562" y="117835"/>
                  </a:cubicBezTo>
                  <a:cubicBezTo>
                    <a:pt x="5562" y="117576"/>
                    <a:pt x="5455" y="117332"/>
                    <a:pt x="5272" y="117149"/>
                  </a:cubicBezTo>
                  <a:lnTo>
                    <a:pt x="579" y="112456"/>
                  </a:lnTo>
                  <a:cubicBezTo>
                    <a:pt x="320" y="112213"/>
                    <a:pt x="320" y="111801"/>
                    <a:pt x="579" y="111527"/>
                  </a:cubicBezTo>
                  <a:lnTo>
                    <a:pt x="6445" y="105661"/>
                  </a:lnTo>
                  <a:cubicBezTo>
                    <a:pt x="6575" y="105532"/>
                    <a:pt x="6742" y="105467"/>
                    <a:pt x="6912" y="105467"/>
                  </a:cubicBezTo>
                  <a:cubicBezTo>
                    <a:pt x="7081" y="105467"/>
                    <a:pt x="7253" y="105532"/>
                    <a:pt x="7390" y="105661"/>
                  </a:cubicBezTo>
                  <a:lnTo>
                    <a:pt x="12067" y="110354"/>
                  </a:lnTo>
                  <a:cubicBezTo>
                    <a:pt x="12265" y="110537"/>
                    <a:pt x="12494" y="110643"/>
                    <a:pt x="12753" y="110643"/>
                  </a:cubicBezTo>
                  <a:cubicBezTo>
                    <a:pt x="13027" y="110643"/>
                    <a:pt x="13256" y="110537"/>
                    <a:pt x="13439" y="110354"/>
                  </a:cubicBezTo>
                  <a:lnTo>
                    <a:pt x="26831" y="96961"/>
                  </a:lnTo>
                  <a:cubicBezTo>
                    <a:pt x="27014" y="96779"/>
                    <a:pt x="27120" y="96550"/>
                    <a:pt x="27120" y="96276"/>
                  </a:cubicBezTo>
                  <a:lnTo>
                    <a:pt x="27120" y="87469"/>
                  </a:lnTo>
                  <a:cubicBezTo>
                    <a:pt x="27120" y="87287"/>
                    <a:pt x="27166" y="87134"/>
                    <a:pt x="27303" y="86997"/>
                  </a:cubicBezTo>
                  <a:lnTo>
                    <a:pt x="41031" y="73270"/>
                  </a:lnTo>
                  <a:cubicBezTo>
                    <a:pt x="41412" y="72889"/>
                    <a:pt x="41412" y="72279"/>
                    <a:pt x="41031" y="71898"/>
                  </a:cubicBezTo>
                  <a:lnTo>
                    <a:pt x="23571" y="54438"/>
                  </a:lnTo>
                  <a:cubicBezTo>
                    <a:pt x="23312" y="54194"/>
                    <a:pt x="23312" y="53768"/>
                    <a:pt x="23571" y="53509"/>
                  </a:cubicBezTo>
                  <a:lnTo>
                    <a:pt x="37862" y="39217"/>
                  </a:lnTo>
                  <a:cubicBezTo>
                    <a:pt x="37984" y="39095"/>
                    <a:pt x="38155" y="39035"/>
                    <a:pt x="38327" y="39035"/>
                  </a:cubicBezTo>
                  <a:cubicBezTo>
                    <a:pt x="38498" y="39035"/>
                    <a:pt x="38669" y="39095"/>
                    <a:pt x="38791" y="39217"/>
                  </a:cubicBezTo>
                  <a:lnTo>
                    <a:pt x="45373" y="45830"/>
                  </a:lnTo>
                  <a:cubicBezTo>
                    <a:pt x="45571" y="46013"/>
                    <a:pt x="45800" y="46119"/>
                    <a:pt x="46059" y="46119"/>
                  </a:cubicBezTo>
                  <a:cubicBezTo>
                    <a:pt x="46333" y="46119"/>
                    <a:pt x="46562" y="46013"/>
                    <a:pt x="46744" y="45830"/>
                  </a:cubicBezTo>
                  <a:lnTo>
                    <a:pt x="70055" y="22519"/>
                  </a:lnTo>
                  <a:cubicBezTo>
                    <a:pt x="70436" y="22138"/>
                    <a:pt x="70436" y="21528"/>
                    <a:pt x="70055" y="21148"/>
                  </a:cubicBezTo>
                  <a:lnTo>
                    <a:pt x="63473" y="14550"/>
                  </a:lnTo>
                  <a:cubicBezTo>
                    <a:pt x="63199" y="14307"/>
                    <a:pt x="63199" y="13895"/>
                    <a:pt x="63473" y="13621"/>
                  </a:cubicBezTo>
                  <a:lnTo>
                    <a:pt x="76881" y="213"/>
                  </a:lnTo>
                  <a:lnTo>
                    <a:pt x="76668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771" name="Google Shape;771;p19"/>
          <p:cNvGrpSpPr/>
          <p:nvPr/>
        </p:nvGrpSpPr>
        <p:grpSpPr>
          <a:xfrm>
            <a:off x="6130675" y="-2265383"/>
            <a:ext cx="7439725" cy="4271232"/>
            <a:chOff x="4521806" y="-1546637"/>
            <a:chExt cx="5579794" cy="3203424"/>
          </a:xfrm>
        </p:grpSpPr>
        <p:grpSp>
          <p:nvGrpSpPr>
            <p:cNvPr id="772" name="Google Shape;772;p19"/>
            <p:cNvGrpSpPr/>
            <p:nvPr/>
          </p:nvGrpSpPr>
          <p:grpSpPr>
            <a:xfrm>
              <a:off x="4619858" y="-154439"/>
              <a:ext cx="916824" cy="700199"/>
              <a:chOff x="4619858" y="-154439"/>
              <a:chExt cx="916824" cy="700199"/>
            </a:xfrm>
          </p:grpSpPr>
          <p:sp>
            <p:nvSpPr>
              <p:cNvPr id="773" name="Google Shape;773;p19"/>
              <p:cNvSpPr/>
              <p:nvPr/>
            </p:nvSpPr>
            <p:spPr>
              <a:xfrm>
                <a:off x="4823308" y="126723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4" name="Google Shape;774;p19"/>
              <p:cNvSpPr/>
              <p:nvPr/>
            </p:nvSpPr>
            <p:spPr>
              <a:xfrm>
                <a:off x="4619858" y="-114577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75" name="Google Shape;775;p19"/>
              <p:cNvSpPr/>
              <p:nvPr/>
            </p:nvSpPr>
            <p:spPr>
              <a:xfrm>
                <a:off x="5052808" y="-154439"/>
                <a:ext cx="483874" cy="419037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pic>
          <p:nvPicPr>
            <p:cNvPr id="776" name="Google Shape;776;p1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5904350" y="-1546637"/>
              <a:ext cx="4197251" cy="32034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77" name="Google Shape;777;p19"/>
            <p:cNvSpPr/>
            <p:nvPr/>
          </p:nvSpPr>
          <p:spPr>
            <a:xfrm rot="-5400000">
              <a:off x="5282845" y="-105894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78" name="Google Shape;778;p19"/>
            <p:cNvSpPr/>
            <p:nvPr/>
          </p:nvSpPr>
          <p:spPr>
            <a:xfrm rot="-5400000">
              <a:off x="5282230" y="-899603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779" name="Google Shape;779;p19"/>
            <p:cNvGrpSpPr/>
            <p:nvPr/>
          </p:nvGrpSpPr>
          <p:grpSpPr>
            <a:xfrm rot="10800000">
              <a:off x="8323180" y="210225"/>
              <a:ext cx="1493503" cy="88125"/>
              <a:chOff x="124624" y="4953514"/>
              <a:chExt cx="1137387" cy="88142"/>
            </a:xfrm>
          </p:grpSpPr>
          <p:sp>
            <p:nvSpPr>
              <p:cNvPr id="780" name="Google Shape;780;p19"/>
              <p:cNvSpPr/>
              <p:nvPr/>
            </p:nvSpPr>
            <p:spPr>
              <a:xfrm rot="5400000">
                <a:off x="687043" y="4391096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1" name="Google Shape;781;p19"/>
              <p:cNvSpPr/>
              <p:nvPr/>
            </p:nvSpPr>
            <p:spPr>
              <a:xfrm rot="5400000">
                <a:off x="687063" y="4466709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82" name="Google Shape;782;p19"/>
            <p:cNvGrpSpPr/>
            <p:nvPr/>
          </p:nvGrpSpPr>
          <p:grpSpPr>
            <a:xfrm>
              <a:off x="4619231" y="-32636"/>
              <a:ext cx="254987" cy="255131"/>
              <a:chOff x="3678700" y="407275"/>
              <a:chExt cx="708100" cy="708500"/>
            </a:xfrm>
          </p:grpSpPr>
          <p:sp>
            <p:nvSpPr>
              <p:cNvPr id="783" name="Google Shape;783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4" name="Google Shape;784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5" name="Google Shape;785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6" name="Google Shape;786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7" name="Google Shape;787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8" name="Google Shape;788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89" name="Google Shape;789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790" name="Google Shape;790;p19"/>
            <p:cNvGrpSpPr/>
            <p:nvPr/>
          </p:nvGrpSpPr>
          <p:grpSpPr>
            <a:xfrm>
              <a:off x="4521806" y="126714"/>
              <a:ext cx="254987" cy="255131"/>
              <a:chOff x="3678700" y="407275"/>
              <a:chExt cx="708100" cy="708500"/>
            </a:xfrm>
          </p:grpSpPr>
          <p:sp>
            <p:nvSpPr>
              <p:cNvPr id="791" name="Google Shape;791;p19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2" name="Google Shape;792;p19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3" name="Google Shape;793;p19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4" name="Google Shape;794;p19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5" name="Google Shape;795;p19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6" name="Google Shape;796;p19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797" name="Google Shape;797;p19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169598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p20"/>
          <p:cNvSpPr txBox="1">
            <a:spLocks noGrp="1"/>
          </p:cNvSpPr>
          <p:nvPr>
            <p:ph type="title"/>
          </p:nvPr>
        </p:nvSpPr>
        <p:spPr>
          <a:xfrm>
            <a:off x="960000" y="2087900"/>
            <a:ext cx="3732000" cy="10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00" name="Google Shape;800;p20"/>
          <p:cNvSpPr txBox="1">
            <a:spLocks noGrp="1"/>
          </p:cNvSpPr>
          <p:nvPr>
            <p:ph type="subTitle" idx="1"/>
          </p:nvPr>
        </p:nvSpPr>
        <p:spPr>
          <a:xfrm>
            <a:off x="960000" y="3102333"/>
            <a:ext cx="3732000" cy="15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01" name="Google Shape;801;p20"/>
          <p:cNvGrpSpPr/>
          <p:nvPr/>
        </p:nvGrpSpPr>
        <p:grpSpPr>
          <a:xfrm>
            <a:off x="-2164980" y="3333010"/>
            <a:ext cx="6825607" cy="5831853"/>
            <a:chOff x="-1547535" y="2499757"/>
            <a:chExt cx="5119205" cy="4373890"/>
          </a:xfrm>
        </p:grpSpPr>
        <p:pic>
          <p:nvPicPr>
            <p:cNvPr id="802" name="Google Shape;802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-5400000">
              <a:off x="-1751185" y="3417285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03" name="Google Shape;803;p20"/>
            <p:cNvGrpSpPr/>
            <p:nvPr/>
          </p:nvGrpSpPr>
          <p:grpSpPr>
            <a:xfrm rot="-5400000">
              <a:off x="123777" y="4587830"/>
              <a:ext cx="480890" cy="481200"/>
              <a:chOff x="959750" y="3039275"/>
              <a:chExt cx="582050" cy="582425"/>
            </a:xfrm>
          </p:grpSpPr>
          <p:sp>
            <p:nvSpPr>
              <p:cNvPr id="804" name="Google Shape;804;p2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5" name="Google Shape;805;p2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6" name="Google Shape;806;p2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7" name="Google Shape;807;p2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8" name="Google Shape;808;p2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09" name="Google Shape;809;p2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10" name="Google Shape;810;p2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11" name="Google Shape;811;p20"/>
            <p:cNvGrpSpPr/>
            <p:nvPr/>
          </p:nvGrpSpPr>
          <p:grpSpPr>
            <a:xfrm rot="-5400000">
              <a:off x="-564590" y="2079321"/>
              <a:ext cx="3153315" cy="5119205"/>
              <a:chOff x="6643701" y="816087"/>
              <a:chExt cx="3153315" cy="5119205"/>
            </a:xfrm>
          </p:grpSpPr>
          <p:sp>
            <p:nvSpPr>
              <p:cNvPr id="812" name="Google Shape;812;p20"/>
              <p:cNvSpPr/>
              <p:nvPr/>
            </p:nvSpPr>
            <p:spPr>
              <a:xfrm>
                <a:off x="6643701" y="816087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813" name="Google Shape;813;p20"/>
              <p:cNvGrpSpPr/>
              <p:nvPr/>
            </p:nvGrpSpPr>
            <p:grpSpPr>
              <a:xfrm>
                <a:off x="8062611" y="3503222"/>
                <a:ext cx="134004" cy="134004"/>
                <a:chOff x="8356813" y="1074288"/>
                <a:chExt cx="351900" cy="351900"/>
              </a:xfrm>
            </p:grpSpPr>
            <p:sp>
              <p:nvSpPr>
                <p:cNvPr id="814" name="Google Shape;814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15" name="Google Shape;815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16" name="Google Shape;816;p20"/>
              <p:cNvGrpSpPr/>
              <p:nvPr/>
            </p:nvGrpSpPr>
            <p:grpSpPr>
              <a:xfrm>
                <a:off x="7678536" y="31293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17" name="Google Shape;817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18" name="Google Shape;818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19" name="Google Shape;819;p20"/>
              <p:cNvGrpSpPr/>
              <p:nvPr/>
            </p:nvGrpSpPr>
            <p:grpSpPr>
              <a:xfrm>
                <a:off x="8671986" y="2443197"/>
                <a:ext cx="134004" cy="134004"/>
                <a:chOff x="8356813" y="1074288"/>
                <a:chExt cx="351900" cy="351900"/>
              </a:xfrm>
            </p:grpSpPr>
            <p:sp>
              <p:nvSpPr>
                <p:cNvPr id="820" name="Google Shape;820;p20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21" name="Google Shape;821;p20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822" name="Google Shape;822;p20"/>
            <p:cNvSpPr/>
            <p:nvPr/>
          </p:nvSpPr>
          <p:spPr>
            <a:xfrm>
              <a:off x="-630272" y="2499757"/>
              <a:ext cx="1031181" cy="275218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823" name="Google Shape;823;p20"/>
            <p:cNvGrpSpPr/>
            <p:nvPr/>
          </p:nvGrpSpPr>
          <p:grpSpPr>
            <a:xfrm rot="-5400000">
              <a:off x="99300" y="3411735"/>
              <a:ext cx="88151" cy="2151709"/>
              <a:chOff x="3054755" y="4367024"/>
              <a:chExt cx="88142" cy="1137387"/>
            </a:xfrm>
          </p:grpSpPr>
          <p:sp>
            <p:nvSpPr>
              <p:cNvPr id="824" name="Google Shape;824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5" name="Google Shape;825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26" name="Google Shape;826;p20"/>
            <p:cNvGrpSpPr/>
            <p:nvPr/>
          </p:nvGrpSpPr>
          <p:grpSpPr>
            <a:xfrm rot="-5400000">
              <a:off x="-28713" y="3651410"/>
              <a:ext cx="88151" cy="2151709"/>
              <a:chOff x="3054755" y="4367024"/>
              <a:chExt cx="88142" cy="1137387"/>
            </a:xfrm>
          </p:grpSpPr>
          <p:sp>
            <p:nvSpPr>
              <p:cNvPr id="827" name="Google Shape;827;p20"/>
              <p:cNvSpPr/>
              <p:nvPr/>
            </p:nvSpPr>
            <p:spPr>
              <a:xfrm>
                <a:off x="3054755" y="4367024"/>
                <a:ext cx="12551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28" name="Google Shape;828;p20"/>
              <p:cNvSpPr/>
              <p:nvPr/>
            </p:nvSpPr>
            <p:spPr>
              <a:xfrm>
                <a:off x="3130388" y="4367024"/>
                <a:ext cx="12510" cy="1137387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40000">
                    <a:srgbClr val="FF9900">
                      <a:alpha val="40784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829" name="Google Shape;829;p20"/>
          <p:cNvGrpSpPr/>
          <p:nvPr/>
        </p:nvGrpSpPr>
        <p:grpSpPr>
          <a:xfrm rot="-5400000">
            <a:off x="9699747" y="-1423266"/>
            <a:ext cx="5227335" cy="4285199"/>
            <a:chOff x="6643710" y="2822113"/>
            <a:chExt cx="3920501" cy="3213899"/>
          </a:xfrm>
        </p:grpSpPr>
        <p:pic>
          <p:nvPicPr>
            <p:cNvPr id="830" name="Google Shape;830;p2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643710" y="3043787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31" name="Google Shape;831;p20"/>
            <p:cNvSpPr/>
            <p:nvPr/>
          </p:nvSpPr>
          <p:spPr>
            <a:xfrm rot="10800000">
              <a:off x="7869624" y="2920269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1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64"/>
                    <a:pt x="23632" y="11321"/>
                    <a:pt x="23632" y="11808"/>
                  </a:cubicBezTo>
                  <a:cubicBezTo>
                    <a:pt x="23632" y="12311"/>
                    <a:pt x="23434" y="12768"/>
                    <a:pt x="23098" y="13104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5"/>
                  </a:lnTo>
                  <a:cubicBezTo>
                    <a:pt x="16547" y="11489"/>
                    <a:pt x="16029" y="11260"/>
                    <a:pt x="15435" y="11260"/>
                  </a:cubicBezTo>
                  <a:cubicBezTo>
                    <a:pt x="14841" y="11260"/>
                    <a:pt x="14307" y="11489"/>
                    <a:pt x="13911" y="11885"/>
                  </a:cubicBezTo>
                  <a:lnTo>
                    <a:pt x="12525" y="13271"/>
                  </a:lnTo>
                  <a:cubicBezTo>
                    <a:pt x="12129" y="13698"/>
                    <a:pt x="11900" y="14231"/>
                    <a:pt x="11900" y="14795"/>
                  </a:cubicBezTo>
                  <a:cubicBezTo>
                    <a:pt x="11900" y="15374"/>
                    <a:pt x="12129" y="15922"/>
                    <a:pt x="12525" y="16318"/>
                  </a:cubicBezTo>
                  <a:cubicBezTo>
                    <a:pt x="12860" y="16669"/>
                    <a:pt x="13058" y="17126"/>
                    <a:pt x="13058" y="17629"/>
                  </a:cubicBezTo>
                  <a:cubicBezTo>
                    <a:pt x="13058" y="18116"/>
                    <a:pt x="12860" y="18573"/>
                    <a:pt x="12525" y="18924"/>
                  </a:cubicBezTo>
                  <a:lnTo>
                    <a:pt x="11489" y="19944"/>
                  </a:lnTo>
                  <a:cubicBezTo>
                    <a:pt x="11154" y="20295"/>
                    <a:pt x="10696" y="20478"/>
                    <a:pt x="10209" y="20478"/>
                  </a:cubicBezTo>
                  <a:lnTo>
                    <a:pt x="9569" y="20478"/>
                  </a:lnTo>
                  <a:cubicBezTo>
                    <a:pt x="8990" y="20478"/>
                    <a:pt x="8457" y="20706"/>
                    <a:pt x="8045" y="21102"/>
                  </a:cubicBezTo>
                  <a:lnTo>
                    <a:pt x="3353" y="25810"/>
                  </a:lnTo>
                  <a:cubicBezTo>
                    <a:pt x="2515" y="26648"/>
                    <a:pt x="2515" y="28004"/>
                    <a:pt x="3353" y="28842"/>
                  </a:cubicBezTo>
                  <a:lnTo>
                    <a:pt x="10529" y="36018"/>
                  </a:lnTo>
                  <a:cubicBezTo>
                    <a:pt x="10864" y="36369"/>
                    <a:pt x="11062" y="36826"/>
                    <a:pt x="11062" y="37313"/>
                  </a:cubicBezTo>
                  <a:cubicBezTo>
                    <a:pt x="11062" y="37801"/>
                    <a:pt x="10864" y="38273"/>
                    <a:pt x="10529" y="38608"/>
                  </a:cubicBezTo>
                  <a:lnTo>
                    <a:pt x="8198" y="40940"/>
                  </a:lnTo>
                  <a:cubicBezTo>
                    <a:pt x="7802" y="41351"/>
                    <a:pt x="7573" y="41884"/>
                    <a:pt x="7573" y="42463"/>
                  </a:cubicBezTo>
                  <a:lnTo>
                    <a:pt x="7573" y="47720"/>
                  </a:lnTo>
                  <a:cubicBezTo>
                    <a:pt x="7573" y="48207"/>
                    <a:pt x="7390" y="48664"/>
                    <a:pt x="7040" y="49015"/>
                  </a:cubicBezTo>
                  <a:lnTo>
                    <a:pt x="1" y="56054"/>
                  </a:lnTo>
                  <a:lnTo>
                    <a:pt x="199" y="56267"/>
                  </a:lnTo>
                  <a:lnTo>
                    <a:pt x="7268" y="49274"/>
                  </a:lnTo>
                  <a:cubicBezTo>
                    <a:pt x="7664" y="48862"/>
                    <a:pt x="7893" y="48329"/>
                    <a:pt x="7893" y="47750"/>
                  </a:cubicBezTo>
                  <a:lnTo>
                    <a:pt x="7893" y="42494"/>
                  </a:lnTo>
                  <a:cubicBezTo>
                    <a:pt x="7893" y="42006"/>
                    <a:pt x="8091" y="41549"/>
                    <a:pt x="8426" y="41199"/>
                  </a:cubicBezTo>
                  <a:lnTo>
                    <a:pt x="10757" y="38883"/>
                  </a:lnTo>
                  <a:cubicBezTo>
                    <a:pt x="11154" y="38456"/>
                    <a:pt x="11382" y="37923"/>
                    <a:pt x="11382" y="37359"/>
                  </a:cubicBezTo>
                  <a:cubicBezTo>
                    <a:pt x="11382" y="36765"/>
                    <a:pt x="11154" y="36232"/>
                    <a:pt x="10757" y="35835"/>
                  </a:cubicBezTo>
                  <a:lnTo>
                    <a:pt x="3581" y="28644"/>
                  </a:lnTo>
                  <a:cubicBezTo>
                    <a:pt x="2850" y="27943"/>
                    <a:pt x="2850" y="26785"/>
                    <a:pt x="3581" y="26054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67"/>
                  </a:lnTo>
                  <a:cubicBezTo>
                    <a:pt x="13149" y="18741"/>
                    <a:pt x="13378" y="18208"/>
                    <a:pt x="13378" y="17644"/>
                  </a:cubicBezTo>
                  <a:cubicBezTo>
                    <a:pt x="13378" y="17050"/>
                    <a:pt x="13149" y="16516"/>
                    <a:pt x="12753" y="16120"/>
                  </a:cubicBezTo>
                  <a:cubicBezTo>
                    <a:pt x="12418" y="15770"/>
                    <a:pt x="12220" y="15313"/>
                    <a:pt x="12220" y="14825"/>
                  </a:cubicBezTo>
                  <a:cubicBezTo>
                    <a:pt x="12220" y="14322"/>
                    <a:pt x="12418" y="13865"/>
                    <a:pt x="12753" y="13530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8" y="11595"/>
                    <a:pt x="16395" y="11793"/>
                    <a:pt x="16730" y="12128"/>
                  </a:cubicBezTo>
                  <a:lnTo>
                    <a:pt x="19107" y="14520"/>
                  </a:lnTo>
                  <a:cubicBezTo>
                    <a:pt x="19526" y="14939"/>
                    <a:pt x="20074" y="15149"/>
                    <a:pt x="20623" y="15149"/>
                  </a:cubicBezTo>
                  <a:cubicBezTo>
                    <a:pt x="21171" y="15149"/>
                    <a:pt x="21720" y="14939"/>
                    <a:pt x="22139" y="14520"/>
                  </a:cubicBezTo>
                  <a:lnTo>
                    <a:pt x="23297" y="13347"/>
                  </a:lnTo>
                  <a:cubicBezTo>
                    <a:pt x="23708" y="12936"/>
                    <a:pt x="23936" y="12403"/>
                    <a:pt x="23936" y="11824"/>
                  </a:cubicBezTo>
                  <a:cubicBezTo>
                    <a:pt x="23936" y="11260"/>
                    <a:pt x="23708" y="10711"/>
                    <a:pt x="23297" y="10300"/>
                  </a:cubicBezTo>
                  <a:lnTo>
                    <a:pt x="12997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2" name="Google Shape;832;p20"/>
            <p:cNvSpPr/>
            <p:nvPr/>
          </p:nvSpPr>
          <p:spPr>
            <a:xfrm rot="10800000">
              <a:off x="8028970" y="2920884"/>
              <a:ext cx="981776" cy="2307791"/>
            </a:xfrm>
            <a:custGeom>
              <a:avLst/>
              <a:gdLst/>
              <a:ahLst/>
              <a:cxnLst/>
              <a:rect l="l" t="t" r="r" b="b"/>
              <a:pathLst>
                <a:path w="23937" h="56267" extrusionOk="0">
                  <a:moveTo>
                    <a:pt x="12997" y="0"/>
                  </a:moveTo>
                  <a:lnTo>
                    <a:pt x="12784" y="214"/>
                  </a:lnTo>
                  <a:lnTo>
                    <a:pt x="23098" y="10513"/>
                  </a:lnTo>
                  <a:cubicBezTo>
                    <a:pt x="23434" y="10848"/>
                    <a:pt x="23632" y="11305"/>
                    <a:pt x="23632" y="11808"/>
                  </a:cubicBezTo>
                  <a:cubicBezTo>
                    <a:pt x="23632" y="12296"/>
                    <a:pt x="23434" y="12753"/>
                    <a:pt x="23098" y="13103"/>
                  </a:cubicBezTo>
                  <a:lnTo>
                    <a:pt x="21925" y="14261"/>
                  </a:lnTo>
                  <a:cubicBezTo>
                    <a:pt x="21575" y="14627"/>
                    <a:pt x="21110" y="14810"/>
                    <a:pt x="20642" y="14810"/>
                  </a:cubicBezTo>
                  <a:cubicBezTo>
                    <a:pt x="20173" y="14810"/>
                    <a:pt x="19701" y="14627"/>
                    <a:pt x="19335" y="14261"/>
                  </a:cubicBezTo>
                  <a:lnTo>
                    <a:pt x="16958" y="11884"/>
                  </a:lnTo>
                  <a:cubicBezTo>
                    <a:pt x="16547" y="11488"/>
                    <a:pt x="16029" y="11260"/>
                    <a:pt x="15435" y="11260"/>
                  </a:cubicBezTo>
                  <a:cubicBezTo>
                    <a:pt x="14840" y="11260"/>
                    <a:pt x="14307" y="11488"/>
                    <a:pt x="13911" y="11884"/>
                  </a:cubicBezTo>
                  <a:lnTo>
                    <a:pt x="12525" y="13271"/>
                  </a:lnTo>
                  <a:cubicBezTo>
                    <a:pt x="11687" y="14109"/>
                    <a:pt x="11687" y="15465"/>
                    <a:pt x="12525" y="16303"/>
                  </a:cubicBezTo>
                  <a:cubicBezTo>
                    <a:pt x="12860" y="16638"/>
                    <a:pt x="13058" y="17095"/>
                    <a:pt x="13058" y="17598"/>
                  </a:cubicBezTo>
                  <a:cubicBezTo>
                    <a:pt x="13058" y="18085"/>
                    <a:pt x="12860" y="18543"/>
                    <a:pt x="12525" y="18893"/>
                  </a:cubicBezTo>
                  <a:lnTo>
                    <a:pt x="11489" y="19914"/>
                  </a:lnTo>
                  <a:cubicBezTo>
                    <a:pt x="11153" y="20264"/>
                    <a:pt x="10696" y="20447"/>
                    <a:pt x="10193" y="20447"/>
                  </a:cubicBezTo>
                  <a:lnTo>
                    <a:pt x="9569" y="20447"/>
                  </a:lnTo>
                  <a:cubicBezTo>
                    <a:pt x="8975" y="20447"/>
                    <a:pt x="8441" y="20676"/>
                    <a:pt x="8045" y="21087"/>
                  </a:cubicBezTo>
                  <a:lnTo>
                    <a:pt x="3337" y="25780"/>
                  </a:lnTo>
                  <a:cubicBezTo>
                    <a:pt x="2941" y="26206"/>
                    <a:pt x="2713" y="26739"/>
                    <a:pt x="2713" y="27303"/>
                  </a:cubicBezTo>
                  <a:cubicBezTo>
                    <a:pt x="2713" y="27897"/>
                    <a:pt x="2941" y="28431"/>
                    <a:pt x="3337" y="28827"/>
                  </a:cubicBezTo>
                  <a:lnTo>
                    <a:pt x="10529" y="36018"/>
                  </a:lnTo>
                  <a:cubicBezTo>
                    <a:pt x="11245" y="36719"/>
                    <a:pt x="11245" y="37877"/>
                    <a:pt x="10529" y="38608"/>
                  </a:cubicBezTo>
                  <a:lnTo>
                    <a:pt x="8198" y="40924"/>
                  </a:lnTo>
                  <a:cubicBezTo>
                    <a:pt x="7801" y="41351"/>
                    <a:pt x="7573" y="41884"/>
                    <a:pt x="7573" y="42448"/>
                  </a:cubicBezTo>
                  <a:lnTo>
                    <a:pt x="7573" y="47704"/>
                  </a:lnTo>
                  <a:cubicBezTo>
                    <a:pt x="7573" y="48207"/>
                    <a:pt x="7375" y="48664"/>
                    <a:pt x="7040" y="48999"/>
                  </a:cubicBezTo>
                  <a:lnTo>
                    <a:pt x="1" y="56053"/>
                  </a:lnTo>
                  <a:lnTo>
                    <a:pt x="199" y="56267"/>
                  </a:lnTo>
                  <a:lnTo>
                    <a:pt x="7268" y="49212"/>
                  </a:lnTo>
                  <a:cubicBezTo>
                    <a:pt x="7664" y="48801"/>
                    <a:pt x="7893" y="48268"/>
                    <a:pt x="7893" y="47689"/>
                  </a:cubicBezTo>
                  <a:lnTo>
                    <a:pt x="7893" y="42432"/>
                  </a:lnTo>
                  <a:cubicBezTo>
                    <a:pt x="7893" y="41945"/>
                    <a:pt x="8091" y="41473"/>
                    <a:pt x="8426" y="41137"/>
                  </a:cubicBezTo>
                  <a:lnTo>
                    <a:pt x="10757" y="38806"/>
                  </a:lnTo>
                  <a:cubicBezTo>
                    <a:pt x="11595" y="37984"/>
                    <a:pt x="11595" y="36628"/>
                    <a:pt x="10757" y="35790"/>
                  </a:cubicBezTo>
                  <a:lnTo>
                    <a:pt x="3581" y="28598"/>
                  </a:lnTo>
                  <a:cubicBezTo>
                    <a:pt x="3231" y="28263"/>
                    <a:pt x="3048" y="27806"/>
                    <a:pt x="3048" y="27318"/>
                  </a:cubicBezTo>
                  <a:cubicBezTo>
                    <a:pt x="3048" y="26816"/>
                    <a:pt x="3231" y="26359"/>
                    <a:pt x="3581" y="26023"/>
                  </a:cubicBezTo>
                  <a:lnTo>
                    <a:pt x="8274" y="21346"/>
                  </a:lnTo>
                  <a:cubicBezTo>
                    <a:pt x="8624" y="21011"/>
                    <a:pt x="9081" y="20813"/>
                    <a:pt x="9569" y="20813"/>
                  </a:cubicBezTo>
                  <a:lnTo>
                    <a:pt x="10209" y="20813"/>
                  </a:lnTo>
                  <a:cubicBezTo>
                    <a:pt x="10788" y="20813"/>
                    <a:pt x="11321" y="20584"/>
                    <a:pt x="11732" y="20188"/>
                  </a:cubicBezTo>
                  <a:lnTo>
                    <a:pt x="12753" y="19152"/>
                  </a:lnTo>
                  <a:cubicBezTo>
                    <a:pt x="13149" y="18741"/>
                    <a:pt x="13378" y="18207"/>
                    <a:pt x="13378" y="17628"/>
                  </a:cubicBezTo>
                  <a:cubicBezTo>
                    <a:pt x="13378" y="17049"/>
                    <a:pt x="13149" y="16516"/>
                    <a:pt x="12753" y="16105"/>
                  </a:cubicBezTo>
                  <a:cubicBezTo>
                    <a:pt x="12037" y="15404"/>
                    <a:pt x="12037" y="14246"/>
                    <a:pt x="12753" y="13515"/>
                  </a:cubicBezTo>
                  <a:lnTo>
                    <a:pt x="14140" y="12128"/>
                  </a:lnTo>
                  <a:cubicBezTo>
                    <a:pt x="14490" y="11793"/>
                    <a:pt x="14947" y="11595"/>
                    <a:pt x="15435" y="11595"/>
                  </a:cubicBezTo>
                  <a:cubicBezTo>
                    <a:pt x="15937" y="11595"/>
                    <a:pt x="16395" y="11793"/>
                    <a:pt x="16730" y="12128"/>
                  </a:cubicBezTo>
                  <a:lnTo>
                    <a:pt x="19106" y="14505"/>
                  </a:lnTo>
                  <a:cubicBezTo>
                    <a:pt x="19525" y="14924"/>
                    <a:pt x="20074" y="15133"/>
                    <a:pt x="20622" y="15133"/>
                  </a:cubicBezTo>
                  <a:cubicBezTo>
                    <a:pt x="21171" y="15133"/>
                    <a:pt x="21719" y="14924"/>
                    <a:pt x="22138" y="14505"/>
                  </a:cubicBezTo>
                  <a:lnTo>
                    <a:pt x="23296" y="13347"/>
                  </a:lnTo>
                  <a:cubicBezTo>
                    <a:pt x="23708" y="12936"/>
                    <a:pt x="23936" y="12402"/>
                    <a:pt x="23936" y="11823"/>
                  </a:cubicBezTo>
                  <a:cubicBezTo>
                    <a:pt x="23936" y="11229"/>
                    <a:pt x="23708" y="10696"/>
                    <a:pt x="23296" y="10300"/>
                  </a:cubicBezTo>
                  <a:lnTo>
                    <a:pt x="12997" y="0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700006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3" name="Google Shape;833;p20"/>
            <p:cNvSpPr/>
            <p:nvPr/>
          </p:nvSpPr>
          <p:spPr>
            <a:xfrm>
              <a:off x="8764950" y="2822113"/>
              <a:ext cx="480893" cy="475828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834" name="Google Shape;834;p20"/>
            <p:cNvGrpSpPr/>
            <p:nvPr/>
          </p:nvGrpSpPr>
          <p:grpSpPr>
            <a:xfrm>
              <a:off x="8671987" y="3471620"/>
              <a:ext cx="699928" cy="1651024"/>
              <a:chOff x="8337812" y="3492483"/>
              <a:chExt cx="699928" cy="1651024"/>
            </a:xfrm>
          </p:grpSpPr>
          <p:sp>
            <p:nvSpPr>
              <p:cNvPr id="835" name="Google Shape;835;p20"/>
              <p:cNvSpPr/>
              <p:nvPr/>
            </p:nvSpPr>
            <p:spPr>
              <a:xfrm>
                <a:off x="8337812" y="3492483"/>
                <a:ext cx="483116" cy="1013645"/>
              </a:xfrm>
              <a:custGeom>
                <a:avLst/>
                <a:gdLst/>
                <a:ahLst/>
                <a:cxnLst/>
                <a:rect l="l" t="t" r="r" b="b"/>
                <a:pathLst>
                  <a:path w="11779" h="24714" extrusionOk="0">
                    <a:moveTo>
                      <a:pt x="6735" y="1"/>
                    </a:moveTo>
                    <a:lnTo>
                      <a:pt x="1" y="6750"/>
                    </a:lnTo>
                    <a:lnTo>
                      <a:pt x="229" y="6964"/>
                    </a:lnTo>
                    <a:lnTo>
                      <a:pt x="6415" y="763"/>
                    </a:lnTo>
                    <a:lnTo>
                      <a:pt x="6415" y="13165"/>
                    </a:lnTo>
                    <a:lnTo>
                      <a:pt x="11458" y="13165"/>
                    </a:lnTo>
                    <a:lnTo>
                      <a:pt x="11458" y="24713"/>
                    </a:lnTo>
                    <a:lnTo>
                      <a:pt x="11778" y="24713"/>
                    </a:lnTo>
                    <a:lnTo>
                      <a:pt x="11778" y="12860"/>
                    </a:lnTo>
                    <a:lnTo>
                      <a:pt x="6735" y="12860"/>
                    </a:lnTo>
                    <a:lnTo>
                      <a:pt x="6735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6" name="Google Shape;836;p20"/>
              <p:cNvSpPr/>
              <p:nvPr/>
            </p:nvSpPr>
            <p:spPr>
              <a:xfrm>
                <a:off x="8698380" y="3916789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37" name="Google Shape;837;p20"/>
              <p:cNvSpPr/>
              <p:nvPr/>
            </p:nvSpPr>
            <p:spPr>
              <a:xfrm>
                <a:off x="8790871" y="3823684"/>
                <a:ext cx="246869" cy="1226718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5"/>
                    </a:lnTo>
                    <a:lnTo>
                      <a:pt x="5714" y="305"/>
                    </a:lnTo>
                    <a:lnTo>
                      <a:pt x="5714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3725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38" name="Google Shape;838;p20"/>
            <p:cNvGrpSpPr/>
            <p:nvPr/>
          </p:nvGrpSpPr>
          <p:grpSpPr>
            <a:xfrm>
              <a:off x="8279400" y="4281138"/>
              <a:ext cx="904666" cy="726121"/>
              <a:chOff x="7945225" y="4302000"/>
              <a:chExt cx="904666" cy="726121"/>
            </a:xfrm>
          </p:grpSpPr>
          <p:sp>
            <p:nvSpPr>
              <p:cNvPr id="839" name="Google Shape;839;p20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0" name="Google Shape;840;p20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41" name="Google Shape;841;p20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25041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44" name="Google Shape;844;p21"/>
          <p:cNvSpPr txBox="1">
            <a:spLocks noGrp="1"/>
          </p:cNvSpPr>
          <p:nvPr>
            <p:ph type="body" idx="1"/>
          </p:nvPr>
        </p:nvSpPr>
        <p:spPr>
          <a:xfrm>
            <a:off x="960000" y="1519400"/>
            <a:ext cx="6038000" cy="93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/>
            </a:lvl1pPr>
            <a:lvl2pPr marL="1219170" lvl="1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828754" lvl="2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2438339" lvl="3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3047924" lvl="4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3657509" lvl="5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4267093" lvl="6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4876678" lvl="7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5486263" lvl="8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845" name="Google Shape;845;p21"/>
          <p:cNvGrpSpPr/>
          <p:nvPr/>
        </p:nvGrpSpPr>
        <p:grpSpPr>
          <a:xfrm>
            <a:off x="9129325" y="-1842923"/>
            <a:ext cx="5640793" cy="5640793"/>
            <a:chOff x="6597168" y="-1305993"/>
            <a:chExt cx="4230595" cy="4230595"/>
          </a:xfrm>
        </p:grpSpPr>
        <p:sp>
          <p:nvSpPr>
            <p:cNvPr id="846" name="Google Shape;846;p21"/>
            <p:cNvSpPr/>
            <p:nvPr/>
          </p:nvSpPr>
          <p:spPr>
            <a:xfrm rot="-8100000" flipH="1">
              <a:off x="7249845" y="-719557"/>
              <a:ext cx="2925242" cy="3057723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7" name="Google Shape;847;p21"/>
            <p:cNvSpPr/>
            <p:nvPr/>
          </p:nvSpPr>
          <p:spPr>
            <a:xfrm>
              <a:off x="8355611" y="-292048"/>
              <a:ext cx="577450" cy="1974708"/>
            </a:xfrm>
            <a:custGeom>
              <a:avLst/>
              <a:gdLst/>
              <a:ahLst/>
              <a:cxnLst/>
              <a:rect l="l" t="t" r="r" b="b"/>
              <a:pathLst>
                <a:path w="14079" h="48146" extrusionOk="0">
                  <a:moveTo>
                    <a:pt x="13866" y="0"/>
                  </a:moveTo>
                  <a:lnTo>
                    <a:pt x="5867" y="7999"/>
                  </a:lnTo>
                  <a:lnTo>
                    <a:pt x="5836" y="8045"/>
                  </a:lnTo>
                  <a:lnTo>
                    <a:pt x="5836" y="31737"/>
                  </a:lnTo>
                  <a:lnTo>
                    <a:pt x="1" y="37541"/>
                  </a:lnTo>
                  <a:lnTo>
                    <a:pt x="1" y="48146"/>
                  </a:lnTo>
                  <a:lnTo>
                    <a:pt x="306" y="48146"/>
                  </a:lnTo>
                  <a:lnTo>
                    <a:pt x="306" y="37679"/>
                  </a:lnTo>
                  <a:lnTo>
                    <a:pt x="6141" y="31874"/>
                  </a:lnTo>
                  <a:lnTo>
                    <a:pt x="6141" y="8167"/>
                  </a:lnTo>
                  <a:lnTo>
                    <a:pt x="14079" y="229"/>
                  </a:lnTo>
                  <a:lnTo>
                    <a:pt x="13866" y="0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48" name="Google Shape;848;p21"/>
            <p:cNvSpPr/>
            <p:nvPr/>
          </p:nvSpPr>
          <p:spPr>
            <a:xfrm>
              <a:off x="8608100" y="70376"/>
              <a:ext cx="687411" cy="2086997"/>
            </a:xfrm>
            <a:custGeom>
              <a:avLst/>
              <a:gdLst/>
              <a:ahLst/>
              <a:cxnLst/>
              <a:rect l="l" t="t" r="r" b="b"/>
              <a:pathLst>
                <a:path w="16760" h="43180" extrusionOk="0">
                  <a:moveTo>
                    <a:pt x="16531" y="1"/>
                  </a:moveTo>
                  <a:lnTo>
                    <a:pt x="4403" y="12159"/>
                  </a:lnTo>
                  <a:lnTo>
                    <a:pt x="4342" y="12190"/>
                  </a:lnTo>
                  <a:lnTo>
                    <a:pt x="4342" y="25734"/>
                  </a:lnTo>
                  <a:lnTo>
                    <a:pt x="0" y="30077"/>
                  </a:lnTo>
                  <a:lnTo>
                    <a:pt x="8746" y="38822"/>
                  </a:lnTo>
                  <a:lnTo>
                    <a:pt x="8746" y="43180"/>
                  </a:lnTo>
                  <a:lnTo>
                    <a:pt x="9066" y="43180"/>
                  </a:lnTo>
                  <a:lnTo>
                    <a:pt x="9066" y="38700"/>
                  </a:lnTo>
                  <a:lnTo>
                    <a:pt x="442" y="30077"/>
                  </a:lnTo>
                  <a:lnTo>
                    <a:pt x="4662" y="25872"/>
                  </a:lnTo>
                  <a:lnTo>
                    <a:pt x="4662" y="12327"/>
                  </a:lnTo>
                  <a:lnTo>
                    <a:pt x="16760" y="230"/>
                  </a:lnTo>
                  <a:lnTo>
                    <a:pt x="16531" y="1"/>
                  </a:lnTo>
                  <a:close/>
                </a:path>
              </a:pathLst>
            </a:custGeom>
            <a:gradFill>
              <a:gsLst>
                <a:gs pos="0">
                  <a:srgbClr val="9900FF">
                    <a:alpha val="46666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849" name="Google Shape;849;p21"/>
            <p:cNvGrpSpPr/>
            <p:nvPr/>
          </p:nvGrpSpPr>
          <p:grpSpPr>
            <a:xfrm>
              <a:off x="8449011" y="1244697"/>
              <a:ext cx="134100" cy="134100"/>
              <a:chOff x="-1999139" y="3143772"/>
              <a:chExt cx="134100" cy="134100"/>
            </a:xfrm>
          </p:grpSpPr>
          <p:sp>
            <p:nvSpPr>
              <p:cNvPr id="850" name="Google Shape;850;p21"/>
              <p:cNvSpPr/>
              <p:nvPr/>
            </p:nvSpPr>
            <p:spPr>
              <a:xfrm>
                <a:off x="-1999139" y="3143772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1" name="Google Shape;851;p21"/>
              <p:cNvSpPr/>
              <p:nvPr/>
            </p:nvSpPr>
            <p:spPr>
              <a:xfrm>
                <a:off x="-1980219" y="3162691"/>
                <a:ext cx="96300" cy="963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52" name="Google Shape;852;p21"/>
            <p:cNvGrpSpPr/>
            <p:nvPr/>
          </p:nvGrpSpPr>
          <p:grpSpPr>
            <a:xfrm>
              <a:off x="8577286" y="2178484"/>
              <a:ext cx="134100" cy="134100"/>
              <a:chOff x="-1999139" y="3143772"/>
              <a:chExt cx="134100" cy="134100"/>
            </a:xfrm>
          </p:grpSpPr>
          <p:sp>
            <p:nvSpPr>
              <p:cNvPr id="853" name="Google Shape;853;p21"/>
              <p:cNvSpPr/>
              <p:nvPr/>
            </p:nvSpPr>
            <p:spPr>
              <a:xfrm>
                <a:off x="-1999139" y="3143772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4" name="Google Shape;854;p21"/>
              <p:cNvSpPr/>
              <p:nvPr/>
            </p:nvSpPr>
            <p:spPr>
              <a:xfrm>
                <a:off x="-1980219" y="3162691"/>
                <a:ext cx="96300" cy="96300"/>
              </a:xfrm>
              <a:prstGeom prst="ellipse">
                <a:avLst/>
              </a:pr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855" name="Google Shape;855;p21"/>
            <p:cNvGrpSpPr/>
            <p:nvPr/>
          </p:nvGrpSpPr>
          <p:grpSpPr>
            <a:xfrm>
              <a:off x="8526386" y="311022"/>
              <a:ext cx="134004" cy="134004"/>
              <a:chOff x="8356813" y="1074288"/>
              <a:chExt cx="351900" cy="351900"/>
            </a:xfrm>
          </p:grpSpPr>
          <p:sp>
            <p:nvSpPr>
              <p:cNvPr id="856" name="Google Shape;856;p21"/>
              <p:cNvSpPr/>
              <p:nvPr/>
            </p:nvSpPr>
            <p:spPr>
              <a:xfrm>
                <a:off x="8356813" y="1074288"/>
                <a:ext cx="351900" cy="351900"/>
              </a:xfrm>
              <a:prstGeom prst="ellipse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57" name="Google Shape;857;p21"/>
              <p:cNvSpPr/>
              <p:nvPr/>
            </p:nvSpPr>
            <p:spPr>
              <a:xfrm>
                <a:off x="8406497" y="1123972"/>
                <a:ext cx="252600" cy="252600"/>
              </a:xfrm>
              <a:prstGeom prst="ellipse">
                <a:avLst/>
              </a:pr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pic>
          <p:nvPicPr>
            <p:cNvPr id="858" name="Google Shape;858;p2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929350" y="-103647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59" name="Google Shape;859;p21"/>
          <p:cNvGrpSpPr/>
          <p:nvPr/>
        </p:nvGrpSpPr>
        <p:grpSpPr>
          <a:xfrm rot="5400000">
            <a:off x="-2642036" y="2566253"/>
            <a:ext cx="8254963" cy="8254963"/>
            <a:chOff x="-2825827" y="1271890"/>
            <a:chExt cx="6191222" cy="6191222"/>
          </a:xfrm>
        </p:grpSpPr>
        <p:pic>
          <p:nvPicPr>
            <p:cNvPr id="860" name="Google Shape;860;p2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680950" y="38667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61" name="Google Shape;861;p21"/>
            <p:cNvGrpSpPr/>
            <p:nvPr/>
          </p:nvGrpSpPr>
          <p:grpSpPr>
            <a:xfrm>
              <a:off x="-2825827" y="1271890"/>
              <a:ext cx="6191222" cy="6191222"/>
              <a:chOff x="-2825827" y="1271890"/>
              <a:chExt cx="6191222" cy="6191222"/>
            </a:xfrm>
          </p:grpSpPr>
          <p:sp>
            <p:nvSpPr>
              <p:cNvPr id="862" name="Google Shape;862;p21"/>
              <p:cNvSpPr/>
              <p:nvPr/>
            </p:nvSpPr>
            <p:spPr>
              <a:xfrm rot="2700000" flipH="1">
                <a:off x="-1733384" y="1992813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863" name="Google Shape;863;p21"/>
              <p:cNvSpPr/>
              <p:nvPr/>
            </p:nvSpPr>
            <p:spPr>
              <a:xfrm rot="2700000" flipH="1">
                <a:off x="-1192832" y="2500186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864" name="Google Shape;864;p21"/>
              <p:cNvGrpSpPr/>
              <p:nvPr/>
            </p:nvGrpSpPr>
            <p:grpSpPr>
              <a:xfrm rot="10800000">
                <a:off x="384881" y="3042905"/>
                <a:ext cx="134100" cy="134100"/>
                <a:chOff x="-1999139" y="3143772"/>
                <a:chExt cx="134100" cy="134100"/>
              </a:xfrm>
            </p:grpSpPr>
            <p:sp>
              <p:nvSpPr>
                <p:cNvPr id="865" name="Google Shape;865;p21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66" name="Google Shape;866;p21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67" name="Google Shape;867;p21"/>
              <p:cNvGrpSpPr/>
              <p:nvPr/>
            </p:nvGrpSpPr>
            <p:grpSpPr>
              <a:xfrm rot="10800000">
                <a:off x="146106" y="3710980"/>
                <a:ext cx="134100" cy="134100"/>
                <a:chOff x="-1999139" y="3143772"/>
                <a:chExt cx="134100" cy="134100"/>
              </a:xfrm>
            </p:grpSpPr>
            <p:sp>
              <p:nvSpPr>
                <p:cNvPr id="868" name="Google Shape;868;p21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69" name="Google Shape;869;p21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70" name="Google Shape;870;p21"/>
              <p:cNvGrpSpPr/>
              <p:nvPr/>
            </p:nvGrpSpPr>
            <p:grpSpPr>
              <a:xfrm>
                <a:off x="-102297" y="3780153"/>
                <a:ext cx="939901" cy="2449421"/>
                <a:chOff x="-102297" y="3780153"/>
                <a:chExt cx="939901" cy="2449421"/>
              </a:xfrm>
            </p:grpSpPr>
            <p:sp>
              <p:nvSpPr>
                <p:cNvPr id="871" name="Google Shape;871;p21"/>
                <p:cNvSpPr/>
                <p:nvPr/>
              </p:nvSpPr>
              <p:spPr>
                <a:xfrm rot="10800000">
                  <a:off x="260154" y="4254866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72" name="Google Shape;872;p21"/>
                <p:cNvSpPr/>
                <p:nvPr/>
              </p:nvSpPr>
              <p:spPr>
                <a:xfrm rot="10800000">
                  <a:off x="-102297" y="3780153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873" name="Google Shape;873;p21"/>
                <p:cNvGrpSpPr/>
                <p:nvPr/>
              </p:nvGrpSpPr>
              <p:grpSpPr>
                <a:xfrm rot="10800000">
                  <a:off x="532825" y="5492502"/>
                  <a:ext cx="134004" cy="134004"/>
                  <a:chOff x="8356813" y="1074288"/>
                  <a:chExt cx="351900" cy="351900"/>
                </a:xfrm>
              </p:grpSpPr>
              <p:sp>
                <p:nvSpPr>
                  <p:cNvPr id="874" name="Google Shape;874;p21"/>
                  <p:cNvSpPr/>
                  <p:nvPr/>
                </p:nvSpPr>
                <p:spPr>
                  <a:xfrm>
                    <a:off x="8356813" y="1074288"/>
                    <a:ext cx="351900" cy="3519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875" name="Google Shape;875;p21"/>
                  <p:cNvSpPr/>
                  <p:nvPr/>
                </p:nvSpPr>
                <p:spPr>
                  <a:xfrm>
                    <a:off x="8406497" y="1123972"/>
                    <a:ext cx="252600" cy="252600"/>
                  </a:xfrm>
                  <a:prstGeom prst="ellipse">
                    <a:avLst/>
                  </a:pr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34388706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8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7" name="Google Shape;877;p22"/>
          <p:cNvGrpSpPr/>
          <p:nvPr/>
        </p:nvGrpSpPr>
        <p:grpSpPr>
          <a:xfrm>
            <a:off x="6110029" y="3244627"/>
            <a:ext cx="6696047" cy="6352599"/>
            <a:chOff x="4571996" y="2268220"/>
            <a:chExt cx="5022035" cy="4764449"/>
          </a:xfrm>
        </p:grpSpPr>
        <p:pic>
          <p:nvPicPr>
            <p:cNvPr id="878" name="Google Shape;878;p22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flipH="1">
              <a:off x="5978271" y="3376950"/>
              <a:ext cx="3615750" cy="27596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879" name="Google Shape;879;p22"/>
            <p:cNvGrpSpPr/>
            <p:nvPr/>
          </p:nvGrpSpPr>
          <p:grpSpPr>
            <a:xfrm rot="10800000">
              <a:off x="4571996" y="2268220"/>
              <a:ext cx="5022035" cy="4764449"/>
              <a:chOff x="-494406" y="-1584825"/>
              <a:chExt cx="4397193" cy="4171657"/>
            </a:xfrm>
          </p:grpSpPr>
          <p:grpSp>
            <p:nvGrpSpPr>
              <p:cNvPr id="880" name="Google Shape;880;p22"/>
              <p:cNvGrpSpPr/>
              <p:nvPr/>
            </p:nvGrpSpPr>
            <p:grpSpPr>
              <a:xfrm>
                <a:off x="245875" y="-51824"/>
                <a:ext cx="208200" cy="1824700"/>
                <a:chOff x="1040050" y="3812126"/>
                <a:chExt cx="208200" cy="1824700"/>
              </a:xfrm>
            </p:grpSpPr>
            <p:sp>
              <p:nvSpPr>
                <p:cNvPr id="881" name="Google Shape;881;p22"/>
                <p:cNvSpPr/>
                <p:nvPr/>
              </p:nvSpPr>
              <p:spPr>
                <a:xfrm>
                  <a:off x="1040050" y="3812126"/>
                  <a:ext cx="12550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6" h="27731" extrusionOk="0">
                      <a:moveTo>
                        <a:pt x="1" y="1"/>
                      </a:moveTo>
                      <a:lnTo>
                        <a:pt x="1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82" name="Google Shape;882;p22"/>
                <p:cNvSpPr/>
                <p:nvPr/>
              </p:nvSpPr>
              <p:spPr>
                <a:xfrm>
                  <a:off x="1235741" y="3812126"/>
                  <a:ext cx="12509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27731" extrusionOk="0">
                      <a:moveTo>
                        <a:pt x="0" y="1"/>
                      </a:moveTo>
                      <a:lnTo>
                        <a:pt x="0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83" name="Google Shape;883;p22"/>
              <p:cNvGrpSpPr/>
              <p:nvPr/>
            </p:nvGrpSpPr>
            <p:grpSpPr>
              <a:xfrm rot="-8100000">
                <a:off x="540898" y="-1172741"/>
                <a:ext cx="2552124" cy="3347490"/>
                <a:chOff x="2976325" y="908175"/>
                <a:chExt cx="4028179" cy="5283555"/>
              </a:xfrm>
            </p:grpSpPr>
            <p:sp>
              <p:nvSpPr>
                <p:cNvPr id="884" name="Google Shape;884;p22"/>
                <p:cNvSpPr/>
                <p:nvPr/>
              </p:nvSpPr>
              <p:spPr>
                <a:xfrm>
                  <a:off x="2976325" y="930036"/>
                  <a:ext cx="4006263" cy="4749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85" name="Google Shape;885;p22"/>
                <p:cNvSpPr/>
                <p:nvPr/>
              </p:nvSpPr>
              <p:spPr>
                <a:xfrm>
                  <a:off x="3934943" y="908175"/>
                  <a:ext cx="2925190" cy="3057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886" name="Google Shape;886;p22"/>
                <p:cNvSpPr/>
                <p:nvPr/>
              </p:nvSpPr>
              <p:spPr>
                <a:xfrm>
                  <a:off x="3851189" y="1072525"/>
                  <a:ext cx="3153315" cy="5119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882" h="124813" extrusionOk="0">
                      <a:moveTo>
                        <a:pt x="76668" y="0"/>
                      </a:moveTo>
                      <a:lnTo>
                        <a:pt x="63260" y="13408"/>
                      </a:lnTo>
                      <a:cubicBezTo>
                        <a:pt x="62879" y="13789"/>
                        <a:pt x="62879" y="14398"/>
                        <a:pt x="63260" y="14779"/>
                      </a:cubicBezTo>
                      <a:lnTo>
                        <a:pt x="69857" y="21376"/>
                      </a:lnTo>
                      <a:cubicBezTo>
                        <a:pt x="70116" y="21620"/>
                        <a:pt x="70116" y="22046"/>
                        <a:pt x="69857" y="22305"/>
                      </a:cubicBezTo>
                      <a:lnTo>
                        <a:pt x="46546" y="45616"/>
                      </a:lnTo>
                      <a:cubicBezTo>
                        <a:pt x="46417" y="45738"/>
                        <a:pt x="46245" y="45799"/>
                        <a:pt x="46074" y="45799"/>
                      </a:cubicBezTo>
                      <a:cubicBezTo>
                        <a:pt x="45903" y="45799"/>
                        <a:pt x="45731" y="45738"/>
                        <a:pt x="45602" y="45616"/>
                      </a:cubicBezTo>
                      <a:lnTo>
                        <a:pt x="39020" y="39019"/>
                      </a:lnTo>
                      <a:cubicBezTo>
                        <a:pt x="38822" y="38836"/>
                        <a:pt x="38593" y="38745"/>
                        <a:pt x="38334" y="38745"/>
                      </a:cubicBezTo>
                      <a:cubicBezTo>
                        <a:pt x="38060" y="38745"/>
                        <a:pt x="37831" y="38836"/>
                        <a:pt x="37649" y="39019"/>
                      </a:cubicBezTo>
                      <a:lnTo>
                        <a:pt x="23357" y="53311"/>
                      </a:lnTo>
                      <a:cubicBezTo>
                        <a:pt x="22976" y="53691"/>
                        <a:pt x="22976" y="54301"/>
                        <a:pt x="23357" y="54682"/>
                      </a:cubicBezTo>
                      <a:lnTo>
                        <a:pt x="40833" y="72142"/>
                      </a:lnTo>
                      <a:cubicBezTo>
                        <a:pt x="40939" y="72279"/>
                        <a:pt x="41016" y="72432"/>
                        <a:pt x="41016" y="72614"/>
                      </a:cubicBezTo>
                      <a:cubicBezTo>
                        <a:pt x="41016" y="72812"/>
                        <a:pt x="40955" y="72965"/>
                        <a:pt x="40833" y="73102"/>
                      </a:cubicBezTo>
                      <a:lnTo>
                        <a:pt x="27090" y="86830"/>
                      </a:lnTo>
                      <a:cubicBezTo>
                        <a:pt x="26907" y="87028"/>
                        <a:pt x="26816" y="87256"/>
                        <a:pt x="26816" y="87515"/>
                      </a:cubicBezTo>
                      <a:lnTo>
                        <a:pt x="26816" y="96276"/>
                      </a:lnTo>
                      <a:cubicBezTo>
                        <a:pt x="26816" y="96459"/>
                        <a:pt x="26755" y="96611"/>
                        <a:pt x="26618" y="96748"/>
                      </a:cubicBezTo>
                      <a:lnTo>
                        <a:pt x="13225" y="110140"/>
                      </a:lnTo>
                      <a:cubicBezTo>
                        <a:pt x="13103" y="110270"/>
                        <a:pt x="12940" y="110335"/>
                        <a:pt x="12772" y="110335"/>
                      </a:cubicBezTo>
                      <a:cubicBezTo>
                        <a:pt x="12604" y="110335"/>
                        <a:pt x="12433" y="110270"/>
                        <a:pt x="12296" y="110140"/>
                      </a:cubicBezTo>
                      <a:lnTo>
                        <a:pt x="7618" y="105448"/>
                      </a:lnTo>
                      <a:cubicBezTo>
                        <a:pt x="7428" y="105257"/>
                        <a:pt x="7180" y="105162"/>
                        <a:pt x="6933" y="105162"/>
                      </a:cubicBezTo>
                      <a:cubicBezTo>
                        <a:pt x="6685" y="105162"/>
                        <a:pt x="6438" y="105257"/>
                        <a:pt x="6247" y="105448"/>
                      </a:cubicBezTo>
                      <a:lnTo>
                        <a:pt x="381" y="111314"/>
                      </a:lnTo>
                      <a:cubicBezTo>
                        <a:pt x="1" y="111695"/>
                        <a:pt x="1" y="112304"/>
                        <a:pt x="381" y="112685"/>
                      </a:cubicBezTo>
                      <a:lnTo>
                        <a:pt x="5059" y="117378"/>
                      </a:lnTo>
                      <a:cubicBezTo>
                        <a:pt x="5181" y="117515"/>
                        <a:pt x="5257" y="117667"/>
                        <a:pt x="5257" y="117850"/>
                      </a:cubicBezTo>
                      <a:cubicBezTo>
                        <a:pt x="5257" y="118048"/>
                        <a:pt x="5196" y="118200"/>
                        <a:pt x="5059" y="118322"/>
                      </a:cubicBezTo>
                      <a:lnTo>
                        <a:pt x="3231" y="120150"/>
                      </a:lnTo>
                      <a:cubicBezTo>
                        <a:pt x="2850" y="120531"/>
                        <a:pt x="2850" y="121141"/>
                        <a:pt x="3231" y="121522"/>
                      </a:cubicBezTo>
                      <a:lnTo>
                        <a:pt x="5059" y="123365"/>
                      </a:lnTo>
                      <a:cubicBezTo>
                        <a:pt x="5333" y="123609"/>
                        <a:pt x="5333" y="124020"/>
                        <a:pt x="5059" y="124295"/>
                      </a:cubicBezTo>
                      <a:cubicBezTo>
                        <a:pt x="4914" y="124432"/>
                        <a:pt x="4754" y="124489"/>
                        <a:pt x="4602" y="124489"/>
                      </a:cubicBezTo>
                      <a:cubicBezTo>
                        <a:pt x="4449" y="124489"/>
                        <a:pt x="4305" y="124432"/>
                        <a:pt x="4190" y="124340"/>
                      </a:cubicBezTo>
                      <a:cubicBezTo>
                        <a:pt x="3962" y="124173"/>
                        <a:pt x="3825" y="123838"/>
                        <a:pt x="4038" y="123487"/>
                      </a:cubicBezTo>
                      <a:lnTo>
                        <a:pt x="3764" y="123335"/>
                      </a:lnTo>
                      <a:lnTo>
                        <a:pt x="3764" y="123335"/>
                      </a:lnTo>
                      <a:cubicBezTo>
                        <a:pt x="3459" y="123838"/>
                        <a:pt x="3672" y="124356"/>
                        <a:pt x="3992" y="124599"/>
                      </a:cubicBezTo>
                      <a:cubicBezTo>
                        <a:pt x="4175" y="124736"/>
                        <a:pt x="4373" y="124813"/>
                        <a:pt x="4602" y="124813"/>
                      </a:cubicBezTo>
                      <a:cubicBezTo>
                        <a:pt x="4830" y="124813"/>
                        <a:pt x="5059" y="124736"/>
                        <a:pt x="5272" y="124477"/>
                      </a:cubicBezTo>
                      <a:cubicBezTo>
                        <a:pt x="5455" y="124295"/>
                        <a:pt x="5562" y="124066"/>
                        <a:pt x="5562" y="123792"/>
                      </a:cubicBezTo>
                      <a:cubicBezTo>
                        <a:pt x="5562" y="123533"/>
                        <a:pt x="5455" y="123304"/>
                        <a:pt x="5272" y="123106"/>
                      </a:cubicBezTo>
                      <a:lnTo>
                        <a:pt x="3444" y="121278"/>
                      </a:lnTo>
                      <a:cubicBezTo>
                        <a:pt x="3170" y="121034"/>
                        <a:pt x="3170" y="120623"/>
                        <a:pt x="3444" y="120349"/>
                      </a:cubicBezTo>
                      <a:lnTo>
                        <a:pt x="5272" y="118520"/>
                      </a:lnTo>
                      <a:cubicBezTo>
                        <a:pt x="5455" y="118337"/>
                        <a:pt x="5562" y="118094"/>
                        <a:pt x="5562" y="117835"/>
                      </a:cubicBezTo>
                      <a:cubicBezTo>
                        <a:pt x="5562" y="117576"/>
                        <a:pt x="5455" y="117332"/>
                        <a:pt x="5272" y="117149"/>
                      </a:cubicBezTo>
                      <a:lnTo>
                        <a:pt x="579" y="112456"/>
                      </a:lnTo>
                      <a:cubicBezTo>
                        <a:pt x="320" y="112213"/>
                        <a:pt x="320" y="111801"/>
                        <a:pt x="579" y="111527"/>
                      </a:cubicBezTo>
                      <a:lnTo>
                        <a:pt x="6445" y="105661"/>
                      </a:lnTo>
                      <a:cubicBezTo>
                        <a:pt x="6575" y="105532"/>
                        <a:pt x="6742" y="105467"/>
                        <a:pt x="6912" y="105467"/>
                      </a:cubicBezTo>
                      <a:cubicBezTo>
                        <a:pt x="7081" y="105467"/>
                        <a:pt x="7253" y="105532"/>
                        <a:pt x="7390" y="105661"/>
                      </a:cubicBezTo>
                      <a:lnTo>
                        <a:pt x="12067" y="110354"/>
                      </a:lnTo>
                      <a:cubicBezTo>
                        <a:pt x="12265" y="110537"/>
                        <a:pt x="12494" y="110643"/>
                        <a:pt x="12753" y="110643"/>
                      </a:cubicBezTo>
                      <a:cubicBezTo>
                        <a:pt x="13027" y="110643"/>
                        <a:pt x="13256" y="110537"/>
                        <a:pt x="13439" y="110354"/>
                      </a:cubicBezTo>
                      <a:lnTo>
                        <a:pt x="26831" y="96961"/>
                      </a:lnTo>
                      <a:cubicBezTo>
                        <a:pt x="27014" y="96779"/>
                        <a:pt x="27120" y="96550"/>
                        <a:pt x="27120" y="96276"/>
                      </a:cubicBezTo>
                      <a:lnTo>
                        <a:pt x="27120" y="87469"/>
                      </a:lnTo>
                      <a:cubicBezTo>
                        <a:pt x="27120" y="87287"/>
                        <a:pt x="27166" y="87134"/>
                        <a:pt x="27303" y="86997"/>
                      </a:cubicBezTo>
                      <a:lnTo>
                        <a:pt x="41031" y="73270"/>
                      </a:lnTo>
                      <a:cubicBezTo>
                        <a:pt x="41412" y="72889"/>
                        <a:pt x="41412" y="72279"/>
                        <a:pt x="41031" y="71898"/>
                      </a:cubicBezTo>
                      <a:lnTo>
                        <a:pt x="23571" y="54438"/>
                      </a:lnTo>
                      <a:cubicBezTo>
                        <a:pt x="23312" y="54194"/>
                        <a:pt x="23312" y="53768"/>
                        <a:pt x="23571" y="53509"/>
                      </a:cubicBezTo>
                      <a:lnTo>
                        <a:pt x="37862" y="39217"/>
                      </a:lnTo>
                      <a:cubicBezTo>
                        <a:pt x="37984" y="39095"/>
                        <a:pt x="38155" y="39035"/>
                        <a:pt x="38327" y="39035"/>
                      </a:cubicBezTo>
                      <a:cubicBezTo>
                        <a:pt x="38498" y="39035"/>
                        <a:pt x="38669" y="39095"/>
                        <a:pt x="38791" y="39217"/>
                      </a:cubicBezTo>
                      <a:lnTo>
                        <a:pt x="45373" y="45830"/>
                      </a:lnTo>
                      <a:cubicBezTo>
                        <a:pt x="45571" y="46013"/>
                        <a:pt x="45800" y="46119"/>
                        <a:pt x="46059" y="46119"/>
                      </a:cubicBezTo>
                      <a:cubicBezTo>
                        <a:pt x="46333" y="46119"/>
                        <a:pt x="46562" y="46013"/>
                        <a:pt x="46744" y="45830"/>
                      </a:cubicBezTo>
                      <a:lnTo>
                        <a:pt x="70055" y="22519"/>
                      </a:lnTo>
                      <a:cubicBezTo>
                        <a:pt x="70436" y="22138"/>
                        <a:pt x="70436" y="21528"/>
                        <a:pt x="70055" y="21148"/>
                      </a:cubicBezTo>
                      <a:lnTo>
                        <a:pt x="63473" y="14550"/>
                      </a:lnTo>
                      <a:cubicBezTo>
                        <a:pt x="63199" y="14307"/>
                        <a:pt x="63199" y="13895"/>
                        <a:pt x="63473" y="13621"/>
                      </a:cubicBezTo>
                      <a:lnTo>
                        <a:pt x="76881" y="213"/>
                      </a:lnTo>
                      <a:lnTo>
                        <a:pt x="7666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87" name="Google Shape;887;p22"/>
              <p:cNvGrpSpPr/>
              <p:nvPr/>
            </p:nvGrpSpPr>
            <p:grpSpPr>
              <a:xfrm>
                <a:off x="-1" y="621223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888" name="Google Shape;888;p22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889" name="Google Shape;889;p22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890" name="Google Shape;890;p22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891" name="Google Shape;891;p22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892" name="Google Shape;892;p22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893" name="Google Shape;893;p22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894" name="Google Shape;894;p22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895" name="Google Shape;895;p22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896" name="Google Shape;896;p22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897" name="Google Shape;897;p22"/>
              <p:cNvGrpSpPr/>
              <p:nvPr/>
            </p:nvGrpSpPr>
            <p:grpSpPr>
              <a:xfrm>
                <a:off x="955673" y="11"/>
                <a:ext cx="592576" cy="405260"/>
                <a:chOff x="39722" y="4349021"/>
                <a:chExt cx="1061964" cy="726143"/>
              </a:xfrm>
            </p:grpSpPr>
            <p:grpSp>
              <p:nvGrpSpPr>
                <p:cNvPr id="898" name="Google Shape;898;p22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899" name="Google Shape;899;p22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900" name="Google Shape;900;p22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901" name="Google Shape;901;p22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02" name="Google Shape;902;p22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03" name="Google Shape;903;p22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04" name="Google Shape;904;p22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05" name="Google Shape;905;p22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906" name="Google Shape;906;p22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07" name="Google Shape;907;p22"/>
              <p:cNvGrpSpPr/>
              <p:nvPr/>
            </p:nvGrpSpPr>
            <p:grpSpPr>
              <a:xfrm>
                <a:off x="441574" y="-36652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908" name="Google Shape;908;p22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909" name="Google Shape;909;p22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910" name="Google Shape;910;p22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911" name="Google Shape;911;p22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12" name="Google Shape;912;p22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13" name="Google Shape;913;p22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14" name="Google Shape;914;p22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15" name="Google Shape;915;p22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916" name="Google Shape;916;p22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17" name="Google Shape;917;p22"/>
              <p:cNvGrpSpPr/>
              <p:nvPr/>
            </p:nvGrpSpPr>
            <p:grpSpPr>
              <a:xfrm>
                <a:off x="-494406" y="-252396"/>
                <a:ext cx="1741563" cy="1288563"/>
                <a:chOff x="-494406" y="-252396"/>
                <a:chExt cx="1741563" cy="1288563"/>
              </a:xfrm>
            </p:grpSpPr>
            <p:sp>
              <p:nvSpPr>
                <p:cNvPr id="918" name="Google Shape;918;p22"/>
                <p:cNvSpPr/>
                <p:nvPr/>
              </p:nvSpPr>
              <p:spPr>
                <a:xfrm rot="2700000">
                  <a:off x="137431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19" name="Google Shape;919;p22"/>
                <p:cNvSpPr/>
                <p:nvPr/>
              </p:nvSpPr>
              <p:spPr>
                <a:xfrm rot="2700000">
                  <a:off x="-315569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920" name="Google Shape;920;p22"/>
            <p:cNvGrpSpPr/>
            <p:nvPr/>
          </p:nvGrpSpPr>
          <p:grpSpPr>
            <a:xfrm>
              <a:off x="5643425" y="4968525"/>
              <a:ext cx="439200" cy="439100"/>
              <a:chOff x="1101075" y="2142375"/>
              <a:chExt cx="439200" cy="439100"/>
            </a:xfrm>
          </p:grpSpPr>
          <p:sp>
            <p:nvSpPr>
              <p:cNvPr id="921" name="Google Shape;921;p2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22" name="Google Shape;922;p2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923" name="Google Shape;923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24" name="Google Shape;924;p22"/>
          <p:cNvSpPr txBox="1">
            <a:spLocks noGrp="1"/>
          </p:cNvSpPr>
          <p:nvPr>
            <p:ph type="body" idx="1"/>
          </p:nvPr>
        </p:nvSpPr>
        <p:spPr>
          <a:xfrm>
            <a:off x="960000" y="1519400"/>
            <a:ext cx="57212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●"/>
              <a:defRPr sz="1600">
                <a:solidFill>
                  <a:srgbClr val="191919"/>
                </a:solidFill>
              </a:defRPr>
            </a:lvl1pPr>
            <a:lvl2pPr marL="1219170" lvl="1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marL="1828754" lvl="2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marL="2438339" lvl="3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marL="3047924" lvl="4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marL="3657509" lvl="5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marL="4267093" lvl="6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marL="4876678" lvl="7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marL="5486263" lvl="8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25" name="Google Shape;925;p22"/>
          <p:cNvSpPr txBox="1">
            <a:spLocks noGrp="1"/>
          </p:cNvSpPr>
          <p:nvPr>
            <p:ph type="body" idx="2"/>
          </p:nvPr>
        </p:nvSpPr>
        <p:spPr>
          <a:xfrm>
            <a:off x="6998700" y="1519400"/>
            <a:ext cx="4233200" cy="45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Char char="●"/>
              <a:defRPr sz="1600">
                <a:solidFill>
                  <a:srgbClr val="191919"/>
                </a:solidFill>
              </a:defRPr>
            </a:lvl1pPr>
            <a:lvl2pPr marL="1219170" lvl="1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2pPr>
            <a:lvl3pPr marL="1828754" lvl="2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3pPr>
            <a:lvl4pPr marL="2438339" lvl="3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4pPr>
            <a:lvl5pPr marL="3047924" lvl="4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5pPr>
            <a:lvl6pPr marL="3657509" lvl="5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6pPr>
            <a:lvl7pPr marL="4267093" lvl="6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●"/>
              <a:defRPr>
                <a:solidFill>
                  <a:srgbClr val="434343"/>
                </a:solidFill>
              </a:defRPr>
            </a:lvl7pPr>
            <a:lvl8pPr marL="4876678" lvl="7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○"/>
              <a:defRPr>
                <a:solidFill>
                  <a:srgbClr val="434343"/>
                </a:solidFill>
              </a:defRPr>
            </a:lvl8pPr>
            <a:lvl9pPr marL="5486263" lvl="8" indent="-40639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Char char="■"/>
              <a:defRPr>
                <a:solidFill>
                  <a:srgbClr val="434343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926" name="Google Shape;926;p22"/>
          <p:cNvGrpSpPr/>
          <p:nvPr/>
        </p:nvGrpSpPr>
        <p:grpSpPr>
          <a:xfrm>
            <a:off x="-1218438" y="-3113463"/>
            <a:ext cx="6696215" cy="6353085"/>
            <a:chOff x="-837629" y="-2258897"/>
            <a:chExt cx="5022161" cy="4764814"/>
          </a:xfrm>
        </p:grpSpPr>
        <p:grpSp>
          <p:nvGrpSpPr>
            <p:cNvPr id="927" name="Google Shape;927;p22"/>
            <p:cNvGrpSpPr/>
            <p:nvPr/>
          </p:nvGrpSpPr>
          <p:grpSpPr>
            <a:xfrm>
              <a:off x="-837629" y="-736613"/>
              <a:ext cx="1989039" cy="1471668"/>
              <a:chOff x="-494406" y="-252396"/>
              <a:chExt cx="1741563" cy="1288563"/>
            </a:xfrm>
          </p:grpSpPr>
          <p:sp>
            <p:nvSpPr>
              <p:cNvPr id="928" name="Google Shape;928;p22"/>
              <p:cNvSpPr/>
              <p:nvPr/>
            </p:nvSpPr>
            <p:spPr>
              <a:xfrm rot="2700000">
                <a:off x="137431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29" name="Google Shape;929;p22"/>
              <p:cNvSpPr/>
              <p:nvPr/>
            </p:nvSpPr>
            <p:spPr>
              <a:xfrm rot="2700000">
                <a:off x="-315569" y="-53821"/>
                <a:ext cx="930891" cy="891412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18000">
                    <a:schemeClr val="lt1"/>
                  </a:gs>
                  <a:gs pos="56000">
                    <a:srgbClr val="FFFFFF">
                      <a:alpha val="0"/>
                    </a:srgbClr>
                  </a:gs>
                  <a:gs pos="74000">
                    <a:schemeClr val="lt1"/>
                  </a:gs>
                  <a:gs pos="100000">
                    <a:srgbClr val="0C0A9E">
                      <a:alpha val="20000"/>
                    </a:srgbClr>
                  </a:gs>
                </a:gsLst>
                <a:path path="circle">
                  <a:fillToRect r="100000" b="100000"/>
                </a:path>
                <a:tileRect l="-100000" t="-10000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930" name="Google Shape;930;p22"/>
            <p:cNvGrpSpPr/>
            <p:nvPr/>
          </p:nvGrpSpPr>
          <p:grpSpPr>
            <a:xfrm rot="-8100000">
              <a:off x="344623" y="-1788220"/>
              <a:ext cx="2915004" cy="3823461"/>
              <a:chOff x="2976325" y="908175"/>
              <a:chExt cx="4028179" cy="5283555"/>
            </a:xfrm>
          </p:grpSpPr>
          <p:sp>
            <p:nvSpPr>
              <p:cNvPr id="931" name="Google Shape;931;p22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32" name="Google Shape;932;p22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33" name="Google Shape;933;p22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934" name="Google Shape;934;p22"/>
            <p:cNvGrpSpPr/>
            <p:nvPr/>
          </p:nvGrpSpPr>
          <p:grpSpPr>
            <a:xfrm>
              <a:off x="-272968" y="261330"/>
              <a:ext cx="799446" cy="546640"/>
              <a:chOff x="39722" y="4349021"/>
              <a:chExt cx="1061964" cy="726143"/>
            </a:xfrm>
          </p:grpSpPr>
          <p:grpSp>
            <p:nvGrpSpPr>
              <p:cNvPr id="935" name="Google Shape;935;p2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936" name="Google Shape;936;p2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937" name="Google Shape;937;p2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938" name="Google Shape;938;p2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39" name="Google Shape;939;p2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40" name="Google Shape;940;p2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41" name="Google Shape;941;p2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42" name="Google Shape;942;p2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943" name="Google Shape;943;p2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944" name="Google Shape;944;p22"/>
          <p:cNvGrpSpPr/>
          <p:nvPr/>
        </p:nvGrpSpPr>
        <p:grpSpPr>
          <a:xfrm>
            <a:off x="-298998" y="4396121"/>
            <a:ext cx="807739" cy="3223713"/>
            <a:chOff x="-224248" y="3297090"/>
            <a:chExt cx="605804" cy="2417785"/>
          </a:xfrm>
        </p:grpSpPr>
        <p:grpSp>
          <p:nvGrpSpPr>
            <p:cNvPr id="945" name="Google Shape;945;p22"/>
            <p:cNvGrpSpPr/>
            <p:nvPr/>
          </p:nvGrpSpPr>
          <p:grpSpPr>
            <a:xfrm>
              <a:off x="143770" y="3630885"/>
              <a:ext cx="237785" cy="2083990"/>
              <a:chOff x="1040050" y="3812126"/>
              <a:chExt cx="208200" cy="1824700"/>
            </a:xfrm>
          </p:grpSpPr>
          <p:sp>
            <p:nvSpPr>
              <p:cNvPr id="946" name="Google Shape;946;p22"/>
              <p:cNvSpPr/>
              <p:nvPr/>
            </p:nvSpPr>
            <p:spPr>
              <a:xfrm>
                <a:off x="1040050" y="3812126"/>
                <a:ext cx="12550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6" h="27731" extrusionOk="0">
                    <a:moveTo>
                      <a:pt x="1" y="1"/>
                    </a:moveTo>
                    <a:lnTo>
                      <a:pt x="1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47" name="Google Shape;947;p22"/>
              <p:cNvSpPr/>
              <p:nvPr/>
            </p:nvSpPr>
            <p:spPr>
              <a:xfrm>
                <a:off x="1235741" y="3812126"/>
                <a:ext cx="12509" cy="1824700"/>
              </a:xfrm>
              <a:custGeom>
                <a:avLst/>
                <a:gdLst/>
                <a:ahLst/>
                <a:cxnLst/>
                <a:rect l="l" t="t" r="r" b="b"/>
                <a:pathLst>
                  <a:path w="305" h="27731" extrusionOk="0">
                    <a:moveTo>
                      <a:pt x="0" y="1"/>
                    </a:moveTo>
                    <a:lnTo>
                      <a:pt x="0" y="27730"/>
                    </a:lnTo>
                    <a:lnTo>
                      <a:pt x="305" y="27730"/>
                    </a:lnTo>
                    <a:lnTo>
                      <a:pt x="305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948" name="Google Shape;948;p22"/>
            <p:cNvGrpSpPr/>
            <p:nvPr/>
          </p:nvGrpSpPr>
          <p:grpSpPr>
            <a:xfrm rot="10800000">
              <a:off x="-224248" y="3297090"/>
              <a:ext cx="439200" cy="439100"/>
              <a:chOff x="1101075" y="2142375"/>
              <a:chExt cx="439200" cy="439100"/>
            </a:xfrm>
          </p:grpSpPr>
          <p:sp>
            <p:nvSpPr>
              <p:cNvPr id="949" name="Google Shape;949;p22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950" name="Google Shape;950;p22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951" name="Google Shape;951;p22"/>
          <p:cNvGrpSpPr/>
          <p:nvPr/>
        </p:nvGrpSpPr>
        <p:grpSpPr>
          <a:xfrm>
            <a:off x="4780641" y="-1942413"/>
            <a:ext cx="4908620" cy="3679500"/>
            <a:chOff x="3585480" y="-1380610"/>
            <a:chExt cx="3681465" cy="2759625"/>
          </a:xfrm>
        </p:grpSpPr>
        <p:pic>
          <p:nvPicPr>
            <p:cNvPr id="952" name="Google Shape;952;p22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10800000" flipH="1">
              <a:off x="3585480" y="-1380610"/>
              <a:ext cx="3615750" cy="27596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953" name="Google Shape;953;p22"/>
            <p:cNvGrpSpPr/>
            <p:nvPr/>
          </p:nvGrpSpPr>
          <p:grpSpPr>
            <a:xfrm>
              <a:off x="6590156" y="-232440"/>
              <a:ext cx="676790" cy="462843"/>
              <a:chOff x="39722" y="4349021"/>
              <a:chExt cx="1061964" cy="726143"/>
            </a:xfrm>
          </p:grpSpPr>
          <p:grpSp>
            <p:nvGrpSpPr>
              <p:cNvPr id="954" name="Google Shape;954;p2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955" name="Google Shape;955;p2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956" name="Google Shape;956;p2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957" name="Google Shape;957;p2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58" name="Google Shape;958;p2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59" name="Google Shape;959;p2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60" name="Google Shape;960;p2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61" name="Google Shape;961;p2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962" name="Google Shape;962;p2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963" name="Google Shape;963;p22"/>
            <p:cNvGrpSpPr/>
            <p:nvPr/>
          </p:nvGrpSpPr>
          <p:grpSpPr>
            <a:xfrm>
              <a:off x="6003005" y="-274104"/>
              <a:ext cx="799446" cy="546640"/>
              <a:chOff x="39722" y="4349021"/>
              <a:chExt cx="1061964" cy="726143"/>
            </a:xfrm>
          </p:grpSpPr>
          <p:grpSp>
            <p:nvGrpSpPr>
              <p:cNvPr id="964" name="Google Shape;964;p22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965" name="Google Shape;965;p22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966" name="Google Shape;966;p22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967" name="Google Shape;967;p22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68" name="Google Shape;968;p22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69" name="Google Shape;969;p22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70" name="Google Shape;970;p22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971" name="Google Shape;971;p22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972" name="Google Shape;972;p22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468046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5" name="Google Shape;975;p23"/>
          <p:cNvSpPr txBox="1">
            <a:spLocks noGrp="1"/>
          </p:cNvSpPr>
          <p:nvPr>
            <p:ph type="subTitle" idx="1"/>
          </p:nvPr>
        </p:nvSpPr>
        <p:spPr>
          <a:xfrm>
            <a:off x="950967" y="2722033"/>
            <a:ext cx="7438000" cy="80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76" name="Google Shape;976;p23"/>
          <p:cNvSpPr txBox="1">
            <a:spLocks noGrp="1"/>
          </p:cNvSpPr>
          <p:nvPr>
            <p:ph type="subTitle" idx="2"/>
          </p:nvPr>
        </p:nvSpPr>
        <p:spPr>
          <a:xfrm>
            <a:off x="950967" y="4488867"/>
            <a:ext cx="7438000" cy="8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77" name="Google Shape;977;p23"/>
          <p:cNvSpPr txBox="1">
            <a:spLocks noGrp="1"/>
          </p:cNvSpPr>
          <p:nvPr>
            <p:ph type="subTitle" idx="3"/>
          </p:nvPr>
        </p:nvSpPr>
        <p:spPr>
          <a:xfrm>
            <a:off x="950967" y="2239200"/>
            <a:ext cx="74380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78" name="Google Shape;978;p23"/>
          <p:cNvSpPr txBox="1">
            <a:spLocks noGrp="1"/>
          </p:cNvSpPr>
          <p:nvPr>
            <p:ph type="subTitle" idx="4"/>
          </p:nvPr>
        </p:nvSpPr>
        <p:spPr>
          <a:xfrm>
            <a:off x="950967" y="4054067"/>
            <a:ext cx="74380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979" name="Google Shape;979;p23"/>
          <p:cNvGrpSpPr/>
          <p:nvPr/>
        </p:nvGrpSpPr>
        <p:grpSpPr>
          <a:xfrm rot="-5400000" flipH="1">
            <a:off x="8318829" y="1377027"/>
            <a:ext cx="6696047" cy="6352599"/>
            <a:chOff x="4571996" y="2268220"/>
            <a:chExt cx="5022035" cy="4764449"/>
          </a:xfrm>
        </p:grpSpPr>
        <p:pic>
          <p:nvPicPr>
            <p:cNvPr id="980" name="Google Shape;980;p23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flipH="1">
              <a:off x="5978271" y="3376950"/>
              <a:ext cx="3615750" cy="2759625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981" name="Google Shape;981;p23"/>
            <p:cNvGrpSpPr/>
            <p:nvPr/>
          </p:nvGrpSpPr>
          <p:grpSpPr>
            <a:xfrm rot="10800000">
              <a:off x="4571996" y="2268220"/>
              <a:ext cx="5022035" cy="4764449"/>
              <a:chOff x="-494406" y="-1584825"/>
              <a:chExt cx="4397193" cy="4171657"/>
            </a:xfrm>
          </p:grpSpPr>
          <p:grpSp>
            <p:nvGrpSpPr>
              <p:cNvPr id="982" name="Google Shape;982;p23"/>
              <p:cNvGrpSpPr/>
              <p:nvPr/>
            </p:nvGrpSpPr>
            <p:grpSpPr>
              <a:xfrm>
                <a:off x="245875" y="-51824"/>
                <a:ext cx="208200" cy="1824700"/>
                <a:chOff x="1040050" y="3812126"/>
                <a:chExt cx="208200" cy="1824700"/>
              </a:xfrm>
            </p:grpSpPr>
            <p:sp>
              <p:nvSpPr>
                <p:cNvPr id="983" name="Google Shape;983;p23"/>
                <p:cNvSpPr/>
                <p:nvPr/>
              </p:nvSpPr>
              <p:spPr>
                <a:xfrm>
                  <a:off x="1040050" y="3812126"/>
                  <a:ext cx="12550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6" h="27731" extrusionOk="0">
                      <a:moveTo>
                        <a:pt x="1" y="1"/>
                      </a:moveTo>
                      <a:lnTo>
                        <a:pt x="1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4" name="Google Shape;984;p23"/>
                <p:cNvSpPr/>
                <p:nvPr/>
              </p:nvSpPr>
              <p:spPr>
                <a:xfrm>
                  <a:off x="1235741" y="3812126"/>
                  <a:ext cx="12509" cy="1824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5" h="27731" extrusionOk="0">
                      <a:moveTo>
                        <a:pt x="0" y="1"/>
                      </a:moveTo>
                      <a:lnTo>
                        <a:pt x="0" y="27730"/>
                      </a:lnTo>
                      <a:lnTo>
                        <a:pt x="305" y="27730"/>
                      </a:lnTo>
                      <a:lnTo>
                        <a:pt x="305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85" name="Google Shape;985;p23"/>
              <p:cNvGrpSpPr/>
              <p:nvPr/>
            </p:nvGrpSpPr>
            <p:grpSpPr>
              <a:xfrm rot="-8100000">
                <a:off x="540898" y="-1172741"/>
                <a:ext cx="2552124" cy="3347490"/>
                <a:chOff x="2976325" y="908175"/>
                <a:chExt cx="4028179" cy="5283555"/>
              </a:xfrm>
            </p:grpSpPr>
            <p:sp>
              <p:nvSpPr>
                <p:cNvPr id="986" name="Google Shape;986;p23"/>
                <p:cNvSpPr/>
                <p:nvPr/>
              </p:nvSpPr>
              <p:spPr>
                <a:xfrm>
                  <a:off x="2976325" y="930036"/>
                  <a:ext cx="4006263" cy="4749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7" name="Google Shape;987;p23"/>
                <p:cNvSpPr/>
                <p:nvPr/>
              </p:nvSpPr>
              <p:spPr>
                <a:xfrm>
                  <a:off x="3934943" y="908175"/>
                  <a:ext cx="2925190" cy="30576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988" name="Google Shape;988;p23"/>
                <p:cNvSpPr/>
                <p:nvPr/>
              </p:nvSpPr>
              <p:spPr>
                <a:xfrm>
                  <a:off x="3851189" y="1072525"/>
                  <a:ext cx="3153315" cy="5119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882" h="124813" extrusionOk="0">
                      <a:moveTo>
                        <a:pt x="76668" y="0"/>
                      </a:moveTo>
                      <a:lnTo>
                        <a:pt x="63260" y="13408"/>
                      </a:lnTo>
                      <a:cubicBezTo>
                        <a:pt x="62879" y="13789"/>
                        <a:pt x="62879" y="14398"/>
                        <a:pt x="63260" y="14779"/>
                      </a:cubicBezTo>
                      <a:lnTo>
                        <a:pt x="69857" y="21376"/>
                      </a:lnTo>
                      <a:cubicBezTo>
                        <a:pt x="70116" y="21620"/>
                        <a:pt x="70116" y="22046"/>
                        <a:pt x="69857" y="22305"/>
                      </a:cubicBezTo>
                      <a:lnTo>
                        <a:pt x="46546" y="45616"/>
                      </a:lnTo>
                      <a:cubicBezTo>
                        <a:pt x="46417" y="45738"/>
                        <a:pt x="46245" y="45799"/>
                        <a:pt x="46074" y="45799"/>
                      </a:cubicBezTo>
                      <a:cubicBezTo>
                        <a:pt x="45903" y="45799"/>
                        <a:pt x="45731" y="45738"/>
                        <a:pt x="45602" y="45616"/>
                      </a:cubicBezTo>
                      <a:lnTo>
                        <a:pt x="39020" y="39019"/>
                      </a:lnTo>
                      <a:cubicBezTo>
                        <a:pt x="38822" y="38836"/>
                        <a:pt x="38593" y="38745"/>
                        <a:pt x="38334" y="38745"/>
                      </a:cubicBezTo>
                      <a:cubicBezTo>
                        <a:pt x="38060" y="38745"/>
                        <a:pt x="37831" y="38836"/>
                        <a:pt x="37649" y="39019"/>
                      </a:cubicBezTo>
                      <a:lnTo>
                        <a:pt x="23357" y="53311"/>
                      </a:lnTo>
                      <a:cubicBezTo>
                        <a:pt x="22976" y="53691"/>
                        <a:pt x="22976" y="54301"/>
                        <a:pt x="23357" y="54682"/>
                      </a:cubicBezTo>
                      <a:lnTo>
                        <a:pt x="40833" y="72142"/>
                      </a:lnTo>
                      <a:cubicBezTo>
                        <a:pt x="40939" y="72279"/>
                        <a:pt x="41016" y="72432"/>
                        <a:pt x="41016" y="72614"/>
                      </a:cubicBezTo>
                      <a:cubicBezTo>
                        <a:pt x="41016" y="72812"/>
                        <a:pt x="40955" y="72965"/>
                        <a:pt x="40833" y="73102"/>
                      </a:cubicBezTo>
                      <a:lnTo>
                        <a:pt x="27090" y="86830"/>
                      </a:lnTo>
                      <a:cubicBezTo>
                        <a:pt x="26907" y="87028"/>
                        <a:pt x="26816" y="87256"/>
                        <a:pt x="26816" y="87515"/>
                      </a:cubicBezTo>
                      <a:lnTo>
                        <a:pt x="26816" y="96276"/>
                      </a:lnTo>
                      <a:cubicBezTo>
                        <a:pt x="26816" y="96459"/>
                        <a:pt x="26755" y="96611"/>
                        <a:pt x="26618" y="96748"/>
                      </a:cubicBezTo>
                      <a:lnTo>
                        <a:pt x="13225" y="110140"/>
                      </a:lnTo>
                      <a:cubicBezTo>
                        <a:pt x="13103" y="110270"/>
                        <a:pt x="12940" y="110335"/>
                        <a:pt x="12772" y="110335"/>
                      </a:cubicBezTo>
                      <a:cubicBezTo>
                        <a:pt x="12604" y="110335"/>
                        <a:pt x="12433" y="110270"/>
                        <a:pt x="12296" y="110140"/>
                      </a:cubicBezTo>
                      <a:lnTo>
                        <a:pt x="7618" y="105448"/>
                      </a:lnTo>
                      <a:cubicBezTo>
                        <a:pt x="7428" y="105257"/>
                        <a:pt x="7180" y="105162"/>
                        <a:pt x="6933" y="105162"/>
                      </a:cubicBezTo>
                      <a:cubicBezTo>
                        <a:pt x="6685" y="105162"/>
                        <a:pt x="6438" y="105257"/>
                        <a:pt x="6247" y="105448"/>
                      </a:cubicBezTo>
                      <a:lnTo>
                        <a:pt x="381" y="111314"/>
                      </a:lnTo>
                      <a:cubicBezTo>
                        <a:pt x="1" y="111695"/>
                        <a:pt x="1" y="112304"/>
                        <a:pt x="381" y="112685"/>
                      </a:cubicBezTo>
                      <a:lnTo>
                        <a:pt x="5059" y="117378"/>
                      </a:lnTo>
                      <a:cubicBezTo>
                        <a:pt x="5181" y="117515"/>
                        <a:pt x="5257" y="117667"/>
                        <a:pt x="5257" y="117850"/>
                      </a:cubicBezTo>
                      <a:cubicBezTo>
                        <a:pt x="5257" y="118048"/>
                        <a:pt x="5196" y="118200"/>
                        <a:pt x="5059" y="118322"/>
                      </a:cubicBezTo>
                      <a:lnTo>
                        <a:pt x="3231" y="120150"/>
                      </a:lnTo>
                      <a:cubicBezTo>
                        <a:pt x="2850" y="120531"/>
                        <a:pt x="2850" y="121141"/>
                        <a:pt x="3231" y="121522"/>
                      </a:cubicBezTo>
                      <a:lnTo>
                        <a:pt x="5059" y="123365"/>
                      </a:lnTo>
                      <a:cubicBezTo>
                        <a:pt x="5333" y="123609"/>
                        <a:pt x="5333" y="124020"/>
                        <a:pt x="5059" y="124295"/>
                      </a:cubicBezTo>
                      <a:cubicBezTo>
                        <a:pt x="4914" y="124432"/>
                        <a:pt x="4754" y="124489"/>
                        <a:pt x="4602" y="124489"/>
                      </a:cubicBezTo>
                      <a:cubicBezTo>
                        <a:pt x="4449" y="124489"/>
                        <a:pt x="4305" y="124432"/>
                        <a:pt x="4190" y="124340"/>
                      </a:cubicBezTo>
                      <a:cubicBezTo>
                        <a:pt x="3962" y="124173"/>
                        <a:pt x="3825" y="123838"/>
                        <a:pt x="4038" y="123487"/>
                      </a:cubicBezTo>
                      <a:lnTo>
                        <a:pt x="3764" y="123335"/>
                      </a:lnTo>
                      <a:lnTo>
                        <a:pt x="3764" y="123335"/>
                      </a:lnTo>
                      <a:cubicBezTo>
                        <a:pt x="3459" y="123838"/>
                        <a:pt x="3672" y="124356"/>
                        <a:pt x="3992" y="124599"/>
                      </a:cubicBezTo>
                      <a:cubicBezTo>
                        <a:pt x="4175" y="124736"/>
                        <a:pt x="4373" y="124813"/>
                        <a:pt x="4602" y="124813"/>
                      </a:cubicBezTo>
                      <a:cubicBezTo>
                        <a:pt x="4830" y="124813"/>
                        <a:pt x="5059" y="124736"/>
                        <a:pt x="5272" y="124477"/>
                      </a:cubicBezTo>
                      <a:cubicBezTo>
                        <a:pt x="5455" y="124295"/>
                        <a:pt x="5562" y="124066"/>
                        <a:pt x="5562" y="123792"/>
                      </a:cubicBezTo>
                      <a:cubicBezTo>
                        <a:pt x="5562" y="123533"/>
                        <a:pt x="5455" y="123304"/>
                        <a:pt x="5272" y="123106"/>
                      </a:cubicBezTo>
                      <a:lnTo>
                        <a:pt x="3444" y="121278"/>
                      </a:lnTo>
                      <a:cubicBezTo>
                        <a:pt x="3170" y="121034"/>
                        <a:pt x="3170" y="120623"/>
                        <a:pt x="3444" y="120349"/>
                      </a:cubicBezTo>
                      <a:lnTo>
                        <a:pt x="5272" y="118520"/>
                      </a:lnTo>
                      <a:cubicBezTo>
                        <a:pt x="5455" y="118337"/>
                        <a:pt x="5562" y="118094"/>
                        <a:pt x="5562" y="117835"/>
                      </a:cubicBezTo>
                      <a:cubicBezTo>
                        <a:pt x="5562" y="117576"/>
                        <a:pt x="5455" y="117332"/>
                        <a:pt x="5272" y="117149"/>
                      </a:cubicBezTo>
                      <a:lnTo>
                        <a:pt x="579" y="112456"/>
                      </a:lnTo>
                      <a:cubicBezTo>
                        <a:pt x="320" y="112213"/>
                        <a:pt x="320" y="111801"/>
                        <a:pt x="579" y="111527"/>
                      </a:cubicBezTo>
                      <a:lnTo>
                        <a:pt x="6445" y="105661"/>
                      </a:lnTo>
                      <a:cubicBezTo>
                        <a:pt x="6575" y="105532"/>
                        <a:pt x="6742" y="105467"/>
                        <a:pt x="6912" y="105467"/>
                      </a:cubicBezTo>
                      <a:cubicBezTo>
                        <a:pt x="7081" y="105467"/>
                        <a:pt x="7253" y="105532"/>
                        <a:pt x="7390" y="105661"/>
                      </a:cubicBezTo>
                      <a:lnTo>
                        <a:pt x="12067" y="110354"/>
                      </a:lnTo>
                      <a:cubicBezTo>
                        <a:pt x="12265" y="110537"/>
                        <a:pt x="12494" y="110643"/>
                        <a:pt x="12753" y="110643"/>
                      </a:cubicBezTo>
                      <a:cubicBezTo>
                        <a:pt x="13027" y="110643"/>
                        <a:pt x="13256" y="110537"/>
                        <a:pt x="13439" y="110354"/>
                      </a:cubicBezTo>
                      <a:lnTo>
                        <a:pt x="26831" y="96961"/>
                      </a:lnTo>
                      <a:cubicBezTo>
                        <a:pt x="27014" y="96779"/>
                        <a:pt x="27120" y="96550"/>
                        <a:pt x="27120" y="96276"/>
                      </a:cubicBezTo>
                      <a:lnTo>
                        <a:pt x="27120" y="87469"/>
                      </a:lnTo>
                      <a:cubicBezTo>
                        <a:pt x="27120" y="87287"/>
                        <a:pt x="27166" y="87134"/>
                        <a:pt x="27303" y="86997"/>
                      </a:cubicBezTo>
                      <a:lnTo>
                        <a:pt x="41031" y="73270"/>
                      </a:lnTo>
                      <a:cubicBezTo>
                        <a:pt x="41412" y="72889"/>
                        <a:pt x="41412" y="72279"/>
                        <a:pt x="41031" y="71898"/>
                      </a:cubicBezTo>
                      <a:lnTo>
                        <a:pt x="23571" y="54438"/>
                      </a:lnTo>
                      <a:cubicBezTo>
                        <a:pt x="23312" y="54194"/>
                        <a:pt x="23312" y="53768"/>
                        <a:pt x="23571" y="53509"/>
                      </a:cubicBezTo>
                      <a:lnTo>
                        <a:pt x="37862" y="39217"/>
                      </a:lnTo>
                      <a:cubicBezTo>
                        <a:pt x="37984" y="39095"/>
                        <a:pt x="38155" y="39035"/>
                        <a:pt x="38327" y="39035"/>
                      </a:cubicBezTo>
                      <a:cubicBezTo>
                        <a:pt x="38498" y="39035"/>
                        <a:pt x="38669" y="39095"/>
                        <a:pt x="38791" y="39217"/>
                      </a:cubicBezTo>
                      <a:lnTo>
                        <a:pt x="45373" y="45830"/>
                      </a:lnTo>
                      <a:cubicBezTo>
                        <a:pt x="45571" y="46013"/>
                        <a:pt x="45800" y="46119"/>
                        <a:pt x="46059" y="46119"/>
                      </a:cubicBezTo>
                      <a:cubicBezTo>
                        <a:pt x="46333" y="46119"/>
                        <a:pt x="46562" y="46013"/>
                        <a:pt x="46744" y="45830"/>
                      </a:cubicBezTo>
                      <a:lnTo>
                        <a:pt x="70055" y="22519"/>
                      </a:lnTo>
                      <a:cubicBezTo>
                        <a:pt x="70436" y="22138"/>
                        <a:pt x="70436" y="21528"/>
                        <a:pt x="70055" y="21148"/>
                      </a:cubicBezTo>
                      <a:lnTo>
                        <a:pt x="63473" y="14550"/>
                      </a:lnTo>
                      <a:cubicBezTo>
                        <a:pt x="63199" y="14307"/>
                        <a:pt x="63199" y="13895"/>
                        <a:pt x="63473" y="13621"/>
                      </a:cubicBezTo>
                      <a:lnTo>
                        <a:pt x="76881" y="213"/>
                      </a:lnTo>
                      <a:lnTo>
                        <a:pt x="76668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89" name="Google Shape;989;p23"/>
              <p:cNvGrpSpPr/>
              <p:nvPr/>
            </p:nvGrpSpPr>
            <p:grpSpPr>
              <a:xfrm>
                <a:off x="-1" y="621223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990" name="Google Shape;990;p23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991" name="Google Shape;991;p23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992" name="Google Shape;992;p23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993" name="Google Shape;993;p23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94" name="Google Shape;994;p23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95" name="Google Shape;995;p23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96" name="Google Shape;996;p23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997" name="Google Shape;997;p23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998" name="Google Shape;998;p23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999" name="Google Shape;999;p23"/>
              <p:cNvGrpSpPr/>
              <p:nvPr/>
            </p:nvGrpSpPr>
            <p:grpSpPr>
              <a:xfrm>
                <a:off x="955673" y="11"/>
                <a:ext cx="592576" cy="405260"/>
                <a:chOff x="39722" y="4349021"/>
                <a:chExt cx="1061964" cy="726143"/>
              </a:xfrm>
            </p:grpSpPr>
            <p:grpSp>
              <p:nvGrpSpPr>
                <p:cNvPr id="1000" name="Google Shape;1000;p23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1001" name="Google Shape;1001;p23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1002" name="Google Shape;1002;p23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1003" name="Google Shape;1003;p23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04" name="Google Shape;1004;p23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05" name="Google Shape;1005;p23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06" name="Google Shape;1006;p23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07" name="Google Shape;1007;p23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1008" name="Google Shape;1008;p23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009" name="Google Shape;1009;p23"/>
              <p:cNvGrpSpPr/>
              <p:nvPr/>
            </p:nvGrpSpPr>
            <p:grpSpPr>
              <a:xfrm>
                <a:off x="441574" y="-36652"/>
                <a:ext cx="699940" cy="478601"/>
                <a:chOff x="39722" y="4349021"/>
                <a:chExt cx="1061964" cy="726143"/>
              </a:xfrm>
            </p:grpSpPr>
            <p:grpSp>
              <p:nvGrpSpPr>
                <p:cNvPr id="1010" name="Google Shape;1010;p23"/>
                <p:cNvGrpSpPr/>
                <p:nvPr/>
              </p:nvGrpSpPr>
              <p:grpSpPr>
                <a:xfrm rot="2700000">
                  <a:off x="140502" y="4460924"/>
                  <a:ext cx="524584" cy="502337"/>
                  <a:chOff x="1189791" y="-1767331"/>
                  <a:chExt cx="904284" cy="865933"/>
                </a:xfrm>
              </p:grpSpPr>
              <p:sp>
                <p:nvSpPr>
                  <p:cNvPr id="1011" name="Google Shape;1011;p23"/>
                  <p:cNvSpPr/>
                  <p:nvPr/>
                </p:nvSpPr>
                <p:spPr>
                  <a:xfrm>
                    <a:off x="1189791" y="-1767331"/>
                    <a:ext cx="904284" cy="86593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6902" h="35337" extrusionOk="0">
                        <a:moveTo>
                          <a:pt x="18449" y="1"/>
                        </a:moveTo>
                        <a:cubicBezTo>
                          <a:pt x="16409" y="1"/>
                          <a:pt x="14368" y="778"/>
                          <a:pt x="12814" y="2332"/>
                        </a:cubicBezTo>
                        <a:lnTo>
                          <a:pt x="3108" y="12037"/>
                        </a:lnTo>
                        <a:cubicBezTo>
                          <a:pt x="0" y="15145"/>
                          <a:pt x="0" y="20189"/>
                          <a:pt x="3108" y="23297"/>
                        </a:cubicBezTo>
                        <a:lnTo>
                          <a:pt x="12814" y="33017"/>
                        </a:lnTo>
                        <a:cubicBezTo>
                          <a:pt x="14368" y="34564"/>
                          <a:pt x="16405" y="35337"/>
                          <a:pt x="18443" y="35337"/>
                        </a:cubicBezTo>
                        <a:cubicBezTo>
                          <a:pt x="20481" y="35337"/>
                          <a:pt x="22519" y="34564"/>
                          <a:pt x="24073" y="33017"/>
                        </a:cubicBezTo>
                        <a:lnTo>
                          <a:pt x="33794" y="23297"/>
                        </a:lnTo>
                        <a:cubicBezTo>
                          <a:pt x="36902" y="20189"/>
                          <a:pt x="36902" y="15145"/>
                          <a:pt x="33794" y="12037"/>
                        </a:cubicBezTo>
                        <a:lnTo>
                          <a:pt x="24073" y="2332"/>
                        </a:lnTo>
                        <a:cubicBezTo>
                          <a:pt x="22527" y="778"/>
                          <a:pt x="20489" y="1"/>
                          <a:pt x="18449" y="1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lt1"/>
                      </a:gs>
                      <a:gs pos="18000">
                        <a:schemeClr val="lt1"/>
                      </a:gs>
                      <a:gs pos="56000">
                        <a:srgbClr val="FFFFFF">
                          <a:alpha val="0"/>
                        </a:srgbClr>
                      </a:gs>
                      <a:gs pos="74000">
                        <a:schemeClr val="lt1"/>
                      </a:gs>
                      <a:gs pos="100000">
                        <a:srgbClr val="9900FF">
                          <a:alpha val="28627"/>
                        </a:srgbClr>
                      </a:gs>
                    </a:gsLst>
                    <a:path path="circle">
                      <a:fillToRect r="100000" b="100000"/>
                    </a:path>
                    <a:tileRect l="-100000" t="-10000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grpSp>
                <p:nvGrpSpPr>
                  <p:cNvPr id="1012" name="Google Shape;1012;p23"/>
                  <p:cNvGrpSpPr/>
                  <p:nvPr/>
                </p:nvGrpSpPr>
                <p:grpSpPr>
                  <a:xfrm>
                    <a:off x="1232795" y="-1740829"/>
                    <a:ext cx="717621" cy="717392"/>
                    <a:chOff x="1483457" y="3953671"/>
                    <a:chExt cx="717621" cy="717392"/>
                  </a:xfrm>
                </p:grpSpPr>
                <p:sp>
                  <p:nvSpPr>
                    <p:cNvPr id="1013" name="Google Shape;1013;p23"/>
                    <p:cNvSpPr/>
                    <p:nvPr/>
                  </p:nvSpPr>
                  <p:spPr>
                    <a:xfrm>
                      <a:off x="1483457" y="425726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14" name="Google Shape;1014;p23"/>
                    <p:cNvSpPr/>
                    <p:nvPr/>
                  </p:nvSpPr>
                  <p:spPr>
                    <a:xfrm>
                      <a:off x="1559470" y="418148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0" y="382"/>
                          </a:lnTo>
                          <a:lnTo>
                            <a:pt x="26739" y="27121"/>
                          </a:lnTo>
                          <a:lnTo>
                            <a:pt x="27120" y="26740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15" name="Google Shape;1015;p23"/>
                    <p:cNvSpPr/>
                    <p:nvPr/>
                  </p:nvSpPr>
                  <p:spPr>
                    <a:xfrm>
                      <a:off x="1635483" y="4105239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66" y="1"/>
                          </a:moveTo>
                          <a:lnTo>
                            <a:pt x="1" y="381"/>
                          </a:lnTo>
                          <a:lnTo>
                            <a:pt x="26740" y="27120"/>
                          </a:lnTo>
                          <a:lnTo>
                            <a:pt x="27121" y="26755"/>
                          </a:lnTo>
                          <a:lnTo>
                            <a:pt x="366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16" name="Google Shape;1016;p23"/>
                    <p:cNvSpPr/>
                    <p:nvPr/>
                  </p:nvSpPr>
                  <p:spPr>
                    <a:xfrm>
                      <a:off x="1711267" y="4029455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1" y="1"/>
                          </a:moveTo>
                          <a:lnTo>
                            <a:pt x="0" y="382"/>
                          </a:lnTo>
                          <a:lnTo>
                            <a:pt x="26755" y="27121"/>
                          </a:lnTo>
                          <a:lnTo>
                            <a:pt x="27120" y="26755"/>
                          </a:lnTo>
                          <a:lnTo>
                            <a:pt x="381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  <p:sp>
                  <p:nvSpPr>
                    <p:cNvPr id="1017" name="Google Shape;1017;p23"/>
                    <p:cNvSpPr/>
                    <p:nvPr/>
                  </p:nvSpPr>
                  <p:spPr>
                    <a:xfrm>
                      <a:off x="1787280" y="3953671"/>
                      <a:ext cx="413799" cy="4137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121" h="27121" extrusionOk="0">
                          <a:moveTo>
                            <a:pt x="382" y="1"/>
                          </a:moveTo>
                          <a:lnTo>
                            <a:pt x="1" y="382"/>
                          </a:lnTo>
                          <a:lnTo>
                            <a:pt x="26740" y="27121"/>
                          </a:lnTo>
                          <a:lnTo>
                            <a:pt x="27121" y="26740"/>
                          </a:lnTo>
                          <a:lnTo>
                            <a:pt x="382" y="1"/>
                          </a:lnTo>
                          <a:close/>
                        </a:path>
                      </a:pathLst>
                    </a:custGeom>
                    <a:gradFill>
                      <a:gsLst>
                        <a:gs pos="0">
                          <a:srgbClr val="9900FF">
                            <a:alpha val="46666"/>
                            <a:alpha val="46820"/>
                          </a:srgbClr>
                        </a:gs>
                        <a:gs pos="100000">
                          <a:srgbClr val="FFFFFF">
                            <a:alpha val="0"/>
                            <a:alpha val="46820"/>
                          </a:srgbClr>
                        </a:gs>
                      </a:gsLst>
                      <a:lin ang="5400700" scaled="0"/>
                    </a:gra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2400"/>
                    </a:p>
                  </p:txBody>
                </p:sp>
              </p:grpSp>
            </p:grpSp>
            <p:sp>
              <p:nvSpPr>
                <p:cNvPr id="1018" name="Google Shape;1018;p23"/>
                <p:cNvSpPr/>
                <p:nvPr/>
              </p:nvSpPr>
              <p:spPr>
                <a:xfrm rot="-2700000">
                  <a:off x="542534" y="4469276"/>
                  <a:ext cx="492898" cy="391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2" h="35440" extrusionOk="0">
                      <a:moveTo>
                        <a:pt x="40817" y="1"/>
                      </a:moveTo>
                      <a:lnTo>
                        <a:pt x="37420" y="3383"/>
                      </a:lnTo>
                      <a:lnTo>
                        <a:pt x="41213" y="7177"/>
                      </a:lnTo>
                      <a:lnTo>
                        <a:pt x="44611" y="3779"/>
                      </a:lnTo>
                      <a:lnTo>
                        <a:pt x="40817" y="1"/>
                      </a:lnTo>
                      <a:close/>
                      <a:moveTo>
                        <a:pt x="22184" y="4099"/>
                      </a:moveTo>
                      <a:lnTo>
                        <a:pt x="18801" y="7482"/>
                      </a:lnTo>
                      <a:lnTo>
                        <a:pt x="22595" y="11275"/>
                      </a:lnTo>
                      <a:lnTo>
                        <a:pt x="25978" y="7878"/>
                      </a:lnTo>
                      <a:lnTo>
                        <a:pt x="22184" y="4099"/>
                      </a:lnTo>
                      <a:close/>
                      <a:moveTo>
                        <a:pt x="15983" y="10300"/>
                      </a:moveTo>
                      <a:lnTo>
                        <a:pt x="12585" y="13698"/>
                      </a:lnTo>
                      <a:lnTo>
                        <a:pt x="16379" y="17476"/>
                      </a:lnTo>
                      <a:lnTo>
                        <a:pt x="19776" y="14094"/>
                      </a:lnTo>
                      <a:lnTo>
                        <a:pt x="15983" y="10300"/>
                      </a:lnTo>
                      <a:close/>
                      <a:moveTo>
                        <a:pt x="9431" y="16852"/>
                      </a:moveTo>
                      <a:lnTo>
                        <a:pt x="6034" y="20249"/>
                      </a:lnTo>
                      <a:lnTo>
                        <a:pt x="15190" y="29406"/>
                      </a:lnTo>
                      <a:lnTo>
                        <a:pt x="18588" y="26008"/>
                      </a:lnTo>
                      <a:lnTo>
                        <a:pt x="9431" y="16852"/>
                      </a:lnTo>
                      <a:close/>
                      <a:moveTo>
                        <a:pt x="3383" y="22885"/>
                      </a:moveTo>
                      <a:lnTo>
                        <a:pt x="0" y="26283"/>
                      </a:lnTo>
                      <a:lnTo>
                        <a:pt x="9157" y="35440"/>
                      </a:lnTo>
                      <a:lnTo>
                        <a:pt x="12555" y="32057"/>
                      </a:lnTo>
                      <a:lnTo>
                        <a:pt x="3383" y="22885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019" name="Google Shape;1019;p23"/>
              <p:cNvGrpSpPr/>
              <p:nvPr/>
            </p:nvGrpSpPr>
            <p:grpSpPr>
              <a:xfrm>
                <a:off x="-494406" y="-252396"/>
                <a:ext cx="1741563" cy="1288563"/>
                <a:chOff x="-494406" y="-252396"/>
                <a:chExt cx="1741563" cy="1288563"/>
              </a:xfrm>
            </p:grpSpPr>
            <p:sp>
              <p:nvSpPr>
                <p:cNvPr id="1020" name="Google Shape;1020;p23"/>
                <p:cNvSpPr/>
                <p:nvPr/>
              </p:nvSpPr>
              <p:spPr>
                <a:xfrm rot="2700000">
                  <a:off x="137431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21" name="Google Shape;1021;p23"/>
                <p:cNvSpPr/>
                <p:nvPr/>
              </p:nvSpPr>
              <p:spPr>
                <a:xfrm rot="2700000">
                  <a:off x="-315569" y="-53821"/>
                  <a:ext cx="930891" cy="8914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0C0A9E">
                        <a:alpha val="20000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022" name="Google Shape;1022;p23"/>
            <p:cNvGrpSpPr/>
            <p:nvPr/>
          </p:nvGrpSpPr>
          <p:grpSpPr>
            <a:xfrm>
              <a:off x="5643425" y="4968525"/>
              <a:ext cx="439200" cy="439100"/>
              <a:chOff x="1101075" y="2142375"/>
              <a:chExt cx="439200" cy="439100"/>
            </a:xfrm>
          </p:grpSpPr>
          <p:sp>
            <p:nvSpPr>
              <p:cNvPr id="1023" name="Google Shape;1023;p23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24" name="Google Shape;1024;p23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pic>
        <p:nvPicPr>
          <p:cNvPr id="1025" name="Google Shape;1025;p23"/>
          <p:cNvPicPr preferRelativeResize="0"/>
          <p:nvPr/>
        </p:nvPicPr>
        <p:blipFill rotWithShape="1">
          <a:blip r:embed="rId2">
            <a:alphaModFix/>
          </a:blip>
          <a:srcRect l="16960" t="24718" r="7121" b="26177"/>
          <a:stretch/>
        </p:blipFill>
        <p:spPr>
          <a:xfrm rot="5400000">
            <a:off x="-1910467" y="1177267"/>
            <a:ext cx="3255933" cy="2484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26" name="Google Shape;1026;p23"/>
          <p:cNvGrpSpPr/>
          <p:nvPr/>
        </p:nvGrpSpPr>
        <p:grpSpPr>
          <a:xfrm rot="10800000">
            <a:off x="8060934" y="317301"/>
            <a:ext cx="6078623" cy="178800"/>
            <a:chOff x="796100" y="3019701"/>
            <a:chExt cx="4558967" cy="134100"/>
          </a:xfrm>
        </p:grpSpPr>
        <p:sp>
          <p:nvSpPr>
            <p:cNvPr id="1027" name="Google Shape;1027;p23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028" name="Google Shape;1028;p23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29" name="Google Shape;1029;p23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030" name="Google Shape;1030;p23"/>
          <p:cNvGrpSpPr/>
          <p:nvPr/>
        </p:nvGrpSpPr>
        <p:grpSpPr>
          <a:xfrm>
            <a:off x="-1525000" y="5234517"/>
            <a:ext cx="6078623" cy="2023716"/>
            <a:chOff x="-1143750" y="3849687"/>
            <a:chExt cx="4558967" cy="1517787"/>
          </a:xfrm>
        </p:grpSpPr>
        <p:grpSp>
          <p:nvGrpSpPr>
            <p:cNvPr id="1031" name="Google Shape;1031;p23"/>
            <p:cNvGrpSpPr/>
            <p:nvPr/>
          </p:nvGrpSpPr>
          <p:grpSpPr>
            <a:xfrm rot="5400000">
              <a:off x="-805838" y="4155104"/>
              <a:ext cx="1517787" cy="906953"/>
              <a:chOff x="-55500" y="4835979"/>
              <a:chExt cx="1517787" cy="906953"/>
            </a:xfrm>
          </p:grpSpPr>
          <p:sp>
            <p:nvSpPr>
              <p:cNvPr id="1032" name="Google Shape;1032;p23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33" name="Google Shape;1033;p23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34" name="Google Shape;1034;p23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35" name="Google Shape;1035;p23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036" name="Google Shape;1036;p23"/>
            <p:cNvGrpSpPr/>
            <p:nvPr/>
          </p:nvGrpSpPr>
          <p:grpSpPr>
            <a:xfrm>
              <a:off x="-549966" y="3946426"/>
              <a:ext cx="2833357" cy="1421047"/>
              <a:chOff x="-677366" y="4067276"/>
              <a:chExt cx="2833357" cy="1421047"/>
            </a:xfrm>
          </p:grpSpPr>
          <p:sp>
            <p:nvSpPr>
              <p:cNvPr id="1037" name="Google Shape;1037;p23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038" name="Google Shape;1038;p23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039" name="Google Shape;1039;p2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0" name="Google Shape;1040;p2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041" name="Google Shape;1041;p23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042" name="Google Shape;1042;p23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043" name="Google Shape;1043;p23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044" name="Google Shape;1044;p23"/>
            <p:cNvSpPr/>
            <p:nvPr/>
          </p:nvSpPr>
          <p:spPr>
            <a:xfrm rot="-5400000">
              <a:off x="362395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045" name="Google Shape;1045;p23"/>
            <p:cNvGrpSpPr/>
            <p:nvPr/>
          </p:nvGrpSpPr>
          <p:grpSpPr>
            <a:xfrm>
              <a:off x="-1143750" y="4741576"/>
              <a:ext cx="4558967" cy="134100"/>
              <a:chOff x="796100" y="3019701"/>
              <a:chExt cx="4558967" cy="134100"/>
            </a:xfrm>
          </p:grpSpPr>
          <p:sp>
            <p:nvSpPr>
              <p:cNvPr id="1046" name="Google Shape;1046;p23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1047" name="Google Shape;1047;p23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48" name="Google Shape;1048;p23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195757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0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0" name="Google Shape;1050;p24"/>
          <p:cNvGrpSpPr/>
          <p:nvPr/>
        </p:nvGrpSpPr>
        <p:grpSpPr>
          <a:xfrm>
            <a:off x="9412738" y="-2849077"/>
            <a:ext cx="5590343" cy="6078623"/>
            <a:chOff x="6983353" y="-2136808"/>
            <a:chExt cx="4192757" cy="4558967"/>
          </a:xfrm>
        </p:grpSpPr>
        <p:grpSp>
          <p:nvGrpSpPr>
            <p:cNvPr id="1051" name="Google Shape;1051;p24"/>
            <p:cNvGrpSpPr/>
            <p:nvPr/>
          </p:nvGrpSpPr>
          <p:grpSpPr>
            <a:xfrm rot="-509296">
              <a:off x="7187207" y="-982000"/>
              <a:ext cx="3785049" cy="3043008"/>
              <a:chOff x="7103825" y="-713112"/>
              <a:chExt cx="3785226" cy="3043150"/>
            </a:xfrm>
          </p:grpSpPr>
          <p:sp>
            <p:nvSpPr>
              <p:cNvPr id="1052" name="Google Shape;1052;p24"/>
              <p:cNvSpPr/>
              <p:nvPr/>
            </p:nvSpPr>
            <p:spPr>
              <a:xfrm rot="-3600017">
                <a:off x="7761095" y="-21"/>
                <a:ext cx="2152450" cy="1864030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053" name="Google Shape;1053;p24"/>
              <p:cNvPicPr preferRelativeResize="0"/>
              <p:nvPr/>
            </p:nvPicPr>
            <p:blipFill rotWithShape="1">
              <a:blip r:embed="rId2">
                <a:alphaModFix/>
              </a:blip>
              <a:srcRect t="17657" b="17663"/>
              <a:stretch/>
            </p:blipFill>
            <p:spPr>
              <a:xfrm>
                <a:off x="7103825" y="-713112"/>
                <a:ext cx="3785226" cy="288897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54" name="Google Shape;1054;p24"/>
            <p:cNvGrpSpPr/>
            <p:nvPr/>
          </p:nvGrpSpPr>
          <p:grpSpPr>
            <a:xfrm rot="5400000">
              <a:off x="6489450" y="75626"/>
              <a:ext cx="4558967" cy="134100"/>
              <a:chOff x="796100" y="3019701"/>
              <a:chExt cx="4558967" cy="134100"/>
            </a:xfrm>
          </p:grpSpPr>
          <p:sp>
            <p:nvSpPr>
              <p:cNvPr id="1055" name="Google Shape;1055;p24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1056" name="Google Shape;1056;p24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57" name="Google Shape;1057;p24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sp>
        <p:nvSpPr>
          <p:cNvPr id="1058" name="Google Shape;1058;p24"/>
          <p:cNvSpPr txBox="1">
            <a:spLocks noGrp="1"/>
          </p:cNvSpPr>
          <p:nvPr>
            <p:ph type="subTitle" idx="1"/>
          </p:nvPr>
        </p:nvSpPr>
        <p:spPr>
          <a:xfrm>
            <a:off x="960000" y="3533300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59" name="Google Shape;1059;p24"/>
          <p:cNvSpPr txBox="1">
            <a:spLocks noGrp="1"/>
          </p:cNvSpPr>
          <p:nvPr>
            <p:ph type="subTitle" idx="2"/>
          </p:nvPr>
        </p:nvSpPr>
        <p:spPr>
          <a:xfrm>
            <a:off x="4779312" y="3533300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60" name="Google Shape;1060;p24"/>
          <p:cNvSpPr txBox="1">
            <a:spLocks noGrp="1"/>
          </p:cNvSpPr>
          <p:nvPr>
            <p:ph type="subTitle" idx="3"/>
          </p:nvPr>
        </p:nvSpPr>
        <p:spPr>
          <a:xfrm>
            <a:off x="8598633" y="3533300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61" name="Google Shape;1061;p2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62" name="Google Shape;1062;p24"/>
          <p:cNvSpPr txBox="1">
            <a:spLocks noGrp="1"/>
          </p:cNvSpPr>
          <p:nvPr>
            <p:ph type="subTitle" idx="4"/>
          </p:nvPr>
        </p:nvSpPr>
        <p:spPr>
          <a:xfrm>
            <a:off x="960000" y="3098500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63" name="Google Shape;1063;p24"/>
          <p:cNvSpPr txBox="1">
            <a:spLocks noGrp="1"/>
          </p:cNvSpPr>
          <p:nvPr>
            <p:ph type="subTitle" idx="5"/>
          </p:nvPr>
        </p:nvSpPr>
        <p:spPr>
          <a:xfrm>
            <a:off x="4779311" y="3098500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64" name="Google Shape;1064;p24"/>
          <p:cNvSpPr txBox="1">
            <a:spLocks noGrp="1"/>
          </p:cNvSpPr>
          <p:nvPr>
            <p:ph type="subTitle" idx="6"/>
          </p:nvPr>
        </p:nvSpPr>
        <p:spPr>
          <a:xfrm>
            <a:off x="8598629" y="3098500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65" name="Google Shape;1065;p24"/>
          <p:cNvGrpSpPr/>
          <p:nvPr/>
        </p:nvGrpSpPr>
        <p:grpSpPr>
          <a:xfrm>
            <a:off x="8090101" y="3728833"/>
            <a:ext cx="5341684" cy="6361536"/>
            <a:chOff x="5915175" y="2339425"/>
            <a:chExt cx="4006263" cy="4771152"/>
          </a:xfrm>
        </p:grpSpPr>
        <p:sp>
          <p:nvSpPr>
            <p:cNvPr id="1066" name="Google Shape;1066;p24"/>
            <p:cNvSpPr/>
            <p:nvPr/>
          </p:nvSpPr>
          <p:spPr>
            <a:xfrm>
              <a:off x="5915175" y="2361286"/>
              <a:ext cx="4006263" cy="4749291"/>
            </a:xfrm>
            <a:custGeom>
              <a:avLst/>
              <a:gdLst/>
              <a:ahLst/>
              <a:cxnLst/>
              <a:rect l="l" t="t" r="r" b="b"/>
              <a:pathLst>
                <a:path w="97678" h="115794" extrusionOk="0">
                  <a:moveTo>
                    <a:pt x="97449" y="0"/>
                  </a:moveTo>
                  <a:lnTo>
                    <a:pt x="76805" y="20645"/>
                  </a:lnTo>
                  <a:lnTo>
                    <a:pt x="76744" y="20691"/>
                  </a:lnTo>
                  <a:lnTo>
                    <a:pt x="76744" y="35927"/>
                  </a:lnTo>
                  <a:lnTo>
                    <a:pt x="63107" y="49563"/>
                  </a:lnTo>
                  <a:lnTo>
                    <a:pt x="63077" y="49608"/>
                  </a:lnTo>
                  <a:lnTo>
                    <a:pt x="63077" y="56571"/>
                  </a:lnTo>
                  <a:lnTo>
                    <a:pt x="61005" y="58659"/>
                  </a:lnTo>
                  <a:lnTo>
                    <a:pt x="61005" y="62407"/>
                  </a:lnTo>
                  <a:lnTo>
                    <a:pt x="52473" y="70939"/>
                  </a:lnTo>
                  <a:lnTo>
                    <a:pt x="52412" y="70969"/>
                  </a:lnTo>
                  <a:lnTo>
                    <a:pt x="52412" y="78541"/>
                  </a:lnTo>
                  <a:lnTo>
                    <a:pt x="46912" y="84057"/>
                  </a:lnTo>
                  <a:lnTo>
                    <a:pt x="46912" y="89633"/>
                  </a:lnTo>
                  <a:lnTo>
                    <a:pt x="33123" y="103406"/>
                  </a:lnTo>
                  <a:lnTo>
                    <a:pt x="12174" y="103406"/>
                  </a:lnTo>
                  <a:lnTo>
                    <a:pt x="0" y="115565"/>
                  </a:lnTo>
                  <a:lnTo>
                    <a:pt x="229" y="115793"/>
                  </a:lnTo>
                  <a:lnTo>
                    <a:pt x="12280" y="103711"/>
                  </a:lnTo>
                  <a:lnTo>
                    <a:pt x="33245" y="103711"/>
                  </a:lnTo>
                  <a:lnTo>
                    <a:pt x="47155" y="89801"/>
                  </a:lnTo>
                  <a:lnTo>
                    <a:pt x="47216" y="89770"/>
                  </a:lnTo>
                  <a:lnTo>
                    <a:pt x="47216" y="84179"/>
                  </a:lnTo>
                  <a:lnTo>
                    <a:pt x="52732" y="78663"/>
                  </a:lnTo>
                  <a:lnTo>
                    <a:pt x="52732" y="71106"/>
                  </a:lnTo>
                  <a:lnTo>
                    <a:pt x="61264" y="62574"/>
                  </a:lnTo>
                  <a:lnTo>
                    <a:pt x="61310" y="62513"/>
                  </a:lnTo>
                  <a:lnTo>
                    <a:pt x="61310" y="58780"/>
                  </a:lnTo>
                  <a:lnTo>
                    <a:pt x="63382" y="56708"/>
                  </a:lnTo>
                  <a:lnTo>
                    <a:pt x="63382" y="49730"/>
                  </a:lnTo>
                  <a:lnTo>
                    <a:pt x="77018" y="36109"/>
                  </a:lnTo>
                  <a:lnTo>
                    <a:pt x="77048" y="36064"/>
                  </a:lnTo>
                  <a:lnTo>
                    <a:pt x="77048" y="20828"/>
                  </a:lnTo>
                  <a:lnTo>
                    <a:pt x="97678" y="198"/>
                  </a:lnTo>
                  <a:lnTo>
                    <a:pt x="97449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7" name="Google Shape;1067;p24"/>
            <p:cNvSpPr/>
            <p:nvPr/>
          </p:nvSpPr>
          <p:spPr>
            <a:xfrm>
              <a:off x="6873793" y="2339425"/>
              <a:ext cx="2925190" cy="3057668"/>
            </a:xfrm>
            <a:custGeom>
              <a:avLst/>
              <a:gdLst/>
              <a:ahLst/>
              <a:cxnLst/>
              <a:rect l="l" t="t" r="r" b="b"/>
              <a:pathLst>
                <a:path w="71320" h="74550" extrusionOk="0">
                  <a:moveTo>
                    <a:pt x="71091" y="0"/>
                  </a:moveTo>
                  <a:lnTo>
                    <a:pt x="59679" y="11397"/>
                  </a:lnTo>
                  <a:lnTo>
                    <a:pt x="54895" y="11397"/>
                  </a:lnTo>
                  <a:lnTo>
                    <a:pt x="41015" y="25307"/>
                  </a:lnTo>
                  <a:lnTo>
                    <a:pt x="40954" y="25337"/>
                  </a:lnTo>
                  <a:lnTo>
                    <a:pt x="40954" y="42325"/>
                  </a:lnTo>
                  <a:lnTo>
                    <a:pt x="31767" y="51528"/>
                  </a:lnTo>
                  <a:lnTo>
                    <a:pt x="31721" y="51574"/>
                  </a:lnTo>
                  <a:lnTo>
                    <a:pt x="31721" y="59237"/>
                  </a:lnTo>
                  <a:lnTo>
                    <a:pt x="22824" y="68135"/>
                  </a:lnTo>
                  <a:lnTo>
                    <a:pt x="6186" y="68135"/>
                  </a:lnTo>
                  <a:lnTo>
                    <a:pt x="0" y="74321"/>
                  </a:lnTo>
                  <a:lnTo>
                    <a:pt x="229" y="74549"/>
                  </a:lnTo>
                  <a:lnTo>
                    <a:pt x="6323" y="68455"/>
                  </a:lnTo>
                  <a:lnTo>
                    <a:pt x="22945" y="68455"/>
                  </a:lnTo>
                  <a:lnTo>
                    <a:pt x="31980" y="59420"/>
                  </a:lnTo>
                  <a:lnTo>
                    <a:pt x="32026" y="59374"/>
                  </a:lnTo>
                  <a:lnTo>
                    <a:pt x="32026" y="51695"/>
                  </a:lnTo>
                  <a:lnTo>
                    <a:pt x="41229" y="42508"/>
                  </a:lnTo>
                  <a:lnTo>
                    <a:pt x="41259" y="42463"/>
                  </a:lnTo>
                  <a:lnTo>
                    <a:pt x="41259" y="25475"/>
                  </a:lnTo>
                  <a:lnTo>
                    <a:pt x="55032" y="11732"/>
                  </a:lnTo>
                  <a:lnTo>
                    <a:pt x="59786" y="11732"/>
                  </a:lnTo>
                  <a:lnTo>
                    <a:pt x="71320" y="213"/>
                  </a:lnTo>
                  <a:lnTo>
                    <a:pt x="71091" y="0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068" name="Google Shape;1068;p24"/>
            <p:cNvGrpSpPr/>
            <p:nvPr/>
          </p:nvGrpSpPr>
          <p:grpSpPr>
            <a:xfrm>
              <a:off x="7520550" y="4608575"/>
              <a:ext cx="582050" cy="582425"/>
              <a:chOff x="959750" y="3039275"/>
              <a:chExt cx="582050" cy="582425"/>
            </a:xfrm>
          </p:grpSpPr>
          <p:sp>
            <p:nvSpPr>
              <p:cNvPr id="1069" name="Google Shape;1069;p24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0" name="Google Shape;1070;p24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1" name="Google Shape;1071;p24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2" name="Google Shape;1072;p24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3" name="Google Shape;1073;p24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4" name="Google Shape;1074;p24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5" name="Google Shape;1075;p24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076" name="Google Shape;1076;p24"/>
            <p:cNvGrpSpPr/>
            <p:nvPr/>
          </p:nvGrpSpPr>
          <p:grpSpPr>
            <a:xfrm>
              <a:off x="8484675" y="3658275"/>
              <a:ext cx="582050" cy="582425"/>
              <a:chOff x="959750" y="3039275"/>
              <a:chExt cx="582050" cy="582425"/>
            </a:xfrm>
          </p:grpSpPr>
          <p:sp>
            <p:nvSpPr>
              <p:cNvPr id="1077" name="Google Shape;1077;p24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8" name="Google Shape;1078;p24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79" name="Google Shape;1079;p24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80" name="Google Shape;1080;p24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81" name="Google Shape;1081;p24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82" name="Google Shape;1082;p24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83" name="Google Shape;1083;p24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084" name="Google Shape;1084;p24"/>
          <p:cNvGrpSpPr/>
          <p:nvPr/>
        </p:nvGrpSpPr>
        <p:grpSpPr>
          <a:xfrm>
            <a:off x="-313821" y="5104739"/>
            <a:ext cx="6999145" cy="3989632"/>
            <a:chOff x="-258616" y="3430829"/>
            <a:chExt cx="5249359" cy="2992224"/>
          </a:xfrm>
        </p:grpSpPr>
        <p:pic>
          <p:nvPicPr>
            <p:cNvPr id="1085" name="Google Shape;1085;p24"/>
            <p:cNvPicPr preferRelativeResize="0"/>
            <p:nvPr/>
          </p:nvPicPr>
          <p:blipFill rotWithShape="1">
            <a:blip r:embed="rId3">
              <a:alphaModFix/>
            </a:blip>
            <a:srcRect l="16960" t="24718" r="7121" b="26177"/>
            <a:stretch/>
          </p:blipFill>
          <p:spPr>
            <a:xfrm>
              <a:off x="1070243" y="3430829"/>
              <a:ext cx="3920501" cy="2992224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86" name="Google Shape;1086;p24"/>
            <p:cNvSpPr/>
            <p:nvPr/>
          </p:nvSpPr>
          <p:spPr>
            <a:xfrm>
              <a:off x="363250" y="4667754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7" name="Google Shape;1087;p24"/>
            <p:cNvSpPr/>
            <p:nvPr/>
          </p:nvSpPr>
          <p:spPr>
            <a:xfrm>
              <a:off x="941424" y="4724302"/>
              <a:ext cx="340329" cy="325895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8" name="Google Shape;1088;p24"/>
            <p:cNvSpPr/>
            <p:nvPr/>
          </p:nvSpPr>
          <p:spPr>
            <a:xfrm>
              <a:off x="820562" y="49581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>
                    <a:alpha val="31360"/>
                  </a:schemeClr>
                </a:gs>
                <a:gs pos="22000">
                  <a:schemeClr val="lt1">
                    <a:alpha val="31360"/>
                  </a:schemeClr>
                </a:gs>
                <a:gs pos="45000">
                  <a:srgbClr val="FFFFFF">
                    <a:alpha val="0"/>
                    <a:alpha val="31360"/>
                  </a:srgbClr>
                </a:gs>
                <a:gs pos="100000">
                  <a:srgbClr val="0C0A9E">
                    <a:alpha val="50196"/>
                    <a:alpha val="3136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9" name="Google Shape;1089;p24"/>
            <p:cNvSpPr/>
            <p:nvPr/>
          </p:nvSpPr>
          <p:spPr>
            <a:xfrm>
              <a:off x="1299000" y="4608579"/>
              <a:ext cx="582037" cy="55735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22000">
                  <a:schemeClr val="lt1"/>
                </a:gs>
                <a:gs pos="45000">
                  <a:srgbClr val="FFFFFF">
                    <a:alpha val="0"/>
                  </a:srgbClr>
                </a:gs>
                <a:gs pos="100000">
                  <a:srgbClr val="0C0A9E">
                    <a:alpha val="50196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90" name="Google Shape;1090;p24"/>
            <p:cNvSpPr/>
            <p:nvPr/>
          </p:nvSpPr>
          <p:spPr>
            <a:xfrm rot="5400000">
              <a:off x="447539" y="3133720"/>
              <a:ext cx="1421047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091" name="Google Shape;1091;p24"/>
            <p:cNvGrpSpPr/>
            <p:nvPr/>
          </p:nvGrpSpPr>
          <p:grpSpPr>
            <a:xfrm>
              <a:off x="736485" y="4387072"/>
              <a:ext cx="161977" cy="161940"/>
              <a:chOff x="1101075" y="2142375"/>
              <a:chExt cx="439200" cy="439100"/>
            </a:xfrm>
          </p:grpSpPr>
          <p:sp>
            <p:nvSpPr>
              <p:cNvPr id="1092" name="Google Shape;1092;p24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93" name="Google Shape;1093;p24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094" name="Google Shape;1094;p24"/>
            <p:cNvGrpSpPr/>
            <p:nvPr/>
          </p:nvGrpSpPr>
          <p:grpSpPr>
            <a:xfrm rot="10800000">
              <a:off x="2118901" y="4805293"/>
              <a:ext cx="161977" cy="161940"/>
              <a:chOff x="1101075" y="2142375"/>
              <a:chExt cx="439200" cy="439100"/>
            </a:xfrm>
          </p:grpSpPr>
          <p:sp>
            <p:nvSpPr>
              <p:cNvPr id="1095" name="Google Shape;1095;p24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096" name="Google Shape;1096;p24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78000">
                    <a:schemeClr val="lt1"/>
                  </a:gs>
                  <a:gs pos="100000">
                    <a:schemeClr val="lt1"/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097" name="Google Shape;1097;p24"/>
          <p:cNvGrpSpPr/>
          <p:nvPr/>
        </p:nvGrpSpPr>
        <p:grpSpPr>
          <a:xfrm>
            <a:off x="-687417" y="-1063994"/>
            <a:ext cx="1911223" cy="3446377"/>
            <a:chOff x="-363163" y="-645596"/>
            <a:chExt cx="1433417" cy="2584783"/>
          </a:xfrm>
        </p:grpSpPr>
        <p:grpSp>
          <p:nvGrpSpPr>
            <p:cNvPr id="1098" name="Google Shape;1098;p24"/>
            <p:cNvGrpSpPr/>
            <p:nvPr/>
          </p:nvGrpSpPr>
          <p:grpSpPr>
            <a:xfrm rot="10800000">
              <a:off x="-64595" y="-645596"/>
              <a:ext cx="1134849" cy="2370191"/>
              <a:chOff x="-575575" y="3685599"/>
              <a:chExt cx="1421048" cy="2967932"/>
            </a:xfrm>
          </p:grpSpPr>
          <p:sp>
            <p:nvSpPr>
              <p:cNvPr id="1099" name="Google Shape;1099;p24"/>
              <p:cNvSpPr/>
              <p:nvPr/>
            </p:nvSpPr>
            <p:spPr>
              <a:xfrm>
                <a:off x="-575575" y="3685599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0" name="Google Shape;1100;p24"/>
              <p:cNvSpPr/>
              <p:nvPr/>
            </p:nvSpPr>
            <p:spPr>
              <a:xfrm rot="10800000">
                <a:off x="-575573" y="3820175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sp>
          <p:nvSpPr>
            <p:cNvPr id="1101" name="Google Shape;1101;p24"/>
            <p:cNvSpPr/>
            <p:nvPr/>
          </p:nvSpPr>
          <p:spPr>
            <a:xfrm>
              <a:off x="0" y="361650"/>
              <a:ext cx="581991" cy="575861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02" name="Google Shape;1102;p24"/>
            <p:cNvSpPr/>
            <p:nvPr/>
          </p:nvSpPr>
          <p:spPr>
            <a:xfrm>
              <a:off x="131225" y="0"/>
              <a:ext cx="581991" cy="575861"/>
            </a:xfrm>
            <a:custGeom>
              <a:avLst/>
              <a:gdLst/>
              <a:ahLst/>
              <a:cxnLst/>
              <a:rect l="l" t="t" r="r" b="b"/>
              <a:pathLst>
                <a:path w="36171" h="35790" extrusionOk="0">
                  <a:moveTo>
                    <a:pt x="34030" y="1"/>
                  </a:moveTo>
                  <a:cubicBezTo>
                    <a:pt x="33531" y="1"/>
                    <a:pt x="33032" y="191"/>
                    <a:pt x="32651" y="572"/>
                  </a:cubicBezTo>
                  <a:cubicBezTo>
                    <a:pt x="31890" y="1334"/>
                    <a:pt x="31890" y="2568"/>
                    <a:pt x="32651" y="3330"/>
                  </a:cubicBezTo>
                  <a:cubicBezTo>
                    <a:pt x="33032" y="3711"/>
                    <a:pt x="33531" y="3901"/>
                    <a:pt x="34030" y="3901"/>
                  </a:cubicBezTo>
                  <a:cubicBezTo>
                    <a:pt x="34529" y="3901"/>
                    <a:pt x="35028" y="3711"/>
                    <a:pt x="35409" y="3330"/>
                  </a:cubicBezTo>
                  <a:cubicBezTo>
                    <a:pt x="36171" y="2568"/>
                    <a:pt x="36171" y="1334"/>
                    <a:pt x="35409" y="572"/>
                  </a:cubicBezTo>
                  <a:cubicBezTo>
                    <a:pt x="35028" y="191"/>
                    <a:pt x="34529" y="1"/>
                    <a:pt x="34030" y="1"/>
                  </a:cubicBezTo>
                  <a:close/>
                  <a:moveTo>
                    <a:pt x="27662" y="6385"/>
                  </a:moveTo>
                  <a:cubicBezTo>
                    <a:pt x="27163" y="6385"/>
                    <a:pt x="26664" y="6575"/>
                    <a:pt x="26283" y="6956"/>
                  </a:cubicBezTo>
                  <a:cubicBezTo>
                    <a:pt x="25521" y="7718"/>
                    <a:pt x="25521" y="8952"/>
                    <a:pt x="26283" y="9714"/>
                  </a:cubicBezTo>
                  <a:cubicBezTo>
                    <a:pt x="26664" y="10095"/>
                    <a:pt x="27163" y="10285"/>
                    <a:pt x="27662" y="10285"/>
                  </a:cubicBezTo>
                  <a:cubicBezTo>
                    <a:pt x="28161" y="10285"/>
                    <a:pt x="28660" y="10095"/>
                    <a:pt x="29040" y="9714"/>
                  </a:cubicBezTo>
                  <a:cubicBezTo>
                    <a:pt x="29802" y="8952"/>
                    <a:pt x="29802" y="7718"/>
                    <a:pt x="29040" y="6956"/>
                  </a:cubicBezTo>
                  <a:cubicBezTo>
                    <a:pt x="28660" y="6575"/>
                    <a:pt x="28161" y="6385"/>
                    <a:pt x="27662" y="6385"/>
                  </a:cubicBezTo>
                  <a:close/>
                  <a:moveTo>
                    <a:pt x="21285" y="12753"/>
                  </a:moveTo>
                  <a:cubicBezTo>
                    <a:pt x="20783" y="12753"/>
                    <a:pt x="20280" y="12944"/>
                    <a:pt x="19899" y="13325"/>
                  </a:cubicBezTo>
                  <a:cubicBezTo>
                    <a:pt x="19137" y="14086"/>
                    <a:pt x="19137" y="15336"/>
                    <a:pt x="19899" y="16097"/>
                  </a:cubicBezTo>
                  <a:cubicBezTo>
                    <a:pt x="20280" y="16478"/>
                    <a:pt x="20783" y="16669"/>
                    <a:pt x="21285" y="16669"/>
                  </a:cubicBezTo>
                  <a:cubicBezTo>
                    <a:pt x="21788" y="16669"/>
                    <a:pt x="22291" y="16478"/>
                    <a:pt x="22672" y="16097"/>
                  </a:cubicBezTo>
                  <a:cubicBezTo>
                    <a:pt x="23434" y="15336"/>
                    <a:pt x="23434" y="14086"/>
                    <a:pt x="22672" y="13325"/>
                  </a:cubicBezTo>
                  <a:cubicBezTo>
                    <a:pt x="22291" y="12944"/>
                    <a:pt x="21788" y="12753"/>
                    <a:pt x="21285" y="12753"/>
                  </a:cubicBezTo>
                  <a:close/>
                  <a:moveTo>
                    <a:pt x="14917" y="19128"/>
                  </a:moveTo>
                  <a:cubicBezTo>
                    <a:pt x="14415" y="19128"/>
                    <a:pt x="13913" y="19318"/>
                    <a:pt x="13530" y="19693"/>
                  </a:cubicBezTo>
                  <a:cubicBezTo>
                    <a:pt x="12768" y="20455"/>
                    <a:pt x="12768" y="21689"/>
                    <a:pt x="13530" y="22451"/>
                  </a:cubicBezTo>
                  <a:cubicBezTo>
                    <a:pt x="13911" y="22832"/>
                    <a:pt x="14410" y="23022"/>
                    <a:pt x="14909" y="23022"/>
                  </a:cubicBezTo>
                  <a:cubicBezTo>
                    <a:pt x="15408" y="23022"/>
                    <a:pt x="15907" y="22832"/>
                    <a:pt x="16288" y="22451"/>
                  </a:cubicBezTo>
                  <a:cubicBezTo>
                    <a:pt x="17050" y="21689"/>
                    <a:pt x="17050" y="20455"/>
                    <a:pt x="16288" y="19693"/>
                  </a:cubicBezTo>
                  <a:cubicBezTo>
                    <a:pt x="15909" y="19314"/>
                    <a:pt x="15413" y="19128"/>
                    <a:pt x="14917" y="19128"/>
                  </a:cubicBezTo>
                  <a:close/>
                  <a:moveTo>
                    <a:pt x="8525" y="25506"/>
                  </a:moveTo>
                  <a:cubicBezTo>
                    <a:pt x="8026" y="25506"/>
                    <a:pt x="7527" y="25696"/>
                    <a:pt x="7146" y="26077"/>
                  </a:cubicBezTo>
                  <a:cubicBezTo>
                    <a:pt x="6385" y="26839"/>
                    <a:pt x="6385" y="28073"/>
                    <a:pt x="7146" y="28835"/>
                  </a:cubicBezTo>
                  <a:cubicBezTo>
                    <a:pt x="7527" y="29216"/>
                    <a:pt x="8026" y="29406"/>
                    <a:pt x="8525" y="29406"/>
                  </a:cubicBezTo>
                  <a:cubicBezTo>
                    <a:pt x="9024" y="29406"/>
                    <a:pt x="9523" y="29216"/>
                    <a:pt x="9904" y="28835"/>
                  </a:cubicBezTo>
                  <a:cubicBezTo>
                    <a:pt x="10666" y="28073"/>
                    <a:pt x="10666" y="26839"/>
                    <a:pt x="9904" y="26077"/>
                  </a:cubicBezTo>
                  <a:cubicBezTo>
                    <a:pt x="9523" y="25696"/>
                    <a:pt x="9024" y="25506"/>
                    <a:pt x="8525" y="25506"/>
                  </a:cubicBezTo>
                  <a:close/>
                  <a:moveTo>
                    <a:pt x="2141" y="31874"/>
                  </a:moveTo>
                  <a:cubicBezTo>
                    <a:pt x="1642" y="31874"/>
                    <a:pt x="1143" y="32065"/>
                    <a:pt x="763" y="32446"/>
                  </a:cubicBezTo>
                  <a:cubicBezTo>
                    <a:pt x="1" y="33207"/>
                    <a:pt x="1" y="34457"/>
                    <a:pt x="763" y="35219"/>
                  </a:cubicBezTo>
                  <a:cubicBezTo>
                    <a:pt x="1143" y="35599"/>
                    <a:pt x="1642" y="35790"/>
                    <a:pt x="2141" y="35790"/>
                  </a:cubicBezTo>
                  <a:cubicBezTo>
                    <a:pt x="2640" y="35790"/>
                    <a:pt x="3139" y="35599"/>
                    <a:pt x="3520" y="35219"/>
                  </a:cubicBezTo>
                  <a:cubicBezTo>
                    <a:pt x="4282" y="34457"/>
                    <a:pt x="4282" y="33207"/>
                    <a:pt x="3520" y="32446"/>
                  </a:cubicBezTo>
                  <a:cubicBezTo>
                    <a:pt x="3139" y="32065"/>
                    <a:pt x="2640" y="31874"/>
                    <a:pt x="2141" y="31874"/>
                  </a:cubicBezTo>
                  <a:close/>
                </a:path>
              </a:pathLst>
            </a:custGeom>
            <a:gradFill>
              <a:gsLst>
                <a:gs pos="0">
                  <a:schemeClr val="lt2">
                    <a:alpha val="46820"/>
                  </a:schemeClr>
                </a:gs>
                <a:gs pos="78000">
                  <a:schemeClr val="lt1">
                    <a:alpha val="46820"/>
                  </a:schemeClr>
                </a:gs>
                <a:gs pos="100000">
                  <a:schemeClr val="lt1">
                    <a:alpha val="46820"/>
                  </a:scheme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103" name="Google Shape;1103;p24"/>
            <p:cNvGrpSpPr/>
            <p:nvPr/>
          </p:nvGrpSpPr>
          <p:grpSpPr>
            <a:xfrm rot="-2700000" flipH="1">
              <a:off x="-216370" y="1084101"/>
              <a:ext cx="708093" cy="708493"/>
              <a:chOff x="3678700" y="407275"/>
              <a:chExt cx="708100" cy="708500"/>
            </a:xfrm>
          </p:grpSpPr>
          <p:sp>
            <p:nvSpPr>
              <p:cNvPr id="1104" name="Google Shape;1104;p24"/>
              <p:cNvSpPr/>
              <p:nvPr/>
            </p:nvSpPr>
            <p:spPr>
              <a:xfrm>
                <a:off x="3678700" y="4072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5" name="Google Shape;1105;p24"/>
              <p:cNvSpPr/>
              <p:nvPr/>
            </p:nvSpPr>
            <p:spPr>
              <a:xfrm>
                <a:off x="3754875" y="483475"/>
                <a:ext cx="249900" cy="249875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5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6" name="Google Shape;1106;p24"/>
              <p:cNvSpPr/>
              <p:nvPr/>
            </p:nvSpPr>
            <p:spPr>
              <a:xfrm>
                <a:off x="3831425" y="560025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4" y="0"/>
                    </a:moveTo>
                    <a:lnTo>
                      <a:pt x="1" y="8594"/>
                    </a:lnTo>
                    <a:lnTo>
                      <a:pt x="1403" y="9995"/>
                    </a:lnTo>
                    <a:lnTo>
                      <a:pt x="9996" y="1402"/>
                    </a:lnTo>
                    <a:lnTo>
                      <a:pt x="8594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7" name="Google Shape;1107;p24"/>
              <p:cNvSpPr/>
              <p:nvPr/>
            </p:nvSpPr>
            <p:spPr>
              <a:xfrm>
                <a:off x="3907625" y="636575"/>
                <a:ext cx="249875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81" extrusionOk="0">
                    <a:moveTo>
                      <a:pt x="8593" y="1"/>
                    </a:moveTo>
                    <a:lnTo>
                      <a:pt x="0" y="8579"/>
                    </a:lnTo>
                    <a:lnTo>
                      <a:pt x="1402" y="9980"/>
                    </a:lnTo>
                    <a:lnTo>
                      <a:pt x="9995" y="1387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8" name="Google Shape;1108;p24"/>
              <p:cNvSpPr/>
              <p:nvPr/>
            </p:nvSpPr>
            <p:spPr>
              <a:xfrm>
                <a:off x="3984175" y="713150"/>
                <a:ext cx="249900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6" h="9996" extrusionOk="0">
                    <a:moveTo>
                      <a:pt x="8593" y="0"/>
                    </a:moveTo>
                    <a:lnTo>
                      <a:pt x="0" y="8593"/>
                    </a:lnTo>
                    <a:lnTo>
                      <a:pt x="1402" y="9995"/>
                    </a:lnTo>
                    <a:lnTo>
                      <a:pt x="9995" y="1402"/>
                    </a:lnTo>
                    <a:lnTo>
                      <a:pt x="859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09" name="Google Shape;1109;p24"/>
              <p:cNvSpPr/>
              <p:nvPr/>
            </p:nvSpPr>
            <p:spPr>
              <a:xfrm>
                <a:off x="4061125" y="789700"/>
                <a:ext cx="249500" cy="249525"/>
              </a:xfrm>
              <a:custGeom>
                <a:avLst/>
                <a:gdLst/>
                <a:ahLst/>
                <a:cxnLst/>
                <a:rect l="l" t="t" r="r" b="b"/>
                <a:pathLst>
                  <a:path w="9980" h="9981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80"/>
                    </a:lnTo>
                    <a:lnTo>
                      <a:pt x="9980" y="1402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10" name="Google Shape;1110;p24"/>
              <p:cNvSpPr/>
              <p:nvPr/>
            </p:nvSpPr>
            <p:spPr>
              <a:xfrm>
                <a:off x="4136925" y="865875"/>
                <a:ext cx="249875" cy="249900"/>
              </a:xfrm>
              <a:custGeom>
                <a:avLst/>
                <a:gdLst/>
                <a:ahLst/>
                <a:cxnLst/>
                <a:rect l="l" t="t" r="r" b="b"/>
                <a:pathLst>
                  <a:path w="9995" h="9996" extrusionOk="0">
                    <a:moveTo>
                      <a:pt x="8593" y="1"/>
                    </a:moveTo>
                    <a:lnTo>
                      <a:pt x="0" y="8594"/>
                    </a:lnTo>
                    <a:lnTo>
                      <a:pt x="1402" y="9996"/>
                    </a:lnTo>
                    <a:lnTo>
                      <a:pt x="9995" y="1403"/>
                    </a:lnTo>
                    <a:lnTo>
                      <a:pt x="8593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46820"/>
                    </a:srgbClr>
                  </a:gs>
                  <a:gs pos="100000">
                    <a:srgbClr val="FFFFFF">
                      <a:alpha val="0"/>
                      <a:alpha val="4682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618790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Title and three columns 1"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25"/>
          <p:cNvSpPr txBox="1">
            <a:spLocks noGrp="1"/>
          </p:cNvSpPr>
          <p:nvPr>
            <p:ph type="subTitle" idx="1"/>
          </p:nvPr>
        </p:nvSpPr>
        <p:spPr>
          <a:xfrm>
            <a:off x="960000" y="4693967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3" name="Google Shape;1113;p25"/>
          <p:cNvSpPr txBox="1">
            <a:spLocks noGrp="1"/>
          </p:cNvSpPr>
          <p:nvPr>
            <p:ph type="subTitle" idx="2"/>
          </p:nvPr>
        </p:nvSpPr>
        <p:spPr>
          <a:xfrm>
            <a:off x="4779312" y="4693967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4" name="Google Shape;1114;p25"/>
          <p:cNvSpPr txBox="1">
            <a:spLocks noGrp="1"/>
          </p:cNvSpPr>
          <p:nvPr>
            <p:ph type="subTitle" idx="3"/>
          </p:nvPr>
        </p:nvSpPr>
        <p:spPr>
          <a:xfrm>
            <a:off x="8598633" y="4693967"/>
            <a:ext cx="2642400" cy="145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5" name="Google Shape;1115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16" name="Google Shape;1116;p25"/>
          <p:cNvSpPr txBox="1">
            <a:spLocks noGrp="1"/>
          </p:cNvSpPr>
          <p:nvPr>
            <p:ph type="subTitle" idx="4"/>
          </p:nvPr>
        </p:nvSpPr>
        <p:spPr>
          <a:xfrm>
            <a:off x="960000" y="4259167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7" name="Google Shape;1117;p25"/>
          <p:cNvSpPr txBox="1">
            <a:spLocks noGrp="1"/>
          </p:cNvSpPr>
          <p:nvPr>
            <p:ph type="subTitle" idx="5"/>
          </p:nvPr>
        </p:nvSpPr>
        <p:spPr>
          <a:xfrm>
            <a:off x="4779311" y="4259167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8" name="Google Shape;1118;p25"/>
          <p:cNvSpPr txBox="1">
            <a:spLocks noGrp="1"/>
          </p:cNvSpPr>
          <p:nvPr>
            <p:ph type="subTitle" idx="6"/>
          </p:nvPr>
        </p:nvSpPr>
        <p:spPr>
          <a:xfrm>
            <a:off x="8598629" y="4259167"/>
            <a:ext cx="26424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9" name="Google Shape;1119;p25"/>
          <p:cNvSpPr>
            <a:spLocks noGrp="1"/>
          </p:cNvSpPr>
          <p:nvPr>
            <p:ph type="pic" idx="7"/>
          </p:nvPr>
        </p:nvSpPr>
        <p:spPr>
          <a:xfrm>
            <a:off x="960000" y="1649067"/>
            <a:ext cx="2642400" cy="22164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0" name="Google Shape;1120;p25"/>
          <p:cNvSpPr>
            <a:spLocks noGrp="1"/>
          </p:cNvSpPr>
          <p:nvPr>
            <p:ph type="pic" idx="8"/>
          </p:nvPr>
        </p:nvSpPr>
        <p:spPr>
          <a:xfrm>
            <a:off x="4779300" y="1649067"/>
            <a:ext cx="2642400" cy="22164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1121" name="Google Shape;1121;p25"/>
          <p:cNvSpPr>
            <a:spLocks noGrp="1"/>
          </p:cNvSpPr>
          <p:nvPr>
            <p:ph type="pic" idx="9"/>
          </p:nvPr>
        </p:nvSpPr>
        <p:spPr>
          <a:xfrm>
            <a:off x="8598600" y="1649067"/>
            <a:ext cx="2642400" cy="221640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</p:sp>
      <p:grpSp>
        <p:nvGrpSpPr>
          <p:cNvPr id="1122" name="Google Shape;1122;p25"/>
          <p:cNvGrpSpPr/>
          <p:nvPr/>
        </p:nvGrpSpPr>
        <p:grpSpPr>
          <a:xfrm>
            <a:off x="-1237387" y="5234517"/>
            <a:ext cx="3777809" cy="2023716"/>
            <a:chOff x="-623241" y="3849687"/>
            <a:chExt cx="2833357" cy="1517787"/>
          </a:xfrm>
        </p:grpSpPr>
        <p:grpSp>
          <p:nvGrpSpPr>
            <p:cNvPr id="1123" name="Google Shape;1123;p25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124" name="Google Shape;1124;p25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25" name="Google Shape;1125;p25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26" name="Google Shape;1126;p25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27" name="Google Shape;1127;p25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128" name="Google Shape;1128;p25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129" name="Google Shape;1129;p25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130" name="Google Shape;1130;p25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1" name="Google Shape;1131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32" name="Google Shape;1132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133" name="Google Shape;1133;p25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134" name="Google Shape;1134;p25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35" name="Google Shape;1135;p25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136" name="Google Shape;1136;p25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137" name="Google Shape;1137;p25"/>
          <p:cNvGrpSpPr/>
          <p:nvPr/>
        </p:nvGrpSpPr>
        <p:grpSpPr>
          <a:xfrm>
            <a:off x="8533501" y="-2339265"/>
            <a:ext cx="5585599" cy="4087832"/>
            <a:chOff x="6171525" y="-1678249"/>
            <a:chExt cx="4189199" cy="3065874"/>
          </a:xfrm>
        </p:grpSpPr>
        <p:sp>
          <p:nvSpPr>
            <p:cNvPr id="1138" name="Google Shape;1138;p25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1139" name="Google Shape;1139;p25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40" name="Google Shape;1140;p25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141" name="Google Shape;1141;p25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142" name="Google Shape;1142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3" name="Google Shape;1143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4" name="Google Shape;1144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5" name="Google Shape;1145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6" name="Google Shape;1146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7" name="Google Shape;1147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48" name="Google Shape;1148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149" name="Google Shape;1149;p25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150" name="Google Shape;1150;p25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1" name="Google Shape;1151;p25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2" name="Google Shape;1152;p25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3" name="Google Shape;1153;p25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4" name="Google Shape;1154;p25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5" name="Google Shape;1155;p25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56" name="Google Shape;1156;p25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157" name="Google Shape;1157;p25"/>
          <p:cNvGrpSpPr/>
          <p:nvPr/>
        </p:nvGrpSpPr>
        <p:grpSpPr>
          <a:xfrm rot="2700000">
            <a:off x="11927096" y="3136236"/>
            <a:ext cx="585595" cy="585461"/>
            <a:chOff x="1101075" y="2142375"/>
            <a:chExt cx="439200" cy="439100"/>
          </a:xfrm>
        </p:grpSpPr>
        <p:sp>
          <p:nvSpPr>
            <p:cNvPr id="1158" name="Google Shape;1158;p25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9" name="Google Shape;1159;p25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160" name="Google Shape;1160;p25"/>
          <p:cNvGrpSpPr/>
          <p:nvPr/>
        </p:nvGrpSpPr>
        <p:grpSpPr>
          <a:xfrm rot="10800000">
            <a:off x="6661034" y="240835"/>
            <a:ext cx="6078623" cy="178800"/>
            <a:chOff x="796100" y="3019701"/>
            <a:chExt cx="4558967" cy="134100"/>
          </a:xfrm>
        </p:grpSpPr>
        <p:sp>
          <p:nvSpPr>
            <p:cNvPr id="1161" name="Google Shape;1161;p25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162" name="Google Shape;1162;p25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63" name="Google Shape;1163;p25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9848878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5" name="Google Shape;1165;p2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66" name="Google Shape;1166;p26"/>
          <p:cNvSpPr txBox="1">
            <a:spLocks noGrp="1"/>
          </p:cNvSpPr>
          <p:nvPr>
            <p:ph type="subTitle" idx="1"/>
          </p:nvPr>
        </p:nvSpPr>
        <p:spPr>
          <a:xfrm>
            <a:off x="2406333" y="2580291"/>
            <a:ext cx="28028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67" name="Google Shape;1167;p26"/>
          <p:cNvSpPr txBox="1">
            <a:spLocks noGrp="1"/>
          </p:cNvSpPr>
          <p:nvPr>
            <p:ph type="subTitle" idx="2"/>
          </p:nvPr>
        </p:nvSpPr>
        <p:spPr>
          <a:xfrm>
            <a:off x="6982869" y="2580291"/>
            <a:ext cx="28028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68" name="Google Shape;1168;p26"/>
          <p:cNvSpPr txBox="1">
            <a:spLocks noGrp="1"/>
          </p:cNvSpPr>
          <p:nvPr>
            <p:ph type="subTitle" idx="3"/>
          </p:nvPr>
        </p:nvSpPr>
        <p:spPr>
          <a:xfrm>
            <a:off x="2406333" y="4748499"/>
            <a:ext cx="28028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ubTitle" idx="4"/>
          </p:nvPr>
        </p:nvSpPr>
        <p:spPr>
          <a:xfrm>
            <a:off x="6982869" y="4748499"/>
            <a:ext cx="28028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70" name="Google Shape;1170;p26"/>
          <p:cNvSpPr txBox="1">
            <a:spLocks noGrp="1"/>
          </p:cNvSpPr>
          <p:nvPr>
            <p:ph type="subTitle" idx="5"/>
          </p:nvPr>
        </p:nvSpPr>
        <p:spPr>
          <a:xfrm>
            <a:off x="2406333" y="2141033"/>
            <a:ext cx="2802800" cy="54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71" name="Google Shape;1171;p26"/>
          <p:cNvSpPr txBox="1">
            <a:spLocks noGrp="1"/>
          </p:cNvSpPr>
          <p:nvPr>
            <p:ph type="subTitle" idx="6"/>
          </p:nvPr>
        </p:nvSpPr>
        <p:spPr>
          <a:xfrm>
            <a:off x="6982867" y="2141033"/>
            <a:ext cx="2802800" cy="54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72" name="Google Shape;1172;p26"/>
          <p:cNvSpPr txBox="1">
            <a:spLocks noGrp="1"/>
          </p:cNvSpPr>
          <p:nvPr>
            <p:ph type="subTitle" idx="7"/>
          </p:nvPr>
        </p:nvSpPr>
        <p:spPr>
          <a:xfrm>
            <a:off x="2406333" y="4309308"/>
            <a:ext cx="2802800" cy="54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73" name="Google Shape;1173;p26"/>
          <p:cNvSpPr txBox="1">
            <a:spLocks noGrp="1"/>
          </p:cNvSpPr>
          <p:nvPr>
            <p:ph type="subTitle" idx="8"/>
          </p:nvPr>
        </p:nvSpPr>
        <p:spPr>
          <a:xfrm>
            <a:off x="6982867" y="4309308"/>
            <a:ext cx="2802800" cy="54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174" name="Google Shape;1174;p26"/>
          <p:cNvGrpSpPr/>
          <p:nvPr/>
        </p:nvGrpSpPr>
        <p:grpSpPr>
          <a:xfrm>
            <a:off x="-3869370" y="1695853"/>
            <a:ext cx="8254963" cy="8254963"/>
            <a:chOff x="-2825827" y="1271890"/>
            <a:chExt cx="6191222" cy="6191222"/>
          </a:xfrm>
        </p:grpSpPr>
        <p:pic>
          <p:nvPicPr>
            <p:cNvPr id="1175" name="Google Shape;1175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-680950" y="38667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176" name="Google Shape;1176;p26"/>
            <p:cNvGrpSpPr/>
            <p:nvPr/>
          </p:nvGrpSpPr>
          <p:grpSpPr>
            <a:xfrm>
              <a:off x="-2825827" y="1271890"/>
              <a:ext cx="6191222" cy="6191222"/>
              <a:chOff x="-2825827" y="1271890"/>
              <a:chExt cx="6191222" cy="6191222"/>
            </a:xfrm>
          </p:grpSpPr>
          <p:sp>
            <p:nvSpPr>
              <p:cNvPr id="1177" name="Google Shape;1177;p26"/>
              <p:cNvSpPr/>
              <p:nvPr/>
            </p:nvSpPr>
            <p:spPr>
              <a:xfrm rot="2700000" flipH="1">
                <a:off x="-1733384" y="1992813"/>
                <a:ext cx="4006334" cy="4749375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178" name="Google Shape;1178;p26"/>
              <p:cNvSpPr/>
              <p:nvPr/>
            </p:nvSpPr>
            <p:spPr>
              <a:xfrm rot="2700000" flipH="1">
                <a:off x="-1192832" y="2500186"/>
                <a:ext cx="2925242" cy="3057723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179" name="Google Shape;1179;p26"/>
              <p:cNvGrpSpPr/>
              <p:nvPr/>
            </p:nvGrpSpPr>
            <p:grpSpPr>
              <a:xfrm rot="10800000">
                <a:off x="384881" y="3042905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0" name="Google Shape;1180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1" name="Google Shape;1181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182" name="Google Shape;1182;p26"/>
              <p:cNvGrpSpPr/>
              <p:nvPr/>
            </p:nvGrpSpPr>
            <p:grpSpPr>
              <a:xfrm rot="10800000">
                <a:off x="146106" y="3710980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83" name="Google Shape;1183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4" name="Google Shape;1184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185" name="Google Shape;1185;p26"/>
              <p:cNvGrpSpPr/>
              <p:nvPr/>
            </p:nvGrpSpPr>
            <p:grpSpPr>
              <a:xfrm>
                <a:off x="-102297" y="3780153"/>
                <a:ext cx="939901" cy="2449421"/>
                <a:chOff x="-102297" y="3780153"/>
                <a:chExt cx="939901" cy="2449421"/>
              </a:xfrm>
            </p:grpSpPr>
            <p:sp>
              <p:nvSpPr>
                <p:cNvPr id="1186" name="Google Shape;1186;p26"/>
                <p:cNvSpPr/>
                <p:nvPr/>
              </p:nvSpPr>
              <p:spPr>
                <a:xfrm rot="10800000">
                  <a:off x="260154" y="4254866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87" name="Google Shape;1187;p26"/>
                <p:cNvSpPr/>
                <p:nvPr/>
              </p:nvSpPr>
              <p:spPr>
                <a:xfrm rot="10800000">
                  <a:off x="-102297" y="3780153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188" name="Google Shape;1188;p26"/>
                <p:cNvGrpSpPr/>
                <p:nvPr/>
              </p:nvGrpSpPr>
              <p:grpSpPr>
                <a:xfrm rot="10800000">
                  <a:off x="532825" y="5492502"/>
                  <a:ext cx="134004" cy="134004"/>
                  <a:chOff x="8356813" y="1074288"/>
                  <a:chExt cx="351900" cy="351900"/>
                </a:xfrm>
              </p:grpSpPr>
              <p:sp>
                <p:nvSpPr>
                  <p:cNvPr id="1189" name="Google Shape;1189;p26"/>
                  <p:cNvSpPr/>
                  <p:nvPr/>
                </p:nvSpPr>
                <p:spPr>
                  <a:xfrm>
                    <a:off x="8356813" y="1074288"/>
                    <a:ext cx="351900" cy="351900"/>
                  </a:xfrm>
                  <a:prstGeom prst="ellipse">
                    <a:avLst/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190" name="Google Shape;1190;p26"/>
                  <p:cNvSpPr/>
                  <p:nvPr/>
                </p:nvSpPr>
                <p:spPr>
                  <a:xfrm>
                    <a:off x="8406497" y="1123972"/>
                    <a:ext cx="252600" cy="252600"/>
                  </a:xfrm>
                  <a:prstGeom prst="ellipse">
                    <a:avLst/>
                  </a:prstGeom>
                  <a:gradFill>
                    <a:gsLst>
                      <a:gs pos="0">
                        <a:srgbClr val="9900FF">
                          <a:alpha val="46666"/>
                        </a:srgbClr>
                      </a:gs>
                      <a:gs pos="100000">
                        <a:srgbClr val="FFFFFF">
                          <a:alpha val="0"/>
                        </a:srgbClr>
                      </a:gs>
                    </a:gsLst>
                    <a:path path="circle">
                      <a:fillToRect l="50000" t="50000" r="50000" b="50000"/>
                    </a:path>
                    <a:tileRect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</p:grpSp>
      </p:grpSp>
      <p:grpSp>
        <p:nvGrpSpPr>
          <p:cNvPr id="1191" name="Google Shape;1191;p26"/>
          <p:cNvGrpSpPr/>
          <p:nvPr/>
        </p:nvGrpSpPr>
        <p:grpSpPr>
          <a:xfrm>
            <a:off x="7533564" y="-1381966"/>
            <a:ext cx="8254963" cy="9153516"/>
            <a:chOff x="5497773" y="-1036475"/>
            <a:chExt cx="6191222" cy="6865137"/>
          </a:xfrm>
        </p:grpSpPr>
        <p:grpSp>
          <p:nvGrpSpPr>
            <p:cNvPr id="1192" name="Google Shape;1192;p26"/>
            <p:cNvGrpSpPr/>
            <p:nvPr/>
          </p:nvGrpSpPr>
          <p:grpSpPr>
            <a:xfrm>
              <a:off x="5497773" y="-362560"/>
              <a:ext cx="6191222" cy="6191222"/>
              <a:chOff x="5584373" y="-362560"/>
              <a:chExt cx="6191222" cy="6191222"/>
            </a:xfrm>
          </p:grpSpPr>
          <p:grpSp>
            <p:nvGrpSpPr>
              <p:cNvPr id="1193" name="Google Shape;1193;p26"/>
              <p:cNvGrpSpPr/>
              <p:nvPr/>
            </p:nvGrpSpPr>
            <p:grpSpPr>
              <a:xfrm>
                <a:off x="5584373" y="-362560"/>
                <a:ext cx="6191222" cy="6191222"/>
                <a:chOff x="5443673" y="-405860"/>
                <a:chExt cx="6191222" cy="6191222"/>
              </a:xfrm>
            </p:grpSpPr>
            <p:sp>
              <p:nvSpPr>
                <p:cNvPr id="1194" name="Google Shape;1194;p26"/>
                <p:cNvSpPr/>
                <p:nvPr/>
              </p:nvSpPr>
              <p:spPr>
                <a:xfrm rot="-8100000" flipH="1">
                  <a:off x="6536116" y="315063"/>
                  <a:ext cx="4006334" cy="4749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678" h="115794" extrusionOk="0">
                      <a:moveTo>
                        <a:pt x="97449" y="0"/>
                      </a:moveTo>
                      <a:lnTo>
                        <a:pt x="76805" y="20645"/>
                      </a:lnTo>
                      <a:lnTo>
                        <a:pt x="76744" y="20691"/>
                      </a:lnTo>
                      <a:lnTo>
                        <a:pt x="76744" y="35927"/>
                      </a:lnTo>
                      <a:lnTo>
                        <a:pt x="63107" y="49563"/>
                      </a:lnTo>
                      <a:lnTo>
                        <a:pt x="63077" y="49608"/>
                      </a:lnTo>
                      <a:lnTo>
                        <a:pt x="63077" y="56571"/>
                      </a:lnTo>
                      <a:lnTo>
                        <a:pt x="61005" y="58659"/>
                      </a:lnTo>
                      <a:lnTo>
                        <a:pt x="61005" y="62407"/>
                      </a:lnTo>
                      <a:lnTo>
                        <a:pt x="52473" y="70939"/>
                      </a:lnTo>
                      <a:lnTo>
                        <a:pt x="52412" y="70969"/>
                      </a:lnTo>
                      <a:lnTo>
                        <a:pt x="52412" y="78541"/>
                      </a:lnTo>
                      <a:lnTo>
                        <a:pt x="46912" y="84057"/>
                      </a:lnTo>
                      <a:lnTo>
                        <a:pt x="46912" y="89633"/>
                      </a:lnTo>
                      <a:lnTo>
                        <a:pt x="33123" y="103406"/>
                      </a:lnTo>
                      <a:lnTo>
                        <a:pt x="12174" y="103406"/>
                      </a:lnTo>
                      <a:lnTo>
                        <a:pt x="0" y="115565"/>
                      </a:lnTo>
                      <a:lnTo>
                        <a:pt x="229" y="115793"/>
                      </a:lnTo>
                      <a:lnTo>
                        <a:pt x="12280" y="103711"/>
                      </a:lnTo>
                      <a:lnTo>
                        <a:pt x="33245" y="103711"/>
                      </a:lnTo>
                      <a:lnTo>
                        <a:pt x="47155" y="89801"/>
                      </a:lnTo>
                      <a:lnTo>
                        <a:pt x="47216" y="89770"/>
                      </a:lnTo>
                      <a:lnTo>
                        <a:pt x="47216" y="84179"/>
                      </a:lnTo>
                      <a:lnTo>
                        <a:pt x="52732" y="78663"/>
                      </a:lnTo>
                      <a:lnTo>
                        <a:pt x="52732" y="71106"/>
                      </a:lnTo>
                      <a:lnTo>
                        <a:pt x="61264" y="62574"/>
                      </a:lnTo>
                      <a:lnTo>
                        <a:pt x="61310" y="62513"/>
                      </a:lnTo>
                      <a:lnTo>
                        <a:pt x="61310" y="58780"/>
                      </a:lnTo>
                      <a:lnTo>
                        <a:pt x="63382" y="56708"/>
                      </a:lnTo>
                      <a:lnTo>
                        <a:pt x="63382" y="49730"/>
                      </a:lnTo>
                      <a:lnTo>
                        <a:pt x="77018" y="36109"/>
                      </a:lnTo>
                      <a:lnTo>
                        <a:pt x="77048" y="36064"/>
                      </a:lnTo>
                      <a:lnTo>
                        <a:pt x="77048" y="20828"/>
                      </a:lnTo>
                      <a:lnTo>
                        <a:pt x="97678" y="198"/>
                      </a:lnTo>
                      <a:lnTo>
                        <a:pt x="97449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5" name="Google Shape;1195;p26"/>
                <p:cNvSpPr/>
                <p:nvPr/>
              </p:nvSpPr>
              <p:spPr>
                <a:xfrm rot="-8100000" flipH="1">
                  <a:off x="7076657" y="1499343"/>
                  <a:ext cx="2925242" cy="3057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320" h="74550" extrusionOk="0">
                      <a:moveTo>
                        <a:pt x="71091" y="0"/>
                      </a:moveTo>
                      <a:lnTo>
                        <a:pt x="59679" y="11397"/>
                      </a:lnTo>
                      <a:lnTo>
                        <a:pt x="54895" y="11397"/>
                      </a:lnTo>
                      <a:lnTo>
                        <a:pt x="41015" y="25307"/>
                      </a:lnTo>
                      <a:lnTo>
                        <a:pt x="40954" y="25337"/>
                      </a:lnTo>
                      <a:lnTo>
                        <a:pt x="40954" y="42325"/>
                      </a:lnTo>
                      <a:lnTo>
                        <a:pt x="31767" y="51528"/>
                      </a:lnTo>
                      <a:lnTo>
                        <a:pt x="31721" y="51574"/>
                      </a:lnTo>
                      <a:lnTo>
                        <a:pt x="31721" y="59237"/>
                      </a:lnTo>
                      <a:lnTo>
                        <a:pt x="22824" y="68135"/>
                      </a:lnTo>
                      <a:lnTo>
                        <a:pt x="6186" y="68135"/>
                      </a:lnTo>
                      <a:lnTo>
                        <a:pt x="0" y="74321"/>
                      </a:lnTo>
                      <a:lnTo>
                        <a:pt x="229" y="74549"/>
                      </a:lnTo>
                      <a:lnTo>
                        <a:pt x="6323" y="68455"/>
                      </a:lnTo>
                      <a:lnTo>
                        <a:pt x="22945" y="68455"/>
                      </a:lnTo>
                      <a:lnTo>
                        <a:pt x="31980" y="59420"/>
                      </a:lnTo>
                      <a:lnTo>
                        <a:pt x="32026" y="59374"/>
                      </a:lnTo>
                      <a:lnTo>
                        <a:pt x="32026" y="51695"/>
                      </a:lnTo>
                      <a:lnTo>
                        <a:pt x="41229" y="42508"/>
                      </a:lnTo>
                      <a:lnTo>
                        <a:pt x="41259" y="42463"/>
                      </a:lnTo>
                      <a:lnTo>
                        <a:pt x="41259" y="25475"/>
                      </a:lnTo>
                      <a:lnTo>
                        <a:pt x="55032" y="11732"/>
                      </a:lnTo>
                      <a:lnTo>
                        <a:pt x="59786" y="11732"/>
                      </a:lnTo>
                      <a:lnTo>
                        <a:pt x="71320" y="213"/>
                      </a:lnTo>
                      <a:lnTo>
                        <a:pt x="71091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6" name="Google Shape;1196;p26"/>
                <p:cNvSpPr/>
                <p:nvPr/>
              </p:nvSpPr>
              <p:spPr>
                <a:xfrm>
                  <a:off x="8301511" y="-335348"/>
                  <a:ext cx="577450" cy="19747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79" h="48146" extrusionOk="0">
                      <a:moveTo>
                        <a:pt x="13866" y="0"/>
                      </a:moveTo>
                      <a:lnTo>
                        <a:pt x="5867" y="7999"/>
                      </a:lnTo>
                      <a:lnTo>
                        <a:pt x="5836" y="8045"/>
                      </a:lnTo>
                      <a:lnTo>
                        <a:pt x="5836" y="31737"/>
                      </a:lnTo>
                      <a:lnTo>
                        <a:pt x="1" y="37541"/>
                      </a:lnTo>
                      <a:lnTo>
                        <a:pt x="1" y="48146"/>
                      </a:lnTo>
                      <a:lnTo>
                        <a:pt x="306" y="48146"/>
                      </a:lnTo>
                      <a:lnTo>
                        <a:pt x="306" y="37679"/>
                      </a:lnTo>
                      <a:lnTo>
                        <a:pt x="6141" y="31874"/>
                      </a:lnTo>
                      <a:lnTo>
                        <a:pt x="6141" y="8167"/>
                      </a:lnTo>
                      <a:lnTo>
                        <a:pt x="14079" y="229"/>
                      </a:lnTo>
                      <a:lnTo>
                        <a:pt x="13866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197" name="Google Shape;1197;p26"/>
                <p:cNvSpPr/>
                <p:nvPr/>
              </p:nvSpPr>
              <p:spPr>
                <a:xfrm>
                  <a:off x="8554000" y="27076"/>
                  <a:ext cx="687411" cy="20869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760" h="43180" extrusionOk="0">
                      <a:moveTo>
                        <a:pt x="16531" y="1"/>
                      </a:moveTo>
                      <a:lnTo>
                        <a:pt x="4403" y="12159"/>
                      </a:lnTo>
                      <a:lnTo>
                        <a:pt x="4342" y="12190"/>
                      </a:lnTo>
                      <a:lnTo>
                        <a:pt x="4342" y="25734"/>
                      </a:lnTo>
                      <a:lnTo>
                        <a:pt x="0" y="30077"/>
                      </a:lnTo>
                      <a:lnTo>
                        <a:pt x="8746" y="38822"/>
                      </a:lnTo>
                      <a:lnTo>
                        <a:pt x="8746" y="43180"/>
                      </a:lnTo>
                      <a:lnTo>
                        <a:pt x="9066" y="43180"/>
                      </a:lnTo>
                      <a:lnTo>
                        <a:pt x="9066" y="38700"/>
                      </a:lnTo>
                      <a:lnTo>
                        <a:pt x="442" y="30077"/>
                      </a:lnTo>
                      <a:lnTo>
                        <a:pt x="4662" y="25872"/>
                      </a:lnTo>
                      <a:lnTo>
                        <a:pt x="4662" y="12327"/>
                      </a:lnTo>
                      <a:lnTo>
                        <a:pt x="16760" y="230"/>
                      </a:lnTo>
                      <a:lnTo>
                        <a:pt x="16531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01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198" name="Google Shape;1198;p26"/>
              <p:cNvGrpSpPr/>
              <p:nvPr/>
            </p:nvGrpSpPr>
            <p:grpSpPr>
              <a:xfrm>
                <a:off x="8430786" y="3923547"/>
                <a:ext cx="134100" cy="134100"/>
                <a:chOff x="-1999139" y="3143772"/>
                <a:chExt cx="134100" cy="134100"/>
              </a:xfrm>
            </p:grpSpPr>
            <p:sp>
              <p:nvSpPr>
                <p:cNvPr id="1199" name="Google Shape;1199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00" name="Google Shape;1200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201" name="Google Shape;1201;p26"/>
              <p:cNvGrpSpPr/>
              <p:nvPr/>
            </p:nvGrpSpPr>
            <p:grpSpPr>
              <a:xfrm>
                <a:off x="8669561" y="3255472"/>
                <a:ext cx="134100" cy="134100"/>
                <a:chOff x="-1999139" y="3143772"/>
                <a:chExt cx="134100" cy="134100"/>
              </a:xfrm>
            </p:grpSpPr>
            <p:sp>
              <p:nvSpPr>
                <p:cNvPr id="1202" name="Google Shape;1202;p26"/>
                <p:cNvSpPr/>
                <p:nvPr/>
              </p:nvSpPr>
              <p:spPr>
                <a:xfrm>
                  <a:off x="-1999139" y="3143772"/>
                  <a:ext cx="134100" cy="1341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dk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03" name="Google Shape;1203;p26"/>
                <p:cNvSpPr/>
                <p:nvPr/>
              </p:nvSpPr>
              <p:spPr>
                <a:xfrm>
                  <a:off x="-1980219" y="3162691"/>
                  <a:ext cx="96300" cy="96300"/>
                </a:xfrm>
                <a:prstGeom prst="ellipse">
                  <a:avLst/>
                </a:prstGeom>
                <a:gradFill>
                  <a:gsLst>
                    <a:gs pos="0">
                      <a:schemeClr val="dk2"/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54007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204" name="Google Shape;1204;p26"/>
              <p:cNvGrpSpPr/>
              <p:nvPr/>
            </p:nvGrpSpPr>
            <p:grpSpPr>
              <a:xfrm>
                <a:off x="8612986" y="311022"/>
                <a:ext cx="134004" cy="134004"/>
                <a:chOff x="8356813" y="1074288"/>
                <a:chExt cx="351900" cy="351900"/>
              </a:xfrm>
            </p:grpSpPr>
            <p:sp>
              <p:nvSpPr>
                <p:cNvPr id="1205" name="Google Shape;1205;p26"/>
                <p:cNvSpPr/>
                <p:nvPr/>
              </p:nvSpPr>
              <p:spPr>
                <a:xfrm>
                  <a:off x="8356813" y="1074288"/>
                  <a:ext cx="351900" cy="351900"/>
                </a:xfrm>
                <a:prstGeom prst="ellipse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06" name="Google Shape;1206;p26"/>
                <p:cNvSpPr/>
                <p:nvPr/>
              </p:nvSpPr>
              <p:spPr>
                <a:xfrm>
                  <a:off x="8406497" y="1123972"/>
                  <a:ext cx="252600" cy="252600"/>
                </a:xfrm>
                <a:prstGeom prst="ellipse">
                  <a:avLst/>
                </a:pr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pic>
          <p:nvPicPr>
            <p:cNvPr id="1207" name="Google Shape;1207;p26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929350" y="-103647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08" name="Google Shape;1208;p26"/>
          <p:cNvGrpSpPr/>
          <p:nvPr/>
        </p:nvGrpSpPr>
        <p:grpSpPr>
          <a:xfrm>
            <a:off x="5311984" y="6577567"/>
            <a:ext cx="890555" cy="585600"/>
            <a:chOff x="3983988" y="4933175"/>
            <a:chExt cx="667916" cy="439200"/>
          </a:xfrm>
        </p:grpSpPr>
        <p:grpSp>
          <p:nvGrpSpPr>
            <p:cNvPr id="1209" name="Google Shape;1209;p26"/>
            <p:cNvGrpSpPr/>
            <p:nvPr/>
          </p:nvGrpSpPr>
          <p:grpSpPr>
            <a:xfrm rot="5400000">
              <a:off x="3983938" y="4933225"/>
              <a:ext cx="439200" cy="439100"/>
              <a:chOff x="1101075" y="2142375"/>
              <a:chExt cx="439200" cy="439100"/>
            </a:xfrm>
          </p:grpSpPr>
          <p:sp>
            <p:nvSpPr>
              <p:cNvPr id="1210" name="Google Shape;1210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1" name="Google Shape;1211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212" name="Google Shape;1212;p26"/>
            <p:cNvGrpSpPr/>
            <p:nvPr/>
          </p:nvGrpSpPr>
          <p:grpSpPr>
            <a:xfrm rot="5400000">
              <a:off x="4423062" y="5038369"/>
              <a:ext cx="228867" cy="228815"/>
              <a:chOff x="1101075" y="2142375"/>
              <a:chExt cx="439200" cy="439100"/>
            </a:xfrm>
          </p:grpSpPr>
          <p:sp>
            <p:nvSpPr>
              <p:cNvPr id="1213" name="Google Shape;1213;p26"/>
              <p:cNvSpPr/>
              <p:nvPr/>
            </p:nvSpPr>
            <p:spPr>
              <a:xfrm>
                <a:off x="1101075" y="2142375"/>
                <a:ext cx="439200" cy="439100"/>
              </a:xfrm>
              <a:custGeom>
                <a:avLst/>
                <a:gdLst/>
                <a:ahLst/>
                <a:cxnLst/>
                <a:rect l="l" t="t" r="r" b="b"/>
                <a:pathLst>
                  <a:path w="17568" h="17564" extrusionOk="0">
                    <a:moveTo>
                      <a:pt x="8792" y="1291"/>
                    </a:moveTo>
                    <a:cubicBezTo>
                      <a:pt x="10711" y="1291"/>
                      <a:pt x="12631" y="2008"/>
                      <a:pt x="14094" y="3501"/>
                    </a:cubicBezTo>
                    <a:cubicBezTo>
                      <a:pt x="15526" y="4902"/>
                      <a:pt x="16303" y="6807"/>
                      <a:pt x="16303" y="8803"/>
                    </a:cubicBezTo>
                    <a:cubicBezTo>
                      <a:pt x="16303" y="10814"/>
                      <a:pt x="15526" y="12688"/>
                      <a:pt x="14094" y="14120"/>
                    </a:cubicBezTo>
                    <a:cubicBezTo>
                      <a:pt x="12692" y="15552"/>
                      <a:pt x="10788" y="16329"/>
                      <a:pt x="8792" y="16329"/>
                    </a:cubicBezTo>
                    <a:cubicBezTo>
                      <a:pt x="6780" y="16329"/>
                      <a:pt x="4906" y="15552"/>
                      <a:pt x="3474" y="14120"/>
                    </a:cubicBezTo>
                    <a:cubicBezTo>
                      <a:pt x="2042" y="12718"/>
                      <a:pt x="1265" y="10814"/>
                      <a:pt x="1265" y="8803"/>
                    </a:cubicBezTo>
                    <a:cubicBezTo>
                      <a:pt x="1265" y="6807"/>
                      <a:pt x="2042" y="4918"/>
                      <a:pt x="3474" y="3501"/>
                    </a:cubicBezTo>
                    <a:cubicBezTo>
                      <a:pt x="4937" y="2023"/>
                      <a:pt x="6857" y="1291"/>
                      <a:pt x="8792" y="1291"/>
                    </a:cubicBezTo>
                    <a:close/>
                    <a:moveTo>
                      <a:pt x="8784" y="0"/>
                    </a:moveTo>
                    <a:cubicBezTo>
                      <a:pt x="6537" y="0"/>
                      <a:pt x="4289" y="857"/>
                      <a:pt x="2575" y="2571"/>
                    </a:cubicBezTo>
                    <a:cubicBezTo>
                      <a:pt x="915" y="4232"/>
                      <a:pt x="1" y="6441"/>
                      <a:pt x="1" y="8788"/>
                    </a:cubicBezTo>
                    <a:cubicBezTo>
                      <a:pt x="1" y="11134"/>
                      <a:pt x="915" y="13343"/>
                      <a:pt x="2575" y="15004"/>
                    </a:cubicBezTo>
                    <a:cubicBezTo>
                      <a:pt x="4236" y="16649"/>
                      <a:pt x="6445" y="17563"/>
                      <a:pt x="8792" y="17563"/>
                    </a:cubicBezTo>
                    <a:cubicBezTo>
                      <a:pt x="11123" y="17563"/>
                      <a:pt x="13332" y="16649"/>
                      <a:pt x="14993" y="15004"/>
                    </a:cubicBezTo>
                    <a:cubicBezTo>
                      <a:pt x="16653" y="13343"/>
                      <a:pt x="17568" y="11134"/>
                      <a:pt x="17568" y="8788"/>
                    </a:cubicBezTo>
                    <a:cubicBezTo>
                      <a:pt x="17568" y="6441"/>
                      <a:pt x="16653" y="4232"/>
                      <a:pt x="14993" y="2571"/>
                    </a:cubicBezTo>
                    <a:cubicBezTo>
                      <a:pt x="13279" y="857"/>
                      <a:pt x="11031" y="0"/>
                      <a:pt x="8784" y="0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14" name="Google Shape;1214;p26"/>
              <p:cNvSpPr/>
              <p:nvPr/>
            </p:nvSpPr>
            <p:spPr>
              <a:xfrm>
                <a:off x="1189450" y="2242350"/>
                <a:ext cx="262850" cy="239700"/>
              </a:xfrm>
              <a:custGeom>
                <a:avLst/>
                <a:gdLst/>
                <a:ahLst/>
                <a:cxnLst/>
                <a:rect l="l" t="t" r="r" b="b"/>
                <a:pathLst>
                  <a:path w="10514" h="9588" extrusionOk="0">
                    <a:moveTo>
                      <a:pt x="5257" y="1269"/>
                    </a:moveTo>
                    <a:cubicBezTo>
                      <a:pt x="6171" y="1269"/>
                      <a:pt x="7054" y="1604"/>
                      <a:pt x="7771" y="2290"/>
                    </a:cubicBezTo>
                    <a:cubicBezTo>
                      <a:pt x="9127" y="3692"/>
                      <a:pt x="9127" y="5931"/>
                      <a:pt x="7771" y="7302"/>
                    </a:cubicBezTo>
                    <a:cubicBezTo>
                      <a:pt x="7070" y="7988"/>
                      <a:pt x="6159" y="8331"/>
                      <a:pt x="5253" y="8331"/>
                    </a:cubicBezTo>
                    <a:cubicBezTo>
                      <a:pt x="4346" y="8331"/>
                      <a:pt x="3444" y="7988"/>
                      <a:pt x="2758" y="7302"/>
                    </a:cubicBezTo>
                    <a:cubicBezTo>
                      <a:pt x="1387" y="5916"/>
                      <a:pt x="1387" y="3661"/>
                      <a:pt x="2758" y="2290"/>
                    </a:cubicBezTo>
                    <a:cubicBezTo>
                      <a:pt x="3444" y="1604"/>
                      <a:pt x="4342" y="1269"/>
                      <a:pt x="5257" y="1269"/>
                    </a:cubicBezTo>
                    <a:close/>
                    <a:moveTo>
                      <a:pt x="5255" y="1"/>
                    </a:moveTo>
                    <a:cubicBezTo>
                      <a:pt x="4026" y="1"/>
                      <a:pt x="2796" y="469"/>
                      <a:pt x="1859" y="1406"/>
                    </a:cubicBezTo>
                    <a:cubicBezTo>
                      <a:pt x="0" y="3265"/>
                      <a:pt x="0" y="6312"/>
                      <a:pt x="1859" y="8186"/>
                    </a:cubicBezTo>
                    <a:cubicBezTo>
                      <a:pt x="2788" y="9116"/>
                      <a:pt x="4038" y="9588"/>
                      <a:pt x="5257" y="9588"/>
                    </a:cubicBezTo>
                    <a:cubicBezTo>
                      <a:pt x="6491" y="9588"/>
                      <a:pt x="7710" y="9131"/>
                      <a:pt x="8639" y="8186"/>
                    </a:cubicBezTo>
                    <a:cubicBezTo>
                      <a:pt x="10513" y="6312"/>
                      <a:pt x="10513" y="3265"/>
                      <a:pt x="8639" y="1406"/>
                    </a:cubicBezTo>
                    <a:cubicBezTo>
                      <a:pt x="7710" y="469"/>
                      <a:pt x="6483" y="1"/>
                      <a:pt x="5255" y="1"/>
                    </a:cubicBezTo>
                    <a:close/>
                  </a:path>
                </a:pathLst>
              </a:custGeom>
              <a:gradFill>
                <a:gsLst>
                  <a:gs pos="0">
                    <a:srgbClr val="0C0A9E">
                      <a:alpha val="2000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350003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3265692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6" name="Google Shape;1216;p2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17" name="Google Shape;1217;p27"/>
          <p:cNvSpPr txBox="1">
            <a:spLocks noGrp="1"/>
          </p:cNvSpPr>
          <p:nvPr>
            <p:ph type="subTitle" idx="1"/>
          </p:nvPr>
        </p:nvSpPr>
        <p:spPr>
          <a:xfrm>
            <a:off x="960000" y="281837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18" name="Google Shape;1218;p27"/>
          <p:cNvSpPr txBox="1">
            <a:spLocks noGrp="1"/>
          </p:cNvSpPr>
          <p:nvPr>
            <p:ph type="subTitle" idx="2"/>
          </p:nvPr>
        </p:nvSpPr>
        <p:spPr>
          <a:xfrm>
            <a:off x="4626496" y="281837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19" name="Google Shape;1219;p27"/>
          <p:cNvSpPr txBox="1">
            <a:spLocks noGrp="1"/>
          </p:cNvSpPr>
          <p:nvPr>
            <p:ph type="subTitle" idx="3"/>
          </p:nvPr>
        </p:nvSpPr>
        <p:spPr>
          <a:xfrm>
            <a:off x="960000" y="514562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0" name="Google Shape;1220;p27"/>
          <p:cNvSpPr txBox="1">
            <a:spLocks noGrp="1"/>
          </p:cNvSpPr>
          <p:nvPr>
            <p:ph type="subTitle" idx="4"/>
          </p:nvPr>
        </p:nvSpPr>
        <p:spPr>
          <a:xfrm>
            <a:off x="4626496" y="514562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1" name="Google Shape;1221;p27"/>
          <p:cNvSpPr txBox="1">
            <a:spLocks noGrp="1"/>
          </p:cNvSpPr>
          <p:nvPr>
            <p:ph type="subTitle" idx="5"/>
          </p:nvPr>
        </p:nvSpPr>
        <p:spPr>
          <a:xfrm>
            <a:off x="8293001" y="281837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2" name="Google Shape;1222;p27"/>
          <p:cNvSpPr txBox="1">
            <a:spLocks noGrp="1"/>
          </p:cNvSpPr>
          <p:nvPr>
            <p:ph type="subTitle" idx="6"/>
          </p:nvPr>
        </p:nvSpPr>
        <p:spPr>
          <a:xfrm>
            <a:off x="8293001" y="5145629"/>
            <a:ext cx="2938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3" name="Google Shape;1223;p27"/>
          <p:cNvSpPr txBox="1">
            <a:spLocks noGrp="1"/>
          </p:cNvSpPr>
          <p:nvPr>
            <p:ph type="subTitle" idx="7"/>
          </p:nvPr>
        </p:nvSpPr>
        <p:spPr>
          <a:xfrm>
            <a:off x="960000" y="2383567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4" name="Google Shape;1224;p27"/>
          <p:cNvSpPr txBox="1">
            <a:spLocks noGrp="1"/>
          </p:cNvSpPr>
          <p:nvPr>
            <p:ph type="subTitle" idx="8"/>
          </p:nvPr>
        </p:nvSpPr>
        <p:spPr>
          <a:xfrm>
            <a:off x="4626497" y="2383567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5" name="Google Shape;1225;p27"/>
          <p:cNvSpPr txBox="1">
            <a:spLocks noGrp="1"/>
          </p:cNvSpPr>
          <p:nvPr>
            <p:ph type="subTitle" idx="9"/>
          </p:nvPr>
        </p:nvSpPr>
        <p:spPr>
          <a:xfrm>
            <a:off x="960000" y="4710831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6" name="Google Shape;1226;p27"/>
          <p:cNvSpPr txBox="1">
            <a:spLocks noGrp="1"/>
          </p:cNvSpPr>
          <p:nvPr>
            <p:ph type="subTitle" idx="13"/>
          </p:nvPr>
        </p:nvSpPr>
        <p:spPr>
          <a:xfrm>
            <a:off x="4626497" y="4710831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7" name="Google Shape;1227;p27"/>
          <p:cNvSpPr txBox="1">
            <a:spLocks noGrp="1"/>
          </p:cNvSpPr>
          <p:nvPr>
            <p:ph type="subTitle" idx="14"/>
          </p:nvPr>
        </p:nvSpPr>
        <p:spPr>
          <a:xfrm>
            <a:off x="8293003" y="2383567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8" name="Google Shape;1228;p27"/>
          <p:cNvSpPr txBox="1">
            <a:spLocks noGrp="1"/>
          </p:cNvSpPr>
          <p:nvPr>
            <p:ph type="subTitle" idx="15"/>
          </p:nvPr>
        </p:nvSpPr>
        <p:spPr>
          <a:xfrm>
            <a:off x="8293003" y="4710831"/>
            <a:ext cx="2938800" cy="53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IBM Plex Mono"/>
              <a:buNone/>
              <a:defRPr sz="3200" b="1"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29" name="Google Shape;1229;p27"/>
          <p:cNvGrpSpPr/>
          <p:nvPr/>
        </p:nvGrpSpPr>
        <p:grpSpPr>
          <a:xfrm>
            <a:off x="8137134" y="-2313573"/>
            <a:ext cx="6166700" cy="5562209"/>
            <a:chOff x="6026650" y="-1658980"/>
            <a:chExt cx="4625025" cy="4171657"/>
          </a:xfrm>
        </p:grpSpPr>
        <p:pic>
          <p:nvPicPr>
            <p:cNvPr id="1230" name="Google Shape;1230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7361325" y="-5966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31" name="Google Shape;1231;p27"/>
            <p:cNvGrpSpPr/>
            <p:nvPr/>
          </p:nvGrpSpPr>
          <p:grpSpPr>
            <a:xfrm rot="-2700000" flipH="1">
              <a:off x="7289785" y="-1246897"/>
              <a:ext cx="2552124" cy="3347490"/>
              <a:chOff x="2976325" y="908175"/>
              <a:chExt cx="4028179" cy="5283555"/>
            </a:xfrm>
          </p:grpSpPr>
          <p:sp>
            <p:nvSpPr>
              <p:cNvPr id="1232" name="Google Shape;1232;p27"/>
              <p:cNvSpPr/>
              <p:nvPr/>
            </p:nvSpPr>
            <p:spPr>
              <a:xfrm>
                <a:off x="2976325" y="930036"/>
                <a:ext cx="4006263" cy="4749291"/>
              </a:xfrm>
              <a:custGeom>
                <a:avLst/>
                <a:gdLst/>
                <a:ahLst/>
                <a:cxnLst/>
                <a:rect l="l" t="t" r="r" b="b"/>
                <a:pathLst>
                  <a:path w="97678" h="115794" extrusionOk="0">
                    <a:moveTo>
                      <a:pt x="97449" y="0"/>
                    </a:moveTo>
                    <a:lnTo>
                      <a:pt x="76805" y="20645"/>
                    </a:lnTo>
                    <a:lnTo>
                      <a:pt x="76744" y="20691"/>
                    </a:lnTo>
                    <a:lnTo>
                      <a:pt x="76744" y="35927"/>
                    </a:lnTo>
                    <a:lnTo>
                      <a:pt x="63107" y="49563"/>
                    </a:lnTo>
                    <a:lnTo>
                      <a:pt x="63077" y="49608"/>
                    </a:lnTo>
                    <a:lnTo>
                      <a:pt x="63077" y="56571"/>
                    </a:lnTo>
                    <a:lnTo>
                      <a:pt x="61005" y="58659"/>
                    </a:lnTo>
                    <a:lnTo>
                      <a:pt x="61005" y="62407"/>
                    </a:lnTo>
                    <a:lnTo>
                      <a:pt x="52473" y="70939"/>
                    </a:lnTo>
                    <a:lnTo>
                      <a:pt x="52412" y="70969"/>
                    </a:lnTo>
                    <a:lnTo>
                      <a:pt x="52412" y="78541"/>
                    </a:lnTo>
                    <a:lnTo>
                      <a:pt x="46912" y="84057"/>
                    </a:lnTo>
                    <a:lnTo>
                      <a:pt x="46912" y="89633"/>
                    </a:lnTo>
                    <a:lnTo>
                      <a:pt x="33123" y="103406"/>
                    </a:lnTo>
                    <a:lnTo>
                      <a:pt x="12174" y="103406"/>
                    </a:lnTo>
                    <a:lnTo>
                      <a:pt x="0" y="115565"/>
                    </a:lnTo>
                    <a:lnTo>
                      <a:pt x="229" y="115793"/>
                    </a:lnTo>
                    <a:lnTo>
                      <a:pt x="12280" y="103711"/>
                    </a:lnTo>
                    <a:lnTo>
                      <a:pt x="33245" y="103711"/>
                    </a:lnTo>
                    <a:lnTo>
                      <a:pt x="47155" y="89801"/>
                    </a:lnTo>
                    <a:lnTo>
                      <a:pt x="47216" y="89770"/>
                    </a:lnTo>
                    <a:lnTo>
                      <a:pt x="47216" y="84179"/>
                    </a:lnTo>
                    <a:lnTo>
                      <a:pt x="52732" y="78663"/>
                    </a:lnTo>
                    <a:lnTo>
                      <a:pt x="52732" y="71106"/>
                    </a:lnTo>
                    <a:lnTo>
                      <a:pt x="61264" y="62574"/>
                    </a:lnTo>
                    <a:lnTo>
                      <a:pt x="61310" y="62513"/>
                    </a:lnTo>
                    <a:lnTo>
                      <a:pt x="61310" y="58780"/>
                    </a:lnTo>
                    <a:lnTo>
                      <a:pt x="63382" y="56708"/>
                    </a:lnTo>
                    <a:lnTo>
                      <a:pt x="63382" y="49730"/>
                    </a:lnTo>
                    <a:lnTo>
                      <a:pt x="77018" y="36109"/>
                    </a:lnTo>
                    <a:lnTo>
                      <a:pt x="77048" y="36064"/>
                    </a:lnTo>
                    <a:lnTo>
                      <a:pt x="77048" y="20828"/>
                    </a:lnTo>
                    <a:lnTo>
                      <a:pt x="97678" y="198"/>
                    </a:lnTo>
                    <a:lnTo>
                      <a:pt x="97449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3" name="Google Shape;1233;p27"/>
              <p:cNvSpPr/>
              <p:nvPr/>
            </p:nvSpPr>
            <p:spPr>
              <a:xfrm>
                <a:off x="3934943" y="908175"/>
                <a:ext cx="2925190" cy="3057668"/>
              </a:xfrm>
              <a:custGeom>
                <a:avLst/>
                <a:gdLst/>
                <a:ahLst/>
                <a:cxnLst/>
                <a:rect l="l" t="t" r="r" b="b"/>
                <a:pathLst>
                  <a:path w="71320" h="74550" extrusionOk="0">
                    <a:moveTo>
                      <a:pt x="71091" y="0"/>
                    </a:moveTo>
                    <a:lnTo>
                      <a:pt x="59679" y="11397"/>
                    </a:lnTo>
                    <a:lnTo>
                      <a:pt x="54895" y="11397"/>
                    </a:lnTo>
                    <a:lnTo>
                      <a:pt x="41015" y="25307"/>
                    </a:lnTo>
                    <a:lnTo>
                      <a:pt x="40954" y="25337"/>
                    </a:lnTo>
                    <a:lnTo>
                      <a:pt x="40954" y="42325"/>
                    </a:lnTo>
                    <a:lnTo>
                      <a:pt x="31767" y="51528"/>
                    </a:lnTo>
                    <a:lnTo>
                      <a:pt x="31721" y="51574"/>
                    </a:lnTo>
                    <a:lnTo>
                      <a:pt x="31721" y="59237"/>
                    </a:lnTo>
                    <a:lnTo>
                      <a:pt x="22824" y="68135"/>
                    </a:lnTo>
                    <a:lnTo>
                      <a:pt x="6186" y="68135"/>
                    </a:lnTo>
                    <a:lnTo>
                      <a:pt x="0" y="74321"/>
                    </a:lnTo>
                    <a:lnTo>
                      <a:pt x="229" y="74549"/>
                    </a:lnTo>
                    <a:lnTo>
                      <a:pt x="6323" y="68455"/>
                    </a:lnTo>
                    <a:lnTo>
                      <a:pt x="22945" y="68455"/>
                    </a:lnTo>
                    <a:lnTo>
                      <a:pt x="31980" y="59420"/>
                    </a:lnTo>
                    <a:lnTo>
                      <a:pt x="32026" y="59374"/>
                    </a:lnTo>
                    <a:lnTo>
                      <a:pt x="32026" y="51695"/>
                    </a:lnTo>
                    <a:lnTo>
                      <a:pt x="41229" y="42508"/>
                    </a:lnTo>
                    <a:lnTo>
                      <a:pt x="41259" y="42463"/>
                    </a:lnTo>
                    <a:lnTo>
                      <a:pt x="41259" y="25475"/>
                    </a:lnTo>
                    <a:lnTo>
                      <a:pt x="55032" y="11732"/>
                    </a:lnTo>
                    <a:lnTo>
                      <a:pt x="59786" y="11732"/>
                    </a:lnTo>
                    <a:lnTo>
                      <a:pt x="71320" y="213"/>
                    </a:lnTo>
                    <a:lnTo>
                      <a:pt x="7109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012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4" name="Google Shape;1234;p27"/>
              <p:cNvSpPr/>
              <p:nvPr/>
            </p:nvSpPr>
            <p:spPr>
              <a:xfrm>
                <a:off x="3851189" y="1072525"/>
                <a:ext cx="3153315" cy="5119205"/>
              </a:xfrm>
              <a:custGeom>
                <a:avLst/>
                <a:gdLst/>
                <a:ahLst/>
                <a:cxnLst/>
                <a:rect l="l" t="t" r="r" b="b"/>
                <a:pathLst>
                  <a:path w="76882" h="124813" extrusionOk="0">
                    <a:moveTo>
                      <a:pt x="76668" y="0"/>
                    </a:moveTo>
                    <a:lnTo>
                      <a:pt x="63260" y="13408"/>
                    </a:lnTo>
                    <a:cubicBezTo>
                      <a:pt x="62879" y="13789"/>
                      <a:pt x="62879" y="14398"/>
                      <a:pt x="63260" y="14779"/>
                    </a:cubicBezTo>
                    <a:lnTo>
                      <a:pt x="69857" y="21376"/>
                    </a:lnTo>
                    <a:cubicBezTo>
                      <a:pt x="70116" y="21620"/>
                      <a:pt x="70116" y="22046"/>
                      <a:pt x="69857" y="22305"/>
                    </a:cubicBezTo>
                    <a:lnTo>
                      <a:pt x="46546" y="45616"/>
                    </a:lnTo>
                    <a:cubicBezTo>
                      <a:pt x="46417" y="45738"/>
                      <a:pt x="46245" y="45799"/>
                      <a:pt x="46074" y="45799"/>
                    </a:cubicBezTo>
                    <a:cubicBezTo>
                      <a:pt x="45903" y="45799"/>
                      <a:pt x="45731" y="45738"/>
                      <a:pt x="45602" y="45616"/>
                    </a:cubicBezTo>
                    <a:lnTo>
                      <a:pt x="39020" y="39019"/>
                    </a:lnTo>
                    <a:cubicBezTo>
                      <a:pt x="38822" y="38836"/>
                      <a:pt x="38593" y="38745"/>
                      <a:pt x="38334" y="38745"/>
                    </a:cubicBezTo>
                    <a:cubicBezTo>
                      <a:pt x="38060" y="38745"/>
                      <a:pt x="37831" y="38836"/>
                      <a:pt x="37649" y="39019"/>
                    </a:cubicBezTo>
                    <a:lnTo>
                      <a:pt x="23357" y="53311"/>
                    </a:lnTo>
                    <a:cubicBezTo>
                      <a:pt x="22976" y="53691"/>
                      <a:pt x="22976" y="54301"/>
                      <a:pt x="23357" y="54682"/>
                    </a:cubicBezTo>
                    <a:lnTo>
                      <a:pt x="40833" y="72142"/>
                    </a:lnTo>
                    <a:cubicBezTo>
                      <a:pt x="40939" y="72279"/>
                      <a:pt x="41016" y="72432"/>
                      <a:pt x="41016" y="72614"/>
                    </a:cubicBezTo>
                    <a:cubicBezTo>
                      <a:pt x="41016" y="72812"/>
                      <a:pt x="40955" y="72965"/>
                      <a:pt x="40833" y="73102"/>
                    </a:cubicBezTo>
                    <a:lnTo>
                      <a:pt x="27090" y="86830"/>
                    </a:lnTo>
                    <a:cubicBezTo>
                      <a:pt x="26907" y="87028"/>
                      <a:pt x="26816" y="87256"/>
                      <a:pt x="26816" y="87515"/>
                    </a:cubicBezTo>
                    <a:lnTo>
                      <a:pt x="26816" y="96276"/>
                    </a:lnTo>
                    <a:cubicBezTo>
                      <a:pt x="26816" y="96459"/>
                      <a:pt x="26755" y="96611"/>
                      <a:pt x="26618" y="96748"/>
                    </a:cubicBezTo>
                    <a:lnTo>
                      <a:pt x="13225" y="110140"/>
                    </a:lnTo>
                    <a:cubicBezTo>
                      <a:pt x="13103" y="110270"/>
                      <a:pt x="12940" y="110335"/>
                      <a:pt x="12772" y="110335"/>
                    </a:cubicBezTo>
                    <a:cubicBezTo>
                      <a:pt x="12604" y="110335"/>
                      <a:pt x="12433" y="110270"/>
                      <a:pt x="12296" y="110140"/>
                    </a:cubicBezTo>
                    <a:lnTo>
                      <a:pt x="7618" y="105448"/>
                    </a:lnTo>
                    <a:cubicBezTo>
                      <a:pt x="7428" y="105257"/>
                      <a:pt x="7180" y="105162"/>
                      <a:pt x="6933" y="105162"/>
                    </a:cubicBezTo>
                    <a:cubicBezTo>
                      <a:pt x="6685" y="105162"/>
                      <a:pt x="6438" y="105257"/>
                      <a:pt x="6247" y="105448"/>
                    </a:cubicBezTo>
                    <a:lnTo>
                      <a:pt x="381" y="111314"/>
                    </a:lnTo>
                    <a:cubicBezTo>
                      <a:pt x="1" y="111695"/>
                      <a:pt x="1" y="112304"/>
                      <a:pt x="381" y="112685"/>
                    </a:cubicBezTo>
                    <a:lnTo>
                      <a:pt x="5059" y="117378"/>
                    </a:lnTo>
                    <a:cubicBezTo>
                      <a:pt x="5181" y="117515"/>
                      <a:pt x="5257" y="117667"/>
                      <a:pt x="5257" y="117850"/>
                    </a:cubicBezTo>
                    <a:cubicBezTo>
                      <a:pt x="5257" y="118048"/>
                      <a:pt x="5196" y="118200"/>
                      <a:pt x="5059" y="118322"/>
                    </a:cubicBezTo>
                    <a:lnTo>
                      <a:pt x="3231" y="120150"/>
                    </a:lnTo>
                    <a:cubicBezTo>
                      <a:pt x="2850" y="120531"/>
                      <a:pt x="2850" y="121141"/>
                      <a:pt x="3231" y="121522"/>
                    </a:cubicBezTo>
                    <a:lnTo>
                      <a:pt x="5059" y="123365"/>
                    </a:lnTo>
                    <a:cubicBezTo>
                      <a:pt x="5333" y="123609"/>
                      <a:pt x="5333" y="124020"/>
                      <a:pt x="5059" y="124295"/>
                    </a:cubicBezTo>
                    <a:cubicBezTo>
                      <a:pt x="4914" y="124432"/>
                      <a:pt x="4754" y="124489"/>
                      <a:pt x="4602" y="124489"/>
                    </a:cubicBezTo>
                    <a:cubicBezTo>
                      <a:pt x="4449" y="124489"/>
                      <a:pt x="4305" y="124432"/>
                      <a:pt x="4190" y="124340"/>
                    </a:cubicBezTo>
                    <a:cubicBezTo>
                      <a:pt x="3962" y="124173"/>
                      <a:pt x="3825" y="123838"/>
                      <a:pt x="4038" y="123487"/>
                    </a:cubicBezTo>
                    <a:lnTo>
                      <a:pt x="3764" y="123335"/>
                    </a:lnTo>
                    <a:lnTo>
                      <a:pt x="3764" y="123335"/>
                    </a:lnTo>
                    <a:cubicBezTo>
                      <a:pt x="3459" y="123838"/>
                      <a:pt x="3672" y="124356"/>
                      <a:pt x="3992" y="124599"/>
                    </a:cubicBezTo>
                    <a:cubicBezTo>
                      <a:pt x="4175" y="124736"/>
                      <a:pt x="4373" y="124813"/>
                      <a:pt x="4602" y="124813"/>
                    </a:cubicBezTo>
                    <a:cubicBezTo>
                      <a:pt x="4830" y="124813"/>
                      <a:pt x="5059" y="124736"/>
                      <a:pt x="5272" y="124477"/>
                    </a:cubicBezTo>
                    <a:cubicBezTo>
                      <a:pt x="5455" y="124295"/>
                      <a:pt x="5562" y="124066"/>
                      <a:pt x="5562" y="123792"/>
                    </a:cubicBezTo>
                    <a:cubicBezTo>
                      <a:pt x="5562" y="123533"/>
                      <a:pt x="5455" y="123304"/>
                      <a:pt x="5272" y="123106"/>
                    </a:cubicBezTo>
                    <a:lnTo>
                      <a:pt x="3444" y="121278"/>
                    </a:lnTo>
                    <a:cubicBezTo>
                      <a:pt x="3170" y="121034"/>
                      <a:pt x="3170" y="120623"/>
                      <a:pt x="3444" y="120349"/>
                    </a:cubicBezTo>
                    <a:lnTo>
                      <a:pt x="5272" y="118520"/>
                    </a:lnTo>
                    <a:cubicBezTo>
                      <a:pt x="5455" y="118337"/>
                      <a:pt x="5562" y="118094"/>
                      <a:pt x="5562" y="117835"/>
                    </a:cubicBezTo>
                    <a:cubicBezTo>
                      <a:pt x="5562" y="117576"/>
                      <a:pt x="5455" y="117332"/>
                      <a:pt x="5272" y="117149"/>
                    </a:cubicBezTo>
                    <a:lnTo>
                      <a:pt x="579" y="112456"/>
                    </a:lnTo>
                    <a:cubicBezTo>
                      <a:pt x="320" y="112213"/>
                      <a:pt x="320" y="111801"/>
                      <a:pt x="579" y="111527"/>
                    </a:cubicBezTo>
                    <a:lnTo>
                      <a:pt x="6445" y="105661"/>
                    </a:lnTo>
                    <a:cubicBezTo>
                      <a:pt x="6575" y="105532"/>
                      <a:pt x="6742" y="105467"/>
                      <a:pt x="6912" y="105467"/>
                    </a:cubicBezTo>
                    <a:cubicBezTo>
                      <a:pt x="7081" y="105467"/>
                      <a:pt x="7253" y="105532"/>
                      <a:pt x="7390" y="105661"/>
                    </a:cubicBezTo>
                    <a:lnTo>
                      <a:pt x="12067" y="110354"/>
                    </a:lnTo>
                    <a:cubicBezTo>
                      <a:pt x="12265" y="110537"/>
                      <a:pt x="12494" y="110643"/>
                      <a:pt x="12753" y="110643"/>
                    </a:cubicBezTo>
                    <a:cubicBezTo>
                      <a:pt x="13027" y="110643"/>
                      <a:pt x="13256" y="110537"/>
                      <a:pt x="13439" y="110354"/>
                    </a:cubicBezTo>
                    <a:lnTo>
                      <a:pt x="26831" y="96961"/>
                    </a:lnTo>
                    <a:cubicBezTo>
                      <a:pt x="27014" y="96779"/>
                      <a:pt x="27120" y="96550"/>
                      <a:pt x="27120" y="96276"/>
                    </a:cubicBezTo>
                    <a:lnTo>
                      <a:pt x="27120" y="87469"/>
                    </a:lnTo>
                    <a:cubicBezTo>
                      <a:pt x="27120" y="87287"/>
                      <a:pt x="27166" y="87134"/>
                      <a:pt x="27303" y="86997"/>
                    </a:cubicBezTo>
                    <a:lnTo>
                      <a:pt x="41031" y="73270"/>
                    </a:lnTo>
                    <a:cubicBezTo>
                      <a:pt x="41412" y="72889"/>
                      <a:pt x="41412" y="72279"/>
                      <a:pt x="41031" y="71898"/>
                    </a:cubicBezTo>
                    <a:lnTo>
                      <a:pt x="23571" y="54438"/>
                    </a:lnTo>
                    <a:cubicBezTo>
                      <a:pt x="23312" y="54194"/>
                      <a:pt x="23312" y="53768"/>
                      <a:pt x="23571" y="53509"/>
                    </a:cubicBezTo>
                    <a:lnTo>
                      <a:pt x="37862" y="39217"/>
                    </a:lnTo>
                    <a:cubicBezTo>
                      <a:pt x="37984" y="39095"/>
                      <a:pt x="38155" y="39035"/>
                      <a:pt x="38327" y="39035"/>
                    </a:cubicBezTo>
                    <a:cubicBezTo>
                      <a:pt x="38498" y="39035"/>
                      <a:pt x="38669" y="39095"/>
                      <a:pt x="38791" y="39217"/>
                    </a:cubicBezTo>
                    <a:lnTo>
                      <a:pt x="45373" y="45830"/>
                    </a:lnTo>
                    <a:cubicBezTo>
                      <a:pt x="45571" y="46013"/>
                      <a:pt x="45800" y="46119"/>
                      <a:pt x="46059" y="46119"/>
                    </a:cubicBezTo>
                    <a:cubicBezTo>
                      <a:pt x="46333" y="46119"/>
                      <a:pt x="46562" y="46013"/>
                      <a:pt x="46744" y="45830"/>
                    </a:cubicBezTo>
                    <a:lnTo>
                      <a:pt x="70055" y="22519"/>
                    </a:lnTo>
                    <a:cubicBezTo>
                      <a:pt x="70436" y="22138"/>
                      <a:pt x="70436" y="21528"/>
                      <a:pt x="70055" y="21148"/>
                    </a:cubicBezTo>
                    <a:lnTo>
                      <a:pt x="63473" y="14550"/>
                    </a:lnTo>
                    <a:cubicBezTo>
                      <a:pt x="63199" y="14307"/>
                      <a:pt x="63199" y="13895"/>
                      <a:pt x="63473" y="13621"/>
                    </a:cubicBezTo>
                    <a:lnTo>
                      <a:pt x="76881" y="213"/>
                    </a:lnTo>
                    <a:lnTo>
                      <a:pt x="76668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235" name="Google Shape;1235;p27"/>
            <p:cNvGrpSpPr/>
            <p:nvPr/>
          </p:nvGrpSpPr>
          <p:grpSpPr>
            <a:xfrm>
              <a:off x="6026650" y="-49075"/>
              <a:ext cx="803471" cy="494095"/>
              <a:chOff x="6394675" y="-49075"/>
              <a:chExt cx="803471" cy="494095"/>
            </a:xfrm>
          </p:grpSpPr>
          <p:sp>
            <p:nvSpPr>
              <p:cNvPr id="1236" name="Google Shape;1236;p27"/>
              <p:cNvSpPr/>
              <p:nvPr/>
            </p:nvSpPr>
            <p:spPr>
              <a:xfrm>
                <a:off x="6394675" y="0"/>
                <a:ext cx="284119" cy="246048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37" name="Google Shape;1237;p27"/>
              <p:cNvSpPr/>
              <p:nvPr/>
            </p:nvSpPr>
            <p:spPr>
              <a:xfrm>
                <a:off x="6627600" y="-49075"/>
                <a:ext cx="570546" cy="494095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238" name="Google Shape;1238;p27"/>
          <p:cNvGrpSpPr/>
          <p:nvPr/>
        </p:nvGrpSpPr>
        <p:grpSpPr>
          <a:xfrm>
            <a:off x="-1452134" y="5600434"/>
            <a:ext cx="7158467" cy="2484999"/>
            <a:chOff x="-1089100" y="4200325"/>
            <a:chExt cx="5368850" cy="1863749"/>
          </a:xfrm>
        </p:grpSpPr>
        <p:grpSp>
          <p:nvGrpSpPr>
            <p:cNvPr id="1239" name="Google Shape;1239;p27"/>
            <p:cNvGrpSpPr/>
            <p:nvPr/>
          </p:nvGrpSpPr>
          <p:grpSpPr>
            <a:xfrm>
              <a:off x="-185037" y="4598363"/>
              <a:ext cx="904666" cy="726121"/>
              <a:chOff x="7945225" y="4302000"/>
              <a:chExt cx="904666" cy="726121"/>
            </a:xfrm>
          </p:grpSpPr>
          <p:sp>
            <p:nvSpPr>
              <p:cNvPr id="1240" name="Google Shape;1240;p27"/>
              <p:cNvSpPr/>
              <p:nvPr/>
            </p:nvSpPr>
            <p:spPr>
              <a:xfrm>
                <a:off x="8176775" y="4445200"/>
                <a:ext cx="673116" cy="582921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1" name="Google Shape;1241;p27"/>
              <p:cNvSpPr/>
              <p:nvPr/>
            </p:nvSpPr>
            <p:spPr>
              <a:xfrm>
                <a:off x="8164350" y="43020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42" name="Google Shape;1242;p27"/>
              <p:cNvSpPr/>
              <p:nvPr/>
            </p:nvSpPr>
            <p:spPr>
              <a:xfrm>
                <a:off x="7945225" y="4445200"/>
                <a:ext cx="480925" cy="416483"/>
              </a:xfrm>
              <a:custGeom>
                <a:avLst/>
                <a:gdLst/>
                <a:ahLst/>
                <a:cxnLst/>
                <a:rect l="l" t="t" r="r" b="b"/>
                <a:pathLst>
                  <a:path w="51285" h="44413" extrusionOk="0">
                    <a:moveTo>
                      <a:pt x="12814" y="0"/>
                    </a:moveTo>
                    <a:lnTo>
                      <a:pt x="0" y="22199"/>
                    </a:lnTo>
                    <a:lnTo>
                      <a:pt x="12814" y="44413"/>
                    </a:lnTo>
                    <a:lnTo>
                      <a:pt x="38471" y="44413"/>
                    </a:lnTo>
                    <a:lnTo>
                      <a:pt x="51285" y="22199"/>
                    </a:lnTo>
                    <a:lnTo>
                      <a:pt x="38471" y="0"/>
                    </a:ln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700006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pic>
          <p:nvPicPr>
            <p:cNvPr id="1243" name="Google Shape;1243;p27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1837800" y="4200325"/>
              <a:ext cx="2441950" cy="1863749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244" name="Google Shape;1244;p27"/>
            <p:cNvGrpSpPr/>
            <p:nvPr/>
          </p:nvGrpSpPr>
          <p:grpSpPr>
            <a:xfrm rot="-2700000">
              <a:off x="390377" y="4688868"/>
              <a:ext cx="299453" cy="545119"/>
              <a:chOff x="-66426" y="1151064"/>
              <a:chExt cx="299455" cy="545125"/>
            </a:xfrm>
          </p:grpSpPr>
          <p:grpSp>
            <p:nvGrpSpPr>
              <p:cNvPr id="1245" name="Google Shape;1245;p27"/>
              <p:cNvGrpSpPr/>
              <p:nvPr/>
            </p:nvGrpSpPr>
            <p:grpSpPr>
              <a:xfrm>
                <a:off x="-66426" y="13965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46" name="Google Shape;1246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47" name="Google Shape;1247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48" name="Google Shape;1248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49" name="Google Shape;1249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0" name="Google Shape;1250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1" name="Google Shape;1251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2" name="Google Shape;1252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253" name="Google Shape;1253;p27"/>
              <p:cNvGrpSpPr/>
              <p:nvPr/>
            </p:nvGrpSpPr>
            <p:grpSpPr>
              <a:xfrm>
                <a:off x="-66426" y="1151064"/>
                <a:ext cx="299455" cy="299625"/>
                <a:chOff x="3678700" y="407275"/>
                <a:chExt cx="708100" cy="708500"/>
              </a:xfrm>
            </p:grpSpPr>
            <p:sp>
              <p:nvSpPr>
                <p:cNvPr id="1254" name="Google Shape;1254;p27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5" name="Google Shape;1255;p27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6" name="Google Shape;1256;p27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7" name="Google Shape;1257;p27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8" name="Google Shape;1258;p27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59" name="Google Shape;1259;p27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260" name="Google Shape;1260;p27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261" name="Google Shape;1261;p27"/>
            <p:cNvGrpSpPr/>
            <p:nvPr/>
          </p:nvGrpSpPr>
          <p:grpSpPr>
            <a:xfrm>
              <a:off x="-1089100" y="4894376"/>
              <a:ext cx="4558967" cy="134100"/>
              <a:chOff x="796100" y="3019701"/>
              <a:chExt cx="4558967" cy="134100"/>
            </a:xfrm>
          </p:grpSpPr>
          <p:sp>
            <p:nvSpPr>
              <p:cNvPr id="1262" name="Google Shape;1262;p27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1263" name="Google Shape;1263;p27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264" name="Google Shape;1264;p27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12909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6" name="Google Shape;1266;p28"/>
          <p:cNvSpPr txBox="1">
            <a:spLocks noGrp="1"/>
          </p:cNvSpPr>
          <p:nvPr>
            <p:ph type="title" hasCustomPrompt="1"/>
          </p:nvPr>
        </p:nvSpPr>
        <p:spPr>
          <a:xfrm>
            <a:off x="3144600" y="886651"/>
            <a:ext cx="62624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600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67" name="Google Shape;1267;p28"/>
          <p:cNvSpPr txBox="1">
            <a:spLocks noGrp="1"/>
          </p:cNvSpPr>
          <p:nvPr>
            <p:ph type="subTitle" idx="1"/>
          </p:nvPr>
        </p:nvSpPr>
        <p:spPr>
          <a:xfrm>
            <a:off x="3144600" y="1709751"/>
            <a:ext cx="6262400" cy="7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68" name="Google Shape;1268;p28"/>
          <p:cNvSpPr txBox="1">
            <a:spLocks noGrp="1"/>
          </p:cNvSpPr>
          <p:nvPr>
            <p:ph type="title" idx="2" hasCustomPrompt="1"/>
          </p:nvPr>
        </p:nvSpPr>
        <p:spPr>
          <a:xfrm>
            <a:off x="3144600" y="2702992"/>
            <a:ext cx="62624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600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69" name="Google Shape;1269;p28"/>
          <p:cNvSpPr txBox="1">
            <a:spLocks noGrp="1"/>
          </p:cNvSpPr>
          <p:nvPr>
            <p:ph type="subTitle" idx="3"/>
          </p:nvPr>
        </p:nvSpPr>
        <p:spPr>
          <a:xfrm>
            <a:off x="3144600" y="3527411"/>
            <a:ext cx="6262400" cy="7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70" name="Google Shape;1270;p28"/>
          <p:cNvSpPr txBox="1">
            <a:spLocks noGrp="1"/>
          </p:cNvSpPr>
          <p:nvPr>
            <p:ph type="title" idx="4" hasCustomPrompt="1"/>
          </p:nvPr>
        </p:nvSpPr>
        <p:spPr>
          <a:xfrm>
            <a:off x="3144600" y="4520633"/>
            <a:ext cx="6262400" cy="102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5600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1" name="Google Shape;1271;p28"/>
          <p:cNvSpPr txBox="1">
            <a:spLocks noGrp="1"/>
          </p:cNvSpPr>
          <p:nvPr>
            <p:ph type="subTitle" idx="5"/>
          </p:nvPr>
        </p:nvSpPr>
        <p:spPr>
          <a:xfrm>
            <a:off x="3144600" y="5346372"/>
            <a:ext cx="6262400" cy="7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T Sans"/>
              <a:buNone/>
              <a:defRPr sz="2133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T Sans"/>
              <a:buNone/>
              <a:defRPr sz="2800">
                <a:solidFill>
                  <a:schemeClr val="dk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72" name="Google Shape;1272;p28"/>
          <p:cNvSpPr/>
          <p:nvPr/>
        </p:nvSpPr>
        <p:spPr>
          <a:xfrm>
            <a:off x="9001600" y="3527400"/>
            <a:ext cx="3900000" cy="3927200"/>
          </a:xfrm>
          <a:prstGeom prst="ellipse">
            <a:avLst/>
          </a:prstGeom>
          <a:gradFill>
            <a:gsLst>
              <a:gs pos="0">
                <a:schemeClr val="lt1"/>
              </a:gs>
              <a:gs pos="18000">
                <a:schemeClr val="lt1"/>
              </a:gs>
              <a:gs pos="56000">
                <a:srgbClr val="FFFFFF">
                  <a:alpha val="0"/>
                </a:srgbClr>
              </a:gs>
              <a:gs pos="74000">
                <a:schemeClr val="lt1"/>
              </a:gs>
              <a:gs pos="100000">
                <a:srgbClr val="9900FF">
                  <a:alpha val="28627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73" name="Google Shape;1273;p28"/>
          <p:cNvGrpSpPr/>
          <p:nvPr/>
        </p:nvGrpSpPr>
        <p:grpSpPr>
          <a:xfrm rot="5400000">
            <a:off x="11146600" y="-301400"/>
            <a:ext cx="585600" cy="585467"/>
            <a:chOff x="1101075" y="2142375"/>
            <a:chExt cx="439200" cy="439100"/>
          </a:xfrm>
        </p:grpSpPr>
        <p:sp>
          <p:nvSpPr>
            <p:cNvPr id="1274" name="Google Shape;1274;p28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5" name="Google Shape;1275;p28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40000">
                  <a:srgbClr val="FF9900">
                    <a:alpha val="40784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276" name="Google Shape;1276;p28"/>
          <p:cNvGrpSpPr/>
          <p:nvPr/>
        </p:nvGrpSpPr>
        <p:grpSpPr>
          <a:xfrm>
            <a:off x="-1204333" y="6450801"/>
            <a:ext cx="6078623" cy="178800"/>
            <a:chOff x="796100" y="3019701"/>
            <a:chExt cx="4558967" cy="134100"/>
          </a:xfrm>
        </p:grpSpPr>
        <p:sp>
          <p:nvSpPr>
            <p:cNvPr id="1277" name="Google Shape;1277;p28"/>
            <p:cNvSpPr/>
            <p:nvPr/>
          </p:nvSpPr>
          <p:spPr>
            <a:xfrm>
              <a:off x="5220967" y="3019701"/>
              <a:ext cx="134100" cy="134100"/>
            </a:xfrm>
            <a:prstGeom prst="ellipse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278" name="Google Shape;1278;p28"/>
            <p:cNvCxnSpPr/>
            <p:nvPr/>
          </p:nvCxnSpPr>
          <p:spPr>
            <a:xfrm>
              <a:off x="796100" y="3086750"/>
              <a:ext cx="44628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279" name="Google Shape;1279;p28"/>
            <p:cNvSpPr/>
            <p:nvPr/>
          </p:nvSpPr>
          <p:spPr>
            <a:xfrm>
              <a:off x="5251079" y="3049843"/>
              <a:ext cx="73800" cy="738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842331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Google Shape;1281;p29"/>
          <p:cNvSpPr txBox="1">
            <a:spLocks noGrp="1"/>
          </p:cNvSpPr>
          <p:nvPr>
            <p:ph type="subTitle" idx="1"/>
          </p:nvPr>
        </p:nvSpPr>
        <p:spPr>
          <a:xfrm>
            <a:off x="1543000" y="2146100"/>
            <a:ext cx="5930800" cy="165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IBM Plex Mono"/>
              <a:buNone/>
              <a:defRPr sz="2667" b="1"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2" name="Google Shape;1282;p29"/>
          <p:cNvSpPr txBox="1">
            <a:spLocks noGrp="1"/>
          </p:cNvSpPr>
          <p:nvPr>
            <p:ph type="title"/>
          </p:nvPr>
        </p:nvSpPr>
        <p:spPr>
          <a:xfrm>
            <a:off x="1543069" y="659700"/>
            <a:ext cx="68356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8666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83" name="Google Shape;1283;p29"/>
          <p:cNvGrpSpPr/>
          <p:nvPr/>
        </p:nvGrpSpPr>
        <p:grpSpPr>
          <a:xfrm>
            <a:off x="-388780" y="-659759"/>
            <a:ext cx="1931765" cy="2985072"/>
            <a:chOff x="-308635" y="-494819"/>
            <a:chExt cx="1448824" cy="2238804"/>
          </a:xfrm>
        </p:grpSpPr>
        <p:grpSp>
          <p:nvGrpSpPr>
            <p:cNvPr id="1284" name="Google Shape;1284;p29"/>
            <p:cNvGrpSpPr/>
            <p:nvPr/>
          </p:nvGrpSpPr>
          <p:grpSpPr>
            <a:xfrm>
              <a:off x="-275757" y="-242066"/>
              <a:ext cx="981772" cy="1986051"/>
              <a:chOff x="-293545" y="3454371"/>
              <a:chExt cx="981772" cy="1986051"/>
            </a:xfrm>
          </p:grpSpPr>
          <p:sp>
            <p:nvSpPr>
              <p:cNvPr id="1285" name="Google Shape;1285;p29"/>
              <p:cNvSpPr/>
              <p:nvPr/>
            </p:nvSpPr>
            <p:spPr>
              <a:xfrm rot="10800000">
                <a:off x="-293545" y="345437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1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64"/>
                      <a:pt x="23632" y="11321"/>
                      <a:pt x="23632" y="11808"/>
                    </a:cubicBezTo>
                    <a:cubicBezTo>
                      <a:pt x="23632" y="12311"/>
                      <a:pt x="23434" y="12768"/>
                      <a:pt x="23098" y="13104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5"/>
                    </a:lnTo>
                    <a:cubicBezTo>
                      <a:pt x="16547" y="11489"/>
                      <a:pt x="16029" y="11260"/>
                      <a:pt x="15435" y="11260"/>
                    </a:cubicBezTo>
                    <a:cubicBezTo>
                      <a:pt x="14841" y="11260"/>
                      <a:pt x="14307" y="11489"/>
                      <a:pt x="13911" y="11885"/>
                    </a:cubicBezTo>
                    <a:lnTo>
                      <a:pt x="12525" y="13271"/>
                    </a:lnTo>
                    <a:cubicBezTo>
                      <a:pt x="12129" y="13698"/>
                      <a:pt x="11900" y="14231"/>
                      <a:pt x="11900" y="14795"/>
                    </a:cubicBezTo>
                    <a:cubicBezTo>
                      <a:pt x="11900" y="15374"/>
                      <a:pt x="12129" y="15922"/>
                      <a:pt x="12525" y="16318"/>
                    </a:cubicBezTo>
                    <a:cubicBezTo>
                      <a:pt x="12860" y="16669"/>
                      <a:pt x="13058" y="17126"/>
                      <a:pt x="13058" y="17629"/>
                    </a:cubicBezTo>
                    <a:cubicBezTo>
                      <a:pt x="13058" y="18116"/>
                      <a:pt x="12860" y="18573"/>
                      <a:pt x="12525" y="18924"/>
                    </a:cubicBezTo>
                    <a:lnTo>
                      <a:pt x="11489" y="19944"/>
                    </a:lnTo>
                    <a:cubicBezTo>
                      <a:pt x="11154" y="20295"/>
                      <a:pt x="10696" y="20478"/>
                      <a:pt x="10209" y="20478"/>
                    </a:cubicBezTo>
                    <a:lnTo>
                      <a:pt x="9569" y="20478"/>
                    </a:lnTo>
                    <a:cubicBezTo>
                      <a:pt x="8990" y="20478"/>
                      <a:pt x="8457" y="20706"/>
                      <a:pt x="8045" y="21102"/>
                    </a:cubicBezTo>
                    <a:lnTo>
                      <a:pt x="3353" y="25810"/>
                    </a:lnTo>
                    <a:cubicBezTo>
                      <a:pt x="2515" y="26648"/>
                      <a:pt x="2515" y="28004"/>
                      <a:pt x="3353" y="28842"/>
                    </a:cubicBezTo>
                    <a:lnTo>
                      <a:pt x="10529" y="36018"/>
                    </a:lnTo>
                    <a:cubicBezTo>
                      <a:pt x="10864" y="36369"/>
                      <a:pt x="11062" y="36826"/>
                      <a:pt x="11062" y="37313"/>
                    </a:cubicBezTo>
                    <a:cubicBezTo>
                      <a:pt x="11062" y="37801"/>
                      <a:pt x="10864" y="38273"/>
                      <a:pt x="10529" y="38608"/>
                    </a:cubicBezTo>
                    <a:lnTo>
                      <a:pt x="8198" y="40940"/>
                    </a:lnTo>
                    <a:cubicBezTo>
                      <a:pt x="7802" y="41351"/>
                      <a:pt x="7573" y="41884"/>
                      <a:pt x="7573" y="42463"/>
                    </a:cubicBezTo>
                    <a:lnTo>
                      <a:pt x="7573" y="47720"/>
                    </a:lnTo>
                    <a:cubicBezTo>
                      <a:pt x="7573" y="48207"/>
                      <a:pt x="7390" y="48664"/>
                      <a:pt x="7040" y="49015"/>
                    </a:cubicBezTo>
                    <a:lnTo>
                      <a:pt x="1" y="56054"/>
                    </a:lnTo>
                    <a:lnTo>
                      <a:pt x="199" y="56267"/>
                    </a:lnTo>
                    <a:lnTo>
                      <a:pt x="7268" y="49274"/>
                    </a:lnTo>
                    <a:cubicBezTo>
                      <a:pt x="7664" y="48862"/>
                      <a:pt x="7893" y="48329"/>
                      <a:pt x="7893" y="47750"/>
                    </a:cubicBezTo>
                    <a:lnTo>
                      <a:pt x="7893" y="42494"/>
                    </a:lnTo>
                    <a:cubicBezTo>
                      <a:pt x="7893" y="42006"/>
                      <a:pt x="8091" y="41549"/>
                      <a:pt x="8426" y="41199"/>
                    </a:cubicBezTo>
                    <a:lnTo>
                      <a:pt x="10757" y="38883"/>
                    </a:lnTo>
                    <a:cubicBezTo>
                      <a:pt x="11154" y="38456"/>
                      <a:pt x="11382" y="37923"/>
                      <a:pt x="11382" y="37359"/>
                    </a:cubicBezTo>
                    <a:cubicBezTo>
                      <a:pt x="11382" y="36765"/>
                      <a:pt x="11154" y="36232"/>
                      <a:pt x="10757" y="35835"/>
                    </a:cubicBezTo>
                    <a:lnTo>
                      <a:pt x="3581" y="28644"/>
                    </a:lnTo>
                    <a:cubicBezTo>
                      <a:pt x="2850" y="27943"/>
                      <a:pt x="2850" y="26785"/>
                      <a:pt x="3581" y="26054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67"/>
                    </a:lnTo>
                    <a:cubicBezTo>
                      <a:pt x="13149" y="18741"/>
                      <a:pt x="13378" y="18208"/>
                      <a:pt x="13378" y="17644"/>
                    </a:cubicBezTo>
                    <a:cubicBezTo>
                      <a:pt x="13378" y="17050"/>
                      <a:pt x="13149" y="16516"/>
                      <a:pt x="12753" y="16120"/>
                    </a:cubicBezTo>
                    <a:cubicBezTo>
                      <a:pt x="12418" y="15770"/>
                      <a:pt x="12220" y="15313"/>
                      <a:pt x="12220" y="14825"/>
                    </a:cubicBezTo>
                    <a:cubicBezTo>
                      <a:pt x="12220" y="14322"/>
                      <a:pt x="12418" y="13865"/>
                      <a:pt x="12753" y="13530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8" y="11595"/>
                      <a:pt x="16395" y="11793"/>
                      <a:pt x="16730" y="12128"/>
                    </a:cubicBezTo>
                    <a:lnTo>
                      <a:pt x="19107" y="14520"/>
                    </a:lnTo>
                    <a:cubicBezTo>
                      <a:pt x="19526" y="14939"/>
                      <a:pt x="20074" y="15149"/>
                      <a:pt x="20623" y="15149"/>
                    </a:cubicBezTo>
                    <a:cubicBezTo>
                      <a:pt x="21171" y="15149"/>
                      <a:pt x="21720" y="14939"/>
                      <a:pt x="22139" y="14520"/>
                    </a:cubicBezTo>
                    <a:lnTo>
                      <a:pt x="23297" y="13347"/>
                    </a:lnTo>
                    <a:cubicBezTo>
                      <a:pt x="23708" y="12936"/>
                      <a:pt x="23936" y="12403"/>
                      <a:pt x="23936" y="11824"/>
                    </a:cubicBezTo>
                    <a:cubicBezTo>
                      <a:pt x="23936" y="11260"/>
                      <a:pt x="23708" y="10711"/>
                      <a:pt x="23297" y="10300"/>
                    </a:cubicBezTo>
                    <a:lnTo>
                      <a:pt x="12997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dk2"/>
                  </a:gs>
                  <a:gs pos="100000">
                    <a:srgbClr val="FFFFFF">
                      <a:alpha val="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86" name="Google Shape;1286;p29"/>
              <p:cNvSpPr/>
              <p:nvPr/>
            </p:nvSpPr>
            <p:spPr>
              <a:xfrm rot="10800000">
                <a:off x="-156450" y="3454901"/>
                <a:ext cx="844677" cy="1985522"/>
              </a:xfrm>
              <a:custGeom>
                <a:avLst/>
                <a:gdLst/>
                <a:ahLst/>
                <a:cxnLst/>
                <a:rect l="l" t="t" r="r" b="b"/>
                <a:pathLst>
                  <a:path w="23937" h="56267" extrusionOk="0">
                    <a:moveTo>
                      <a:pt x="12997" y="0"/>
                    </a:moveTo>
                    <a:lnTo>
                      <a:pt x="12784" y="214"/>
                    </a:lnTo>
                    <a:lnTo>
                      <a:pt x="23098" y="10513"/>
                    </a:lnTo>
                    <a:cubicBezTo>
                      <a:pt x="23434" y="10848"/>
                      <a:pt x="23632" y="11305"/>
                      <a:pt x="23632" y="11808"/>
                    </a:cubicBezTo>
                    <a:cubicBezTo>
                      <a:pt x="23632" y="12296"/>
                      <a:pt x="23434" y="12753"/>
                      <a:pt x="23098" y="13103"/>
                    </a:cubicBezTo>
                    <a:lnTo>
                      <a:pt x="21925" y="14261"/>
                    </a:lnTo>
                    <a:cubicBezTo>
                      <a:pt x="21575" y="14627"/>
                      <a:pt x="21110" y="14810"/>
                      <a:pt x="20642" y="14810"/>
                    </a:cubicBezTo>
                    <a:cubicBezTo>
                      <a:pt x="20173" y="14810"/>
                      <a:pt x="19701" y="14627"/>
                      <a:pt x="19335" y="14261"/>
                    </a:cubicBezTo>
                    <a:lnTo>
                      <a:pt x="16958" y="11884"/>
                    </a:lnTo>
                    <a:cubicBezTo>
                      <a:pt x="16547" y="11488"/>
                      <a:pt x="16029" y="11260"/>
                      <a:pt x="15435" y="11260"/>
                    </a:cubicBezTo>
                    <a:cubicBezTo>
                      <a:pt x="14840" y="11260"/>
                      <a:pt x="14307" y="11488"/>
                      <a:pt x="13911" y="11884"/>
                    </a:cubicBezTo>
                    <a:lnTo>
                      <a:pt x="12525" y="13271"/>
                    </a:lnTo>
                    <a:cubicBezTo>
                      <a:pt x="11687" y="14109"/>
                      <a:pt x="11687" y="15465"/>
                      <a:pt x="12525" y="16303"/>
                    </a:cubicBezTo>
                    <a:cubicBezTo>
                      <a:pt x="12860" y="16638"/>
                      <a:pt x="13058" y="17095"/>
                      <a:pt x="13058" y="17598"/>
                    </a:cubicBezTo>
                    <a:cubicBezTo>
                      <a:pt x="13058" y="18085"/>
                      <a:pt x="12860" y="18543"/>
                      <a:pt x="12525" y="18893"/>
                    </a:cubicBezTo>
                    <a:lnTo>
                      <a:pt x="11489" y="19914"/>
                    </a:lnTo>
                    <a:cubicBezTo>
                      <a:pt x="11153" y="20264"/>
                      <a:pt x="10696" y="20447"/>
                      <a:pt x="10193" y="20447"/>
                    </a:cubicBezTo>
                    <a:lnTo>
                      <a:pt x="9569" y="20447"/>
                    </a:lnTo>
                    <a:cubicBezTo>
                      <a:pt x="8975" y="20447"/>
                      <a:pt x="8441" y="20676"/>
                      <a:pt x="8045" y="21087"/>
                    </a:cubicBezTo>
                    <a:lnTo>
                      <a:pt x="3337" y="25780"/>
                    </a:lnTo>
                    <a:cubicBezTo>
                      <a:pt x="2941" y="26206"/>
                      <a:pt x="2713" y="26739"/>
                      <a:pt x="2713" y="27303"/>
                    </a:cubicBezTo>
                    <a:cubicBezTo>
                      <a:pt x="2713" y="27897"/>
                      <a:pt x="2941" y="28431"/>
                      <a:pt x="3337" y="28827"/>
                    </a:cubicBezTo>
                    <a:lnTo>
                      <a:pt x="10529" y="36018"/>
                    </a:lnTo>
                    <a:cubicBezTo>
                      <a:pt x="11245" y="36719"/>
                      <a:pt x="11245" y="37877"/>
                      <a:pt x="10529" y="38608"/>
                    </a:cubicBezTo>
                    <a:lnTo>
                      <a:pt x="8198" y="40924"/>
                    </a:lnTo>
                    <a:cubicBezTo>
                      <a:pt x="7801" y="41351"/>
                      <a:pt x="7573" y="41884"/>
                      <a:pt x="7573" y="42448"/>
                    </a:cubicBezTo>
                    <a:lnTo>
                      <a:pt x="7573" y="47704"/>
                    </a:lnTo>
                    <a:cubicBezTo>
                      <a:pt x="7573" y="48207"/>
                      <a:pt x="7375" y="48664"/>
                      <a:pt x="7040" y="48999"/>
                    </a:cubicBezTo>
                    <a:lnTo>
                      <a:pt x="1" y="56053"/>
                    </a:lnTo>
                    <a:lnTo>
                      <a:pt x="199" y="56267"/>
                    </a:lnTo>
                    <a:lnTo>
                      <a:pt x="7268" y="49212"/>
                    </a:lnTo>
                    <a:cubicBezTo>
                      <a:pt x="7664" y="48801"/>
                      <a:pt x="7893" y="48268"/>
                      <a:pt x="7893" y="47689"/>
                    </a:cubicBezTo>
                    <a:lnTo>
                      <a:pt x="7893" y="42432"/>
                    </a:lnTo>
                    <a:cubicBezTo>
                      <a:pt x="7893" y="41945"/>
                      <a:pt x="8091" y="41473"/>
                      <a:pt x="8426" y="41137"/>
                    </a:cubicBezTo>
                    <a:lnTo>
                      <a:pt x="10757" y="38806"/>
                    </a:lnTo>
                    <a:cubicBezTo>
                      <a:pt x="11595" y="37984"/>
                      <a:pt x="11595" y="36628"/>
                      <a:pt x="10757" y="35790"/>
                    </a:cubicBezTo>
                    <a:lnTo>
                      <a:pt x="3581" y="28598"/>
                    </a:lnTo>
                    <a:cubicBezTo>
                      <a:pt x="3231" y="28263"/>
                      <a:pt x="3048" y="27806"/>
                      <a:pt x="3048" y="27318"/>
                    </a:cubicBezTo>
                    <a:cubicBezTo>
                      <a:pt x="3048" y="26816"/>
                      <a:pt x="3231" y="26359"/>
                      <a:pt x="3581" y="26023"/>
                    </a:cubicBezTo>
                    <a:lnTo>
                      <a:pt x="8274" y="21346"/>
                    </a:lnTo>
                    <a:cubicBezTo>
                      <a:pt x="8624" y="21011"/>
                      <a:pt x="9081" y="20813"/>
                      <a:pt x="9569" y="20813"/>
                    </a:cubicBezTo>
                    <a:lnTo>
                      <a:pt x="10209" y="20813"/>
                    </a:lnTo>
                    <a:cubicBezTo>
                      <a:pt x="10788" y="20813"/>
                      <a:pt x="11321" y="20584"/>
                      <a:pt x="11732" y="20188"/>
                    </a:cubicBezTo>
                    <a:lnTo>
                      <a:pt x="12753" y="19152"/>
                    </a:lnTo>
                    <a:cubicBezTo>
                      <a:pt x="13149" y="18741"/>
                      <a:pt x="13378" y="18207"/>
                      <a:pt x="13378" y="17628"/>
                    </a:cubicBezTo>
                    <a:cubicBezTo>
                      <a:pt x="13378" y="17049"/>
                      <a:pt x="13149" y="16516"/>
                      <a:pt x="12753" y="16105"/>
                    </a:cubicBezTo>
                    <a:cubicBezTo>
                      <a:pt x="12037" y="15404"/>
                      <a:pt x="12037" y="14246"/>
                      <a:pt x="12753" y="13515"/>
                    </a:cubicBezTo>
                    <a:lnTo>
                      <a:pt x="14140" y="12128"/>
                    </a:lnTo>
                    <a:cubicBezTo>
                      <a:pt x="14490" y="11793"/>
                      <a:pt x="14947" y="11595"/>
                      <a:pt x="15435" y="11595"/>
                    </a:cubicBezTo>
                    <a:cubicBezTo>
                      <a:pt x="15937" y="11595"/>
                      <a:pt x="16395" y="11793"/>
                      <a:pt x="16730" y="12128"/>
                    </a:cubicBezTo>
                    <a:lnTo>
                      <a:pt x="19106" y="14505"/>
                    </a:lnTo>
                    <a:cubicBezTo>
                      <a:pt x="19525" y="14924"/>
                      <a:pt x="20074" y="15133"/>
                      <a:pt x="20622" y="15133"/>
                    </a:cubicBezTo>
                    <a:cubicBezTo>
                      <a:pt x="21171" y="15133"/>
                      <a:pt x="21719" y="14924"/>
                      <a:pt x="22138" y="14505"/>
                    </a:cubicBezTo>
                    <a:lnTo>
                      <a:pt x="23296" y="13347"/>
                    </a:lnTo>
                    <a:cubicBezTo>
                      <a:pt x="23708" y="12936"/>
                      <a:pt x="23936" y="12402"/>
                      <a:pt x="23936" y="11823"/>
                    </a:cubicBezTo>
                    <a:cubicBezTo>
                      <a:pt x="23936" y="11229"/>
                      <a:pt x="23708" y="10696"/>
                      <a:pt x="23296" y="10300"/>
                    </a:cubicBezTo>
                    <a:lnTo>
                      <a:pt x="12997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287" name="Google Shape;1287;p29"/>
            <p:cNvGrpSpPr/>
            <p:nvPr/>
          </p:nvGrpSpPr>
          <p:grpSpPr>
            <a:xfrm>
              <a:off x="364499" y="794648"/>
              <a:ext cx="699940" cy="478601"/>
              <a:chOff x="39722" y="4349021"/>
              <a:chExt cx="1061964" cy="726143"/>
            </a:xfrm>
          </p:grpSpPr>
          <p:grpSp>
            <p:nvGrpSpPr>
              <p:cNvPr id="1288" name="Google Shape;1288;p29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289" name="Google Shape;1289;p29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290" name="Google Shape;1290;p29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291" name="Google Shape;1291;p29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92" name="Google Shape;1292;p29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93" name="Google Shape;1293;p29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94" name="Google Shape;1294;p29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295" name="Google Shape;1295;p29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296" name="Google Shape;1296;p29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297" name="Google Shape;1297;p29"/>
            <p:cNvGrpSpPr/>
            <p:nvPr/>
          </p:nvGrpSpPr>
          <p:grpSpPr>
            <a:xfrm rot="-5400000">
              <a:off x="-460623" y="-342832"/>
              <a:ext cx="1351491" cy="1047516"/>
              <a:chOff x="-2460210" y="2758493"/>
              <a:chExt cx="1351491" cy="1047516"/>
            </a:xfrm>
          </p:grpSpPr>
          <p:sp>
            <p:nvSpPr>
              <p:cNvPr id="1298" name="Google Shape;1298;p29"/>
              <p:cNvSpPr/>
              <p:nvPr/>
            </p:nvSpPr>
            <p:spPr>
              <a:xfrm rot="-2700000">
                <a:off x="-2341816" y="31085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299" name="Google Shape;1299;p29"/>
              <p:cNvSpPr/>
              <p:nvPr/>
            </p:nvSpPr>
            <p:spPr>
              <a:xfrm rot="-2700000">
                <a:off x="-2157466" y="30323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0" name="Google Shape;1300;p29"/>
              <p:cNvSpPr/>
              <p:nvPr/>
            </p:nvSpPr>
            <p:spPr>
              <a:xfrm rot="-2700000">
                <a:off x="-1993591" y="29561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01" name="Google Shape;1301;p29"/>
              <p:cNvSpPr/>
              <p:nvPr/>
            </p:nvSpPr>
            <p:spPr>
              <a:xfrm rot="-2700000">
                <a:off x="-1809241" y="2879954"/>
                <a:ext cx="582127" cy="575995"/>
              </a:xfrm>
              <a:custGeom>
                <a:avLst/>
                <a:gdLst/>
                <a:ahLst/>
                <a:cxnLst/>
                <a:rect l="l" t="t" r="r" b="b"/>
                <a:pathLst>
                  <a:path w="36171" h="35790" extrusionOk="0">
                    <a:moveTo>
                      <a:pt x="34030" y="1"/>
                    </a:moveTo>
                    <a:cubicBezTo>
                      <a:pt x="33531" y="1"/>
                      <a:pt x="33032" y="191"/>
                      <a:pt x="32651" y="572"/>
                    </a:cubicBezTo>
                    <a:cubicBezTo>
                      <a:pt x="31890" y="1334"/>
                      <a:pt x="31890" y="2568"/>
                      <a:pt x="32651" y="3330"/>
                    </a:cubicBezTo>
                    <a:cubicBezTo>
                      <a:pt x="33032" y="3711"/>
                      <a:pt x="33531" y="3901"/>
                      <a:pt x="34030" y="3901"/>
                    </a:cubicBezTo>
                    <a:cubicBezTo>
                      <a:pt x="34529" y="3901"/>
                      <a:pt x="35028" y="3711"/>
                      <a:pt x="35409" y="3330"/>
                    </a:cubicBezTo>
                    <a:cubicBezTo>
                      <a:pt x="36171" y="2568"/>
                      <a:pt x="36171" y="1334"/>
                      <a:pt x="35409" y="572"/>
                    </a:cubicBezTo>
                    <a:cubicBezTo>
                      <a:pt x="35028" y="191"/>
                      <a:pt x="34529" y="1"/>
                      <a:pt x="34030" y="1"/>
                    </a:cubicBezTo>
                    <a:close/>
                    <a:moveTo>
                      <a:pt x="27662" y="6385"/>
                    </a:moveTo>
                    <a:cubicBezTo>
                      <a:pt x="27163" y="6385"/>
                      <a:pt x="26664" y="6575"/>
                      <a:pt x="26283" y="6956"/>
                    </a:cubicBezTo>
                    <a:cubicBezTo>
                      <a:pt x="25521" y="7718"/>
                      <a:pt x="25521" y="8952"/>
                      <a:pt x="26283" y="9714"/>
                    </a:cubicBezTo>
                    <a:cubicBezTo>
                      <a:pt x="26664" y="10095"/>
                      <a:pt x="27163" y="10285"/>
                      <a:pt x="27662" y="10285"/>
                    </a:cubicBezTo>
                    <a:cubicBezTo>
                      <a:pt x="28161" y="10285"/>
                      <a:pt x="28660" y="10095"/>
                      <a:pt x="29040" y="9714"/>
                    </a:cubicBezTo>
                    <a:cubicBezTo>
                      <a:pt x="29802" y="8952"/>
                      <a:pt x="29802" y="7718"/>
                      <a:pt x="29040" y="6956"/>
                    </a:cubicBezTo>
                    <a:cubicBezTo>
                      <a:pt x="28660" y="6575"/>
                      <a:pt x="28161" y="6385"/>
                      <a:pt x="27662" y="6385"/>
                    </a:cubicBezTo>
                    <a:close/>
                    <a:moveTo>
                      <a:pt x="21285" y="12753"/>
                    </a:moveTo>
                    <a:cubicBezTo>
                      <a:pt x="20783" y="12753"/>
                      <a:pt x="20280" y="12944"/>
                      <a:pt x="19899" y="13325"/>
                    </a:cubicBezTo>
                    <a:cubicBezTo>
                      <a:pt x="19137" y="14086"/>
                      <a:pt x="19137" y="15336"/>
                      <a:pt x="19899" y="16097"/>
                    </a:cubicBezTo>
                    <a:cubicBezTo>
                      <a:pt x="20280" y="16478"/>
                      <a:pt x="20783" y="16669"/>
                      <a:pt x="21285" y="16669"/>
                    </a:cubicBezTo>
                    <a:cubicBezTo>
                      <a:pt x="21788" y="16669"/>
                      <a:pt x="22291" y="16478"/>
                      <a:pt x="22672" y="16097"/>
                    </a:cubicBezTo>
                    <a:cubicBezTo>
                      <a:pt x="23434" y="15336"/>
                      <a:pt x="23434" y="14086"/>
                      <a:pt x="22672" y="13325"/>
                    </a:cubicBezTo>
                    <a:cubicBezTo>
                      <a:pt x="22291" y="12944"/>
                      <a:pt x="21788" y="12753"/>
                      <a:pt x="21285" y="12753"/>
                    </a:cubicBezTo>
                    <a:close/>
                    <a:moveTo>
                      <a:pt x="14917" y="19128"/>
                    </a:moveTo>
                    <a:cubicBezTo>
                      <a:pt x="14415" y="19128"/>
                      <a:pt x="13913" y="19318"/>
                      <a:pt x="13530" y="19693"/>
                    </a:cubicBezTo>
                    <a:cubicBezTo>
                      <a:pt x="12768" y="20455"/>
                      <a:pt x="12768" y="21689"/>
                      <a:pt x="13530" y="22451"/>
                    </a:cubicBezTo>
                    <a:cubicBezTo>
                      <a:pt x="13911" y="22832"/>
                      <a:pt x="14410" y="23022"/>
                      <a:pt x="14909" y="23022"/>
                    </a:cubicBezTo>
                    <a:cubicBezTo>
                      <a:pt x="15408" y="23022"/>
                      <a:pt x="15907" y="22832"/>
                      <a:pt x="16288" y="22451"/>
                    </a:cubicBezTo>
                    <a:cubicBezTo>
                      <a:pt x="17050" y="21689"/>
                      <a:pt x="17050" y="20455"/>
                      <a:pt x="16288" y="19693"/>
                    </a:cubicBezTo>
                    <a:cubicBezTo>
                      <a:pt x="15909" y="19314"/>
                      <a:pt x="15413" y="19128"/>
                      <a:pt x="14917" y="19128"/>
                    </a:cubicBezTo>
                    <a:close/>
                    <a:moveTo>
                      <a:pt x="8525" y="25506"/>
                    </a:moveTo>
                    <a:cubicBezTo>
                      <a:pt x="8026" y="25506"/>
                      <a:pt x="7527" y="25696"/>
                      <a:pt x="7146" y="26077"/>
                    </a:cubicBezTo>
                    <a:cubicBezTo>
                      <a:pt x="6385" y="26839"/>
                      <a:pt x="6385" y="28073"/>
                      <a:pt x="7146" y="28835"/>
                    </a:cubicBezTo>
                    <a:cubicBezTo>
                      <a:pt x="7527" y="29216"/>
                      <a:pt x="8026" y="29406"/>
                      <a:pt x="8525" y="29406"/>
                    </a:cubicBezTo>
                    <a:cubicBezTo>
                      <a:pt x="9024" y="29406"/>
                      <a:pt x="9523" y="29216"/>
                      <a:pt x="9904" y="28835"/>
                    </a:cubicBezTo>
                    <a:cubicBezTo>
                      <a:pt x="10666" y="28073"/>
                      <a:pt x="10666" y="26839"/>
                      <a:pt x="9904" y="26077"/>
                    </a:cubicBezTo>
                    <a:cubicBezTo>
                      <a:pt x="9523" y="25696"/>
                      <a:pt x="9024" y="25506"/>
                      <a:pt x="8525" y="25506"/>
                    </a:cubicBezTo>
                    <a:close/>
                    <a:moveTo>
                      <a:pt x="2141" y="31874"/>
                    </a:moveTo>
                    <a:cubicBezTo>
                      <a:pt x="1642" y="31874"/>
                      <a:pt x="1143" y="32065"/>
                      <a:pt x="763" y="32446"/>
                    </a:cubicBezTo>
                    <a:cubicBezTo>
                      <a:pt x="1" y="33207"/>
                      <a:pt x="1" y="34457"/>
                      <a:pt x="763" y="35219"/>
                    </a:cubicBezTo>
                    <a:cubicBezTo>
                      <a:pt x="1143" y="35599"/>
                      <a:pt x="1642" y="35790"/>
                      <a:pt x="2141" y="35790"/>
                    </a:cubicBezTo>
                    <a:cubicBezTo>
                      <a:pt x="2640" y="35790"/>
                      <a:pt x="3139" y="35599"/>
                      <a:pt x="3520" y="35219"/>
                    </a:cubicBezTo>
                    <a:cubicBezTo>
                      <a:pt x="4282" y="34457"/>
                      <a:pt x="4282" y="33207"/>
                      <a:pt x="3520" y="32446"/>
                    </a:cubicBezTo>
                    <a:cubicBezTo>
                      <a:pt x="3139" y="32065"/>
                      <a:pt x="2640" y="31874"/>
                      <a:pt x="2141" y="31874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2">
                      <a:alpha val="46820"/>
                    </a:schemeClr>
                  </a:gs>
                  <a:gs pos="78000">
                    <a:schemeClr val="lt1">
                      <a:alpha val="46820"/>
                    </a:schemeClr>
                  </a:gs>
                  <a:gs pos="100000">
                    <a:schemeClr val="lt1">
                      <a:alpha val="46820"/>
                    </a:schemeClr>
                  </a:gs>
                </a:gsLst>
                <a:lin ang="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02" name="Google Shape;1302;p29"/>
            <p:cNvGrpSpPr/>
            <p:nvPr/>
          </p:nvGrpSpPr>
          <p:grpSpPr>
            <a:xfrm>
              <a:off x="440249" y="455173"/>
              <a:ext cx="699940" cy="478601"/>
              <a:chOff x="39722" y="4349021"/>
              <a:chExt cx="1061964" cy="726143"/>
            </a:xfrm>
          </p:grpSpPr>
          <p:grpSp>
            <p:nvGrpSpPr>
              <p:cNvPr id="1303" name="Google Shape;1303;p29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304" name="Google Shape;1304;p29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305" name="Google Shape;1305;p29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306" name="Google Shape;1306;p29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07" name="Google Shape;1307;p29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08" name="Google Shape;1308;p29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09" name="Google Shape;1309;p29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10" name="Google Shape;1310;p29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311" name="Google Shape;1311;p29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12" name="Google Shape;1312;p29"/>
            <p:cNvGrpSpPr/>
            <p:nvPr/>
          </p:nvGrpSpPr>
          <p:grpSpPr>
            <a:xfrm>
              <a:off x="-63826" y="511661"/>
              <a:ext cx="699940" cy="478601"/>
              <a:chOff x="39722" y="4349021"/>
              <a:chExt cx="1061964" cy="726143"/>
            </a:xfrm>
          </p:grpSpPr>
          <p:grpSp>
            <p:nvGrpSpPr>
              <p:cNvPr id="1313" name="Google Shape;1313;p29"/>
              <p:cNvGrpSpPr/>
              <p:nvPr/>
            </p:nvGrpSpPr>
            <p:grpSpPr>
              <a:xfrm rot="2700000">
                <a:off x="140502" y="4460924"/>
                <a:ext cx="524584" cy="502337"/>
                <a:chOff x="1189791" y="-1767331"/>
                <a:chExt cx="904284" cy="865933"/>
              </a:xfrm>
            </p:grpSpPr>
            <p:sp>
              <p:nvSpPr>
                <p:cNvPr id="1314" name="Google Shape;1314;p29"/>
                <p:cNvSpPr/>
                <p:nvPr/>
              </p:nvSpPr>
              <p:spPr>
                <a:xfrm>
                  <a:off x="1189791" y="-1767331"/>
                  <a:ext cx="904284" cy="8659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902" h="35337" extrusionOk="0">
                      <a:moveTo>
                        <a:pt x="18449" y="1"/>
                      </a:moveTo>
                      <a:cubicBezTo>
                        <a:pt x="16409" y="1"/>
                        <a:pt x="14368" y="778"/>
                        <a:pt x="12814" y="2332"/>
                      </a:cubicBezTo>
                      <a:lnTo>
                        <a:pt x="3108" y="12037"/>
                      </a:lnTo>
                      <a:cubicBezTo>
                        <a:pt x="0" y="15145"/>
                        <a:pt x="0" y="20189"/>
                        <a:pt x="3108" y="23297"/>
                      </a:cubicBezTo>
                      <a:lnTo>
                        <a:pt x="12814" y="33017"/>
                      </a:lnTo>
                      <a:cubicBezTo>
                        <a:pt x="14368" y="34564"/>
                        <a:pt x="16405" y="35337"/>
                        <a:pt x="18443" y="35337"/>
                      </a:cubicBezTo>
                      <a:cubicBezTo>
                        <a:pt x="20481" y="35337"/>
                        <a:pt x="22519" y="34564"/>
                        <a:pt x="24073" y="33017"/>
                      </a:cubicBezTo>
                      <a:lnTo>
                        <a:pt x="33794" y="23297"/>
                      </a:lnTo>
                      <a:cubicBezTo>
                        <a:pt x="36902" y="20189"/>
                        <a:pt x="36902" y="15145"/>
                        <a:pt x="33794" y="12037"/>
                      </a:cubicBezTo>
                      <a:lnTo>
                        <a:pt x="24073" y="2332"/>
                      </a:lnTo>
                      <a:cubicBezTo>
                        <a:pt x="22527" y="778"/>
                        <a:pt x="20489" y="1"/>
                        <a:pt x="18449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grpSp>
              <p:nvGrpSpPr>
                <p:cNvPr id="1315" name="Google Shape;1315;p29"/>
                <p:cNvGrpSpPr/>
                <p:nvPr/>
              </p:nvGrpSpPr>
              <p:grpSpPr>
                <a:xfrm>
                  <a:off x="1232795" y="-1740829"/>
                  <a:ext cx="717621" cy="717392"/>
                  <a:chOff x="1483457" y="3953671"/>
                  <a:chExt cx="717621" cy="717392"/>
                </a:xfrm>
              </p:grpSpPr>
              <p:sp>
                <p:nvSpPr>
                  <p:cNvPr id="1316" name="Google Shape;1316;p29"/>
                  <p:cNvSpPr/>
                  <p:nvPr/>
                </p:nvSpPr>
                <p:spPr>
                  <a:xfrm>
                    <a:off x="1483457" y="425726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17" name="Google Shape;1317;p29"/>
                  <p:cNvSpPr/>
                  <p:nvPr/>
                </p:nvSpPr>
                <p:spPr>
                  <a:xfrm>
                    <a:off x="1559470" y="418148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0" y="382"/>
                        </a:lnTo>
                        <a:lnTo>
                          <a:pt x="26739" y="27121"/>
                        </a:lnTo>
                        <a:lnTo>
                          <a:pt x="27120" y="26740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18" name="Google Shape;1318;p29"/>
                  <p:cNvSpPr/>
                  <p:nvPr/>
                </p:nvSpPr>
                <p:spPr>
                  <a:xfrm>
                    <a:off x="1635483" y="4105239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66" y="1"/>
                        </a:moveTo>
                        <a:lnTo>
                          <a:pt x="1" y="381"/>
                        </a:lnTo>
                        <a:lnTo>
                          <a:pt x="26740" y="27120"/>
                        </a:lnTo>
                        <a:lnTo>
                          <a:pt x="27121" y="26755"/>
                        </a:lnTo>
                        <a:lnTo>
                          <a:pt x="366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19" name="Google Shape;1319;p29"/>
                  <p:cNvSpPr/>
                  <p:nvPr/>
                </p:nvSpPr>
                <p:spPr>
                  <a:xfrm>
                    <a:off x="1711267" y="4029455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1" y="1"/>
                        </a:moveTo>
                        <a:lnTo>
                          <a:pt x="0" y="382"/>
                        </a:lnTo>
                        <a:lnTo>
                          <a:pt x="26755" y="27121"/>
                        </a:lnTo>
                        <a:lnTo>
                          <a:pt x="27120" y="26755"/>
                        </a:lnTo>
                        <a:lnTo>
                          <a:pt x="381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  <p:sp>
                <p:nvSpPr>
                  <p:cNvPr id="1320" name="Google Shape;1320;p29"/>
                  <p:cNvSpPr/>
                  <p:nvPr/>
                </p:nvSpPr>
                <p:spPr>
                  <a:xfrm>
                    <a:off x="1787280" y="3953671"/>
                    <a:ext cx="413799" cy="41379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121" h="27121" extrusionOk="0">
                        <a:moveTo>
                          <a:pt x="382" y="1"/>
                        </a:moveTo>
                        <a:lnTo>
                          <a:pt x="1" y="382"/>
                        </a:lnTo>
                        <a:lnTo>
                          <a:pt x="26740" y="27121"/>
                        </a:lnTo>
                        <a:lnTo>
                          <a:pt x="27121" y="26740"/>
                        </a:lnTo>
                        <a:lnTo>
                          <a:pt x="382" y="1"/>
                        </a:lnTo>
                        <a:close/>
                      </a:path>
                    </a:pathLst>
                  </a:custGeom>
                  <a:gradFill>
                    <a:gsLst>
                      <a:gs pos="0">
                        <a:srgbClr val="9900FF">
                          <a:alpha val="46666"/>
                          <a:alpha val="46820"/>
                        </a:srgbClr>
                      </a:gs>
                      <a:gs pos="100000">
                        <a:srgbClr val="FFFFFF">
                          <a:alpha val="0"/>
                          <a:alpha val="46820"/>
                        </a:srgbClr>
                      </a:gs>
                    </a:gsLst>
                    <a:lin ang="5400700" scaled="0"/>
                  </a:gra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2400"/>
                  </a:p>
                </p:txBody>
              </p:sp>
            </p:grpSp>
          </p:grpSp>
          <p:sp>
            <p:nvSpPr>
              <p:cNvPr id="1321" name="Google Shape;1321;p29"/>
              <p:cNvSpPr/>
              <p:nvPr/>
            </p:nvSpPr>
            <p:spPr>
              <a:xfrm rot="-2700000">
                <a:off x="542534" y="4469276"/>
                <a:ext cx="492898" cy="391560"/>
              </a:xfrm>
              <a:custGeom>
                <a:avLst/>
                <a:gdLst/>
                <a:ahLst/>
                <a:cxnLst/>
                <a:rect l="l" t="t" r="r" b="b"/>
                <a:pathLst>
                  <a:path w="44612" h="35440" extrusionOk="0">
                    <a:moveTo>
                      <a:pt x="40817" y="1"/>
                    </a:moveTo>
                    <a:lnTo>
                      <a:pt x="37420" y="3383"/>
                    </a:lnTo>
                    <a:lnTo>
                      <a:pt x="41213" y="7177"/>
                    </a:lnTo>
                    <a:lnTo>
                      <a:pt x="44611" y="3779"/>
                    </a:lnTo>
                    <a:lnTo>
                      <a:pt x="40817" y="1"/>
                    </a:lnTo>
                    <a:close/>
                    <a:moveTo>
                      <a:pt x="22184" y="4099"/>
                    </a:moveTo>
                    <a:lnTo>
                      <a:pt x="18801" y="7482"/>
                    </a:lnTo>
                    <a:lnTo>
                      <a:pt x="22595" y="11275"/>
                    </a:lnTo>
                    <a:lnTo>
                      <a:pt x="25978" y="7878"/>
                    </a:lnTo>
                    <a:lnTo>
                      <a:pt x="22184" y="4099"/>
                    </a:lnTo>
                    <a:close/>
                    <a:moveTo>
                      <a:pt x="15983" y="10300"/>
                    </a:moveTo>
                    <a:lnTo>
                      <a:pt x="12585" y="13698"/>
                    </a:lnTo>
                    <a:lnTo>
                      <a:pt x="16379" y="17476"/>
                    </a:lnTo>
                    <a:lnTo>
                      <a:pt x="19776" y="14094"/>
                    </a:lnTo>
                    <a:lnTo>
                      <a:pt x="15983" y="10300"/>
                    </a:lnTo>
                    <a:close/>
                    <a:moveTo>
                      <a:pt x="9431" y="16852"/>
                    </a:moveTo>
                    <a:lnTo>
                      <a:pt x="6034" y="20249"/>
                    </a:lnTo>
                    <a:lnTo>
                      <a:pt x="15190" y="29406"/>
                    </a:lnTo>
                    <a:lnTo>
                      <a:pt x="18588" y="26008"/>
                    </a:lnTo>
                    <a:lnTo>
                      <a:pt x="9431" y="16852"/>
                    </a:lnTo>
                    <a:close/>
                    <a:moveTo>
                      <a:pt x="3383" y="22885"/>
                    </a:moveTo>
                    <a:lnTo>
                      <a:pt x="0" y="26283"/>
                    </a:lnTo>
                    <a:lnTo>
                      <a:pt x="9157" y="35440"/>
                    </a:lnTo>
                    <a:lnTo>
                      <a:pt x="12555" y="32057"/>
                    </a:lnTo>
                    <a:lnTo>
                      <a:pt x="3383" y="22885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322" name="Google Shape;1322;p29"/>
          <p:cNvGrpSpPr/>
          <p:nvPr/>
        </p:nvGrpSpPr>
        <p:grpSpPr>
          <a:xfrm>
            <a:off x="3546284" y="5700533"/>
            <a:ext cx="6602745" cy="3989632"/>
            <a:chOff x="2659712" y="4275400"/>
            <a:chExt cx="4952059" cy="2992224"/>
          </a:xfrm>
        </p:grpSpPr>
        <p:pic>
          <p:nvPicPr>
            <p:cNvPr id="1323" name="Google Shape;1323;p29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10800000">
              <a:off x="2659712" y="4275400"/>
              <a:ext cx="3549051" cy="2992224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24" name="Google Shape;1324;p29"/>
            <p:cNvGrpSpPr/>
            <p:nvPr/>
          </p:nvGrpSpPr>
          <p:grpSpPr>
            <a:xfrm rot="-5400000">
              <a:off x="3258038" y="4413859"/>
              <a:ext cx="906953" cy="1517787"/>
              <a:chOff x="79748" y="2808602"/>
              <a:chExt cx="906953" cy="1517787"/>
            </a:xfrm>
          </p:grpSpPr>
          <p:sp>
            <p:nvSpPr>
              <p:cNvPr id="1325" name="Google Shape;1325;p29"/>
              <p:cNvSpPr/>
              <p:nvPr/>
            </p:nvSpPr>
            <p:spPr>
              <a:xfrm rot="5400000">
                <a:off x="357831" y="282094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6" name="Google Shape;1326;p29"/>
              <p:cNvSpPr/>
              <p:nvPr/>
            </p:nvSpPr>
            <p:spPr>
              <a:xfrm rot="5400000">
                <a:off x="537866" y="3393994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7" name="Google Shape;1327;p29"/>
              <p:cNvSpPr/>
              <p:nvPr/>
            </p:nvSpPr>
            <p:spPr>
              <a:xfrm rot="5400000">
                <a:off x="67406" y="3278257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28" name="Google Shape;1328;p29"/>
              <p:cNvSpPr/>
              <p:nvPr/>
            </p:nvSpPr>
            <p:spPr>
              <a:xfrm rot="5400000">
                <a:off x="417006" y="375669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29" name="Google Shape;1329;p29"/>
            <p:cNvGrpSpPr/>
            <p:nvPr/>
          </p:nvGrpSpPr>
          <p:grpSpPr>
            <a:xfrm rot="5400000">
              <a:off x="5484569" y="3756062"/>
              <a:ext cx="1421047" cy="2833357"/>
              <a:chOff x="334358" y="2186737"/>
              <a:chExt cx="1421047" cy="2833357"/>
            </a:xfrm>
          </p:grpSpPr>
          <p:sp>
            <p:nvSpPr>
              <p:cNvPr id="1330" name="Google Shape;1330;p29"/>
              <p:cNvSpPr/>
              <p:nvPr/>
            </p:nvSpPr>
            <p:spPr>
              <a:xfrm rot="10800000">
                <a:off x="334358" y="2186737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chemeClr val="lt2"/>
                  </a:gs>
                  <a:gs pos="40000">
                    <a:srgbClr val="FF9900">
                      <a:alpha val="40784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331" name="Google Shape;1331;p29"/>
              <p:cNvGrpSpPr/>
              <p:nvPr/>
            </p:nvGrpSpPr>
            <p:grpSpPr>
              <a:xfrm rot="5400000">
                <a:off x="1046250" y="3181856"/>
                <a:ext cx="161977" cy="161940"/>
                <a:chOff x="1101075" y="2142375"/>
                <a:chExt cx="439200" cy="439100"/>
              </a:xfrm>
            </p:grpSpPr>
            <p:sp>
              <p:nvSpPr>
                <p:cNvPr id="1332" name="Google Shape;1332;p29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33" name="Google Shape;1333;p29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334" name="Google Shape;1334;p29"/>
              <p:cNvGrpSpPr/>
              <p:nvPr/>
            </p:nvGrpSpPr>
            <p:grpSpPr>
              <a:xfrm rot="-5400000">
                <a:off x="628029" y="45642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35" name="Google Shape;1335;p29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36" name="Google Shape;1336;p29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78000">
                      <a:schemeClr val="lt1"/>
                    </a:gs>
                    <a:gs pos="100000">
                      <a:schemeClr val="lt1"/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sp>
        <p:nvSpPr>
          <p:cNvPr id="1337" name="Google Shape;1337;p29"/>
          <p:cNvSpPr txBox="1"/>
          <p:nvPr/>
        </p:nvSpPr>
        <p:spPr>
          <a:xfrm>
            <a:off x="1543067" y="4635933"/>
            <a:ext cx="7093600" cy="8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CREDITS: </a:t>
            </a:r>
            <a:r>
              <a:rPr lang="en" sz="16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This presentation template was created by </a:t>
            </a:r>
            <a:r>
              <a:rPr lang="en" sz="1600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and includes icons, infographics &amp; images by</a:t>
            </a:r>
            <a:r>
              <a:rPr lang="en" sz="16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" sz="1600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 b="1" u="sng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 sz="1600" b="1" u="sng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51949772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9" name="Google Shape;1339;p30"/>
          <p:cNvGrpSpPr/>
          <p:nvPr/>
        </p:nvGrpSpPr>
        <p:grpSpPr>
          <a:xfrm>
            <a:off x="-830987" y="5234517"/>
            <a:ext cx="3777809" cy="2023716"/>
            <a:chOff x="-623241" y="3849687"/>
            <a:chExt cx="2833357" cy="1517787"/>
          </a:xfrm>
        </p:grpSpPr>
        <p:grpSp>
          <p:nvGrpSpPr>
            <p:cNvPr id="1340" name="Google Shape;1340;p30"/>
            <p:cNvGrpSpPr/>
            <p:nvPr/>
          </p:nvGrpSpPr>
          <p:grpSpPr>
            <a:xfrm rot="5400000">
              <a:off x="-879113" y="4155104"/>
              <a:ext cx="1517787" cy="906953"/>
              <a:chOff x="-55500" y="4835979"/>
              <a:chExt cx="1517787" cy="906953"/>
            </a:xfrm>
          </p:grpSpPr>
          <p:sp>
            <p:nvSpPr>
              <p:cNvPr id="1341" name="Google Shape;1341;p30"/>
              <p:cNvSpPr/>
              <p:nvPr/>
            </p:nvSpPr>
            <p:spPr>
              <a:xfrm>
                <a:off x="-55500" y="4895154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42" name="Google Shape;1342;p30"/>
              <p:cNvSpPr/>
              <p:nvPr/>
            </p:nvSpPr>
            <p:spPr>
              <a:xfrm>
                <a:off x="522674" y="4951702"/>
                <a:ext cx="340329" cy="325895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43" name="Google Shape;1343;p30"/>
              <p:cNvSpPr/>
              <p:nvPr/>
            </p:nvSpPr>
            <p:spPr>
              <a:xfrm>
                <a:off x="401812" y="51855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>
                      <a:alpha val="31360"/>
                    </a:schemeClr>
                  </a:gs>
                  <a:gs pos="22000">
                    <a:schemeClr val="lt1">
                      <a:alpha val="31360"/>
                    </a:schemeClr>
                  </a:gs>
                  <a:gs pos="45000">
                    <a:srgbClr val="FFFFFF">
                      <a:alpha val="0"/>
                      <a:alpha val="31360"/>
                    </a:srgbClr>
                  </a:gs>
                  <a:gs pos="100000">
                    <a:srgbClr val="0C0A9E">
                      <a:alpha val="50196"/>
                      <a:alpha val="31360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44" name="Google Shape;1344;p30"/>
              <p:cNvSpPr/>
              <p:nvPr/>
            </p:nvSpPr>
            <p:spPr>
              <a:xfrm>
                <a:off x="880250" y="4835979"/>
                <a:ext cx="582037" cy="557353"/>
              </a:xfrm>
              <a:custGeom>
                <a:avLst/>
                <a:gdLst/>
                <a:ahLst/>
                <a:cxnLst/>
                <a:rect l="l" t="t" r="r" b="b"/>
                <a:pathLst>
                  <a:path w="36902" h="35337" extrusionOk="0">
                    <a:moveTo>
                      <a:pt x="18449" y="1"/>
                    </a:moveTo>
                    <a:cubicBezTo>
                      <a:pt x="16409" y="1"/>
                      <a:pt x="14368" y="778"/>
                      <a:pt x="12814" y="2332"/>
                    </a:cubicBezTo>
                    <a:lnTo>
                      <a:pt x="3108" y="12037"/>
                    </a:lnTo>
                    <a:cubicBezTo>
                      <a:pt x="0" y="15145"/>
                      <a:pt x="0" y="20189"/>
                      <a:pt x="3108" y="23297"/>
                    </a:cubicBezTo>
                    <a:lnTo>
                      <a:pt x="12814" y="33017"/>
                    </a:lnTo>
                    <a:cubicBezTo>
                      <a:pt x="14368" y="34564"/>
                      <a:pt x="16405" y="35337"/>
                      <a:pt x="18443" y="35337"/>
                    </a:cubicBezTo>
                    <a:cubicBezTo>
                      <a:pt x="20481" y="35337"/>
                      <a:pt x="22519" y="34564"/>
                      <a:pt x="24073" y="33017"/>
                    </a:cubicBezTo>
                    <a:lnTo>
                      <a:pt x="33794" y="23297"/>
                    </a:lnTo>
                    <a:cubicBezTo>
                      <a:pt x="36902" y="20189"/>
                      <a:pt x="36902" y="15145"/>
                      <a:pt x="33794" y="12037"/>
                    </a:cubicBezTo>
                    <a:lnTo>
                      <a:pt x="24073" y="2332"/>
                    </a:lnTo>
                    <a:cubicBezTo>
                      <a:pt x="22527" y="778"/>
                      <a:pt x="20489" y="1"/>
                      <a:pt x="18449" y="1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lt1"/>
                  </a:gs>
                  <a:gs pos="22000">
                    <a:schemeClr val="lt1"/>
                  </a:gs>
                  <a:gs pos="45000">
                    <a:srgbClr val="FFFFFF">
                      <a:alpha val="0"/>
                    </a:srgbClr>
                  </a:gs>
                  <a:gs pos="100000">
                    <a:srgbClr val="0C0A9E">
                      <a:alpha val="50196"/>
                    </a:srgbClr>
                  </a:gs>
                </a:gsLst>
                <a:lin ang="2698631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45" name="Google Shape;1345;p30"/>
            <p:cNvGrpSpPr/>
            <p:nvPr/>
          </p:nvGrpSpPr>
          <p:grpSpPr>
            <a:xfrm>
              <a:off x="-623241" y="3946426"/>
              <a:ext cx="2833357" cy="1421047"/>
              <a:chOff x="-677366" y="4067276"/>
              <a:chExt cx="2833357" cy="1421047"/>
            </a:xfrm>
          </p:grpSpPr>
          <p:sp>
            <p:nvSpPr>
              <p:cNvPr id="1346" name="Google Shape;1346;p30"/>
              <p:cNvSpPr/>
              <p:nvPr/>
            </p:nvSpPr>
            <p:spPr>
              <a:xfrm rot="5400000">
                <a:off x="28789" y="3361120"/>
                <a:ext cx="1421047" cy="2833357"/>
              </a:xfrm>
              <a:custGeom>
                <a:avLst/>
                <a:gdLst/>
                <a:ahLst/>
                <a:cxnLst/>
                <a:rect l="l" t="t" r="r" b="b"/>
                <a:pathLst>
                  <a:path w="34647" h="69081" extrusionOk="0">
                    <a:moveTo>
                      <a:pt x="34434" y="1"/>
                    </a:moveTo>
                    <a:lnTo>
                      <a:pt x="25429" y="8990"/>
                    </a:lnTo>
                    <a:lnTo>
                      <a:pt x="25383" y="9051"/>
                    </a:lnTo>
                    <a:lnTo>
                      <a:pt x="25383" y="32651"/>
                    </a:lnTo>
                    <a:lnTo>
                      <a:pt x="15130" y="42920"/>
                    </a:lnTo>
                    <a:lnTo>
                      <a:pt x="15084" y="42951"/>
                    </a:lnTo>
                    <a:lnTo>
                      <a:pt x="15084" y="60472"/>
                    </a:lnTo>
                    <a:lnTo>
                      <a:pt x="9614" y="65957"/>
                    </a:lnTo>
                    <a:lnTo>
                      <a:pt x="0" y="65957"/>
                    </a:lnTo>
                    <a:lnTo>
                      <a:pt x="0" y="69080"/>
                    </a:lnTo>
                    <a:lnTo>
                      <a:pt x="320" y="69080"/>
                    </a:lnTo>
                    <a:lnTo>
                      <a:pt x="320" y="66262"/>
                    </a:lnTo>
                    <a:lnTo>
                      <a:pt x="9751" y="66262"/>
                    </a:lnTo>
                    <a:lnTo>
                      <a:pt x="15389" y="60609"/>
                    </a:lnTo>
                    <a:lnTo>
                      <a:pt x="15389" y="43088"/>
                    </a:lnTo>
                    <a:lnTo>
                      <a:pt x="25658" y="32819"/>
                    </a:lnTo>
                    <a:lnTo>
                      <a:pt x="25688" y="32788"/>
                    </a:lnTo>
                    <a:lnTo>
                      <a:pt x="25688" y="9188"/>
                    </a:lnTo>
                    <a:lnTo>
                      <a:pt x="34647" y="214"/>
                    </a:lnTo>
                    <a:lnTo>
                      <a:pt x="34434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lin ang="108014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347" name="Google Shape;1347;p30"/>
              <p:cNvGrpSpPr/>
              <p:nvPr/>
            </p:nvGrpSpPr>
            <p:grpSpPr>
              <a:xfrm>
                <a:off x="317735" y="4614472"/>
                <a:ext cx="161977" cy="161940"/>
                <a:chOff x="1101075" y="2142375"/>
                <a:chExt cx="439200" cy="439100"/>
              </a:xfrm>
            </p:grpSpPr>
            <p:sp>
              <p:nvSpPr>
                <p:cNvPr id="1348" name="Google Shape;1348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49" name="Google Shape;1349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350" name="Google Shape;1350;p30"/>
              <p:cNvGrpSpPr/>
              <p:nvPr/>
            </p:nvGrpSpPr>
            <p:grpSpPr>
              <a:xfrm rot="10800000">
                <a:off x="1700151" y="5032693"/>
                <a:ext cx="161977" cy="161940"/>
                <a:chOff x="1101075" y="2142375"/>
                <a:chExt cx="439200" cy="439100"/>
              </a:xfrm>
            </p:grpSpPr>
            <p:sp>
              <p:nvSpPr>
                <p:cNvPr id="1351" name="Google Shape;1351;p30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52" name="Google Shape;1352;p30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rgbClr val="9900FF">
                        <a:alpha val="46666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1080140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sp>
          <p:nvSpPr>
            <p:cNvPr id="1353" name="Google Shape;1353;p30"/>
            <p:cNvSpPr/>
            <p:nvPr/>
          </p:nvSpPr>
          <p:spPr>
            <a:xfrm rot="-5400000">
              <a:off x="289120" y="3696219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354" name="Google Shape;1354;p30"/>
          <p:cNvGrpSpPr/>
          <p:nvPr/>
        </p:nvGrpSpPr>
        <p:grpSpPr>
          <a:xfrm>
            <a:off x="8431901" y="-2237665"/>
            <a:ext cx="5585599" cy="4087832"/>
            <a:chOff x="6171525" y="-1678249"/>
            <a:chExt cx="4189199" cy="3065874"/>
          </a:xfrm>
        </p:grpSpPr>
        <p:sp>
          <p:nvSpPr>
            <p:cNvPr id="1355" name="Google Shape;1355;p30"/>
            <p:cNvSpPr/>
            <p:nvPr/>
          </p:nvSpPr>
          <p:spPr>
            <a:xfrm rot="-5400000">
              <a:off x="6808863" y="-808395"/>
              <a:ext cx="1558682" cy="2833357"/>
            </a:xfrm>
            <a:custGeom>
              <a:avLst/>
              <a:gdLst/>
              <a:ahLst/>
              <a:cxnLst/>
              <a:rect l="l" t="t" r="r" b="b"/>
              <a:pathLst>
                <a:path w="34647" h="69081" extrusionOk="0">
                  <a:moveTo>
                    <a:pt x="34434" y="1"/>
                  </a:moveTo>
                  <a:lnTo>
                    <a:pt x="25429" y="8990"/>
                  </a:lnTo>
                  <a:lnTo>
                    <a:pt x="25383" y="9051"/>
                  </a:lnTo>
                  <a:lnTo>
                    <a:pt x="25383" y="32651"/>
                  </a:lnTo>
                  <a:lnTo>
                    <a:pt x="15130" y="42920"/>
                  </a:lnTo>
                  <a:lnTo>
                    <a:pt x="15084" y="42951"/>
                  </a:lnTo>
                  <a:lnTo>
                    <a:pt x="15084" y="60472"/>
                  </a:lnTo>
                  <a:lnTo>
                    <a:pt x="9614" y="65957"/>
                  </a:lnTo>
                  <a:lnTo>
                    <a:pt x="0" y="65957"/>
                  </a:lnTo>
                  <a:lnTo>
                    <a:pt x="0" y="69080"/>
                  </a:lnTo>
                  <a:lnTo>
                    <a:pt x="320" y="69080"/>
                  </a:lnTo>
                  <a:lnTo>
                    <a:pt x="320" y="66262"/>
                  </a:lnTo>
                  <a:lnTo>
                    <a:pt x="9751" y="66262"/>
                  </a:lnTo>
                  <a:lnTo>
                    <a:pt x="15389" y="60609"/>
                  </a:lnTo>
                  <a:lnTo>
                    <a:pt x="15389" y="43088"/>
                  </a:lnTo>
                  <a:lnTo>
                    <a:pt x="25658" y="32819"/>
                  </a:lnTo>
                  <a:lnTo>
                    <a:pt x="25688" y="32788"/>
                  </a:lnTo>
                  <a:lnTo>
                    <a:pt x="25688" y="9188"/>
                  </a:lnTo>
                  <a:lnTo>
                    <a:pt x="34647" y="214"/>
                  </a:lnTo>
                  <a:lnTo>
                    <a:pt x="34434" y="1"/>
                  </a:lnTo>
                  <a:close/>
                </a:path>
              </a:pathLst>
            </a:custGeom>
            <a:gradFill>
              <a:gsLst>
                <a:gs pos="0">
                  <a:schemeClr val="dk2"/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1356" name="Google Shape;1356;p30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>
              <a:off x="6587425" y="-1678249"/>
              <a:ext cx="3773299" cy="287987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57" name="Google Shape;1357;p30"/>
            <p:cNvSpPr/>
            <p:nvPr/>
          </p:nvSpPr>
          <p:spPr>
            <a:xfrm>
              <a:off x="8292929" y="-80469"/>
              <a:ext cx="904284" cy="865933"/>
            </a:xfrm>
            <a:custGeom>
              <a:avLst/>
              <a:gdLst/>
              <a:ahLst/>
              <a:cxnLst/>
              <a:rect l="l" t="t" r="r" b="b"/>
              <a:pathLst>
                <a:path w="36902" h="35337" extrusionOk="0">
                  <a:moveTo>
                    <a:pt x="18449" y="1"/>
                  </a:moveTo>
                  <a:cubicBezTo>
                    <a:pt x="16409" y="1"/>
                    <a:pt x="14368" y="778"/>
                    <a:pt x="12814" y="2332"/>
                  </a:cubicBezTo>
                  <a:lnTo>
                    <a:pt x="3108" y="12037"/>
                  </a:lnTo>
                  <a:cubicBezTo>
                    <a:pt x="0" y="15145"/>
                    <a:pt x="0" y="20189"/>
                    <a:pt x="3108" y="23297"/>
                  </a:cubicBezTo>
                  <a:lnTo>
                    <a:pt x="12814" y="33017"/>
                  </a:lnTo>
                  <a:cubicBezTo>
                    <a:pt x="14368" y="34564"/>
                    <a:pt x="16405" y="35337"/>
                    <a:pt x="18443" y="35337"/>
                  </a:cubicBezTo>
                  <a:cubicBezTo>
                    <a:pt x="20481" y="35337"/>
                    <a:pt x="22519" y="34564"/>
                    <a:pt x="24073" y="33017"/>
                  </a:cubicBezTo>
                  <a:lnTo>
                    <a:pt x="33794" y="23297"/>
                  </a:lnTo>
                  <a:cubicBezTo>
                    <a:pt x="36902" y="20189"/>
                    <a:pt x="36902" y="15145"/>
                    <a:pt x="33794" y="12037"/>
                  </a:cubicBezTo>
                  <a:lnTo>
                    <a:pt x="24073" y="2332"/>
                  </a:lnTo>
                  <a:cubicBezTo>
                    <a:pt x="22527" y="778"/>
                    <a:pt x="20489" y="1"/>
                    <a:pt x="18449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358" name="Google Shape;1358;p30"/>
            <p:cNvGrpSpPr/>
            <p:nvPr/>
          </p:nvGrpSpPr>
          <p:grpSpPr>
            <a:xfrm rot="-2700000">
              <a:off x="8302147" y="61289"/>
              <a:ext cx="582044" cy="582419"/>
              <a:chOff x="959750" y="3039275"/>
              <a:chExt cx="582050" cy="582425"/>
            </a:xfrm>
          </p:grpSpPr>
          <p:sp>
            <p:nvSpPr>
              <p:cNvPr id="1359" name="Google Shape;1359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0" name="Google Shape;1360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1" name="Google Shape;1361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2" name="Google Shape;1362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3" name="Google Shape;1363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4" name="Google Shape;1364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5" name="Google Shape;1365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  <p:grpSp>
          <p:nvGrpSpPr>
            <p:cNvPr id="1366" name="Google Shape;1366;p30"/>
            <p:cNvGrpSpPr/>
            <p:nvPr/>
          </p:nvGrpSpPr>
          <p:grpSpPr>
            <a:xfrm rot="-2700000">
              <a:off x="8551447" y="61289"/>
              <a:ext cx="582044" cy="582419"/>
              <a:chOff x="959750" y="3039275"/>
              <a:chExt cx="582050" cy="582425"/>
            </a:xfrm>
          </p:grpSpPr>
          <p:sp>
            <p:nvSpPr>
              <p:cNvPr id="1367" name="Google Shape;1367;p30"/>
              <p:cNvSpPr/>
              <p:nvPr/>
            </p:nvSpPr>
            <p:spPr>
              <a:xfrm>
                <a:off x="959750" y="3498275"/>
                <a:ext cx="123450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7" extrusionOk="0">
                    <a:moveTo>
                      <a:pt x="1403" y="0"/>
                    </a:moveTo>
                    <a:lnTo>
                      <a:pt x="1" y="1402"/>
                    </a:lnTo>
                    <a:lnTo>
                      <a:pt x="3536" y="4937"/>
                    </a:lnTo>
                    <a:lnTo>
                      <a:pt x="4937" y="3535"/>
                    </a:lnTo>
                    <a:lnTo>
                      <a:pt x="1403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8" name="Google Shape;1368;p30"/>
              <p:cNvSpPr/>
              <p:nvPr/>
            </p:nvSpPr>
            <p:spPr>
              <a:xfrm>
                <a:off x="1035950" y="3421700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402" y="1"/>
                    </a:moveTo>
                    <a:lnTo>
                      <a:pt x="0" y="1403"/>
                    </a:lnTo>
                    <a:lnTo>
                      <a:pt x="3535" y="4952"/>
                    </a:lnTo>
                    <a:lnTo>
                      <a:pt x="4937" y="3551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69" name="Google Shape;1369;p30"/>
              <p:cNvSpPr/>
              <p:nvPr/>
            </p:nvSpPr>
            <p:spPr>
              <a:xfrm>
                <a:off x="1112500" y="3345525"/>
                <a:ext cx="123825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70" name="Google Shape;1370;p30"/>
              <p:cNvSpPr/>
              <p:nvPr/>
            </p:nvSpPr>
            <p:spPr>
              <a:xfrm>
                <a:off x="1188675" y="3268975"/>
                <a:ext cx="1238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53" h="4937" extrusionOk="0">
                    <a:moveTo>
                      <a:pt x="1402" y="0"/>
                    </a:moveTo>
                    <a:lnTo>
                      <a:pt x="1" y="1402"/>
                    </a:lnTo>
                    <a:lnTo>
                      <a:pt x="3551" y="4937"/>
                    </a:lnTo>
                    <a:lnTo>
                      <a:pt x="4952" y="3550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71" name="Google Shape;1371;p30"/>
              <p:cNvSpPr/>
              <p:nvPr/>
            </p:nvSpPr>
            <p:spPr>
              <a:xfrm>
                <a:off x="1265625" y="3192800"/>
                <a:ext cx="123425" cy="1234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37" extrusionOk="0">
                    <a:moveTo>
                      <a:pt x="1402" y="0"/>
                    </a:moveTo>
                    <a:lnTo>
                      <a:pt x="0" y="1386"/>
                    </a:lnTo>
                    <a:lnTo>
                      <a:pt x="3535" y="4936"/>
                    </a:lnTo>
                    <a:lnTo>
                      <a:pt x="4937" y="3535"/>
                    </a:lnTo>
                    <a:lnTo>
                      <a:pt x="1402" y="0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72" name="Google Shape;1372;p30"/>
              <p:cNvSpPr/>
              <p:nvPr/>
            </p:nvSpPr>
            <p:spPr>
              <a:xfrm>
                <a:off x="1341800" y="3116225"/>
                <a:ext cx="123450" cy="12345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4938" extrusionOk="0">
                    <a:moveTo>
                      <a:pt x="1402" y="1"/>
                    </a:moveTo>
                    <a:lnTo>
                      <a:pt x="1" y="1402"/>
                    </a:lnTo>
                    <a:lnTo>
                      <a:pt x="3535" y="4937"/>
                    </a:lnTo>
                    <a:lnTo>
                      <a:pt x="4937" y="3535"/>
                    </a:lnTo>
                    <a:lnTo>
                      <a:pt x="1402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sp>
            <p:nvSpPr>
              <p:cNvPr id="1373" name="Google Shape;1373;p30"/>
              <p:cNvSpPr/>
              <p:nvPr/>
            </p:nvSpPr>
            <p:spPr>
              <a:xfrm>
                <a:off x="1418375" y="3039275"/>
                <a:ext cx="123425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4937" h="4953" extrusionOk="0">
                    <a:moveTo>
                      <a:pt x="1387" y="1"/>
                    </a:moveTo>
                    <a:lnTo>
                      <a:pt x="0" y="1403"/>
                    </a:lnTo>
                    <a:lnTo>
                      <a:pt x="3535" y="4953"/>
                    </a:lnTo>
                    <a:lnTo>
                      <a:pt x="4936" y="3551"/>
                    </a:lnTo>
                    <a:lnTo>
                      <a:pt x="1387" y="1"/>
                    </a:lnTo>
                    <a:close/>
                  </a:path>
                </a:pathLst>
              </a:custGeom>
              <a:gradFill>
                <a:gsLst>
                  <a:gs pos="0">
                    <a:srgbClr val="9900FF">
                      <a:alpha val="46666"/>
                      <a:alpha val="37270"/>
                    </a:srgbClr>
                  </a:gs>
                  <a:gs pos="100000">
                    <a:srgbClr val="FFFFFF">
                      <a:alpha val="0"/>
                      <a:alpha val="37270"/>
                    </a:srgbClr>
                  </a:gs>
                </a:gsLst>
                <a:lin ang="5400700" scaled="0"/>
              </a:gra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  <p:grpSp>
        <p:nvGrpSpPr>
          <p:cNvPr id="1374" name="Google Shape;1374;p30"/>
          <p:cNvGrpSpPr/>
          <p:nvPr/>
        </p:nvGrpSpPr>
        <p:grpSpPr>
          <a:xfrm rot="2700000">
            <a:off x="11927096" y="3136236"/>
            <a:ext cx="585595" cy="585461"/>
            <a:chOff x="1101075" y="2142375"/>
            <a:chExt cx="439200" cy="439100"/>
          </a:xfrm>
        </p:grpSpPr>
        <p:sp>
          <p:nvSpPr>
            <p:cNvPr id="1375" name="Google Shape;1375;p30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76" name="Google Shape;1376;p30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78000">
                  <a:schemeClr val="lt1"/>
                </a:gs>
                <a:gs pos="100000">
                  <a:schemeClr val="lt1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</p:spTree>
    <p:extLst>
      <p:ext uri="{BB962C8B-B14F-4D97-AF65-F5344CB8AC3E}">
        <p14:creationId xmlns:p14="http://schemas.microsoft.com/office/powerpoint/2010/main" val="3173089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bg>
      <p:bgPr>
        <a:solidFill>
          <a:schemeClr val="dk2"/>
        </a:solidFill>
        <a:effectLst/>
      </p:bgPr>
    </p:bg>
    <p:spTree>
      <p:nvGrpSpPr>
        <p:cNvPr id="1" name="Shape 1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8" name="Google Shape;1378;p31"/>
          <p:cNvGrpSpPr/>
          <p:nvPr/>
        </p:nvGrpSpPr>
        <p:grpSpPr>
          <a:xfrm>
            <a:off x="11110069" y="-9"/>
            <a:ext cx="3181535" cy="4391831"/>
            <a:chOff x="8256351" y="-7"/>
            <a:chExt cx="2386151" cy="3293873"/>
          </a:xfrm>
        </p:grpSpPr>
        <p:pic>
          <p:nvPicPr>
            <p:cNvPr id="1379" name="Google Shape;1379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7886227" y="537590"/>
              <a:ext cx="3126400" cy="2386151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1380" name="Google Shape;1380;p31"/>
            <p:cNvGrpSpPr/>
            <p:nvPr/>
          </p:nvGrpSpPr>
          <p:grpSpPr>
            <a:xfrm rot="10800000">
              <a:off x="8452444" y="-7"/>
              <a:ext cx="325154" cy="1788670"/>
              <a:chOff x="8869019" y="-622132"/>
              <a:chExt cx="325154" cy="1788670"/>
            </a:xfrm>
          </p:grpSpPr>
          <p:sp>
            <p:nvSpPr>
              <p:cNvPr id="1381" name="Google Shape;1381;p31"/>
              <p:cNvSpPr/>
              <p:nvPr/>
            </p:nvSpPr>
            <p:spPr>
              <a:xfrm rot="10800000">
                <a:off x="8869019" y="-622132"/>
                <a:ext cx="246869" cy="1703243"/>
              </a:xfrm>
              <a:custGeom>
                <a:avLst/>
                <a:gdLst/>
                <a:ahLst/>
                <a:cxnLst/>
                <a:rect l="l" t="t" r="r" b="b"/>
                <a:pathLst>
                  <a:path w="6019" h="29909" extrusionOk="0">
                    <a:moveTo>
                      <a:pt x="1" y="1"/>
                    </a:moveTo>
                    <a:lnTo>
                      <a:pt x="1" y="306"/>
                    </a:lnTo>
                    <a:lnTo>
                      <a:pt x="5699" y="306"/>
                    </a:lnTo>
                    <a:lnTo>
                      <a:pt x="5699" y="29909"/>
                    </a:lnTo>
                    <a:lnTo>
                      <a:pt x="6019" y="29909"/>
                    </a:lnTo>
                    <a:lnTo>
                      <a:pt x="6019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grpSp>
            <p:nvGrpSpPr>
              <p:cNvPr id="1382" name="Google Shape;1382;p31"/>
              <p:cNvGrpSpPr/>
              <p:nvPr/>
            </p:nvGrpSpPr>
            <p:grpSpPr>
              <a:xfrm rot="1800062">
                <a:off x="9035610" y="1007995"/>
                <a:ext cx="134040" cy="134009"/>
                <a:chOff x="1101075" y="2142375"/>
                <a:chExt cx="439200" cy="439100"/>
              </a:xfrm>
            </p:grpSpPr>
            <p:sp>
              <p:nvSpPr>
                <p:cNvPr id="1383" name="Google Shape;1383;p31"/>
                <p:cNvSpPr/>
                <p:nvPr/>
              </p:nvSpPr>
              <p:spPr>
                <a:xfrm>
                  <a:off x="1101075" y="2142375"/>
                  <a:ext cx="439200" cy="4391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568" h="17564" extrusionOk="0">
                      <a:moveTo>
                        <a:pt x="8792" y="1291"/>
                      </a:moveTo>
                      <a:cubicBezTo>
                        <a:pt x="10711" y="1291"/>
                        <a:pt x="12631" y="2008"/>
                        <a:pt x="14094" y="3501"/>
                      </a:cubicBezTo>
                      <a:cubicBezTo>
                        <a:pt x="15526" y="4902"/>
                        <a:pt x="16303" y="6807"/>
                        <a:pt x="16303" y="8803"/>
                      </a:cubicBezTo>
                      <a:cubicBezTo>
                        <a:pt x="16303" y="10814"/>
                        <a:pt x="15526" y="12688"/>
                        <a:pt x="14094" y="14120"/>
                      </a:cubicBezTo>
                      <a:cubicBezTo>
                        <a:pt x="12692" y="15552"/>
                        <a:pt x="10788" y="16329"/>
                        <a:pt x="8792" y="16329"/>
                      </a:cubicBezTo>
                      <a:cubicBezTo>
                        <a:pt x="6780" y="16329"/>
                        <a:pt x="4906" y="15552"/>
                        <a:pt x="3474" y="14120"/>
                      </a:cubicBezTo>
                      <a:cubicBezTo>
                        <a:pt x="2042" y="12718"/>
                        <a:pt x="1265" y="10814"/>
                        <a:pt x="1265" y="8803"/>
                      </a:cubicBezTo>
                      <a:cubicBezTo>
                        <a:pt x="1265" y="6807"/>
                        <a:pt x="2042" y="4918"/>
                        <a:pt x="3474" y="3501"/>
                      </a:cubicBezTo>
                      <a:cubicBezTo>
                        <a:pt x="4937" y="2023"/>
                        <a:pt x="6857" y="1291"/>
                        <a:pt x="8792" y="1291"/>
                      </a:cubicBezTo>
                      <a:close/>
                      <a:moveTo>
                        <a:pt x="8784" y="0"/>
                      </a:moveTo>
                      <a:cubicBezTo>
                        <a:pt x="6537" y="0"/>
                        <a:pt x="4289" y="857"/>
                        <a:pt x="2575" y="2571"/>
                      </a:cubicBezTo>
                      <a:cubicBezTo>
                        <a:pt x="915" y="4232"/>
                        <a:pt x="1" y="6441"/>
                        <a:pt x="1" y="8788"/>
                      </a:cubicBezTo>
                      <a:cubicBezTo>
                        <a:pt x="1" y="11134"/>
                        <a:pt x="915" y="13343"/>
                        <a:pt x="2575" y="15004"/>
                      </a:cubicBezTo>
                      <a:cubicBezTo>
                        <a:pt x="4236" y="16649"/>
                        <a:pt x="6445" y="17563"/>
                        <a:pt x="8792" y="17563"/>
                      </a:cubicBezTo>
                      <a:cubicBezTo>
                        <a:pt x="11123" y="17563"/>
                        <a:pt x="13332" y="16649"/>
                        <a:pt x="14993" y="15004"/>
                      </a:cubicBezTo>
                      <a:cubicBezTo>
                        <a:pt x="16653" y="13343"/>
                        <a:pt x="17568" y="11134"/>
                        <a:pt x="17568" y="8788"/>
                      </a:cubicBezTo>
                      <a:cubicBezTo>
                        <a:pt x="17568" y="6441"/>
                        <a:pt x="16653" y="4232"/>
                        <a:pt x="14993" y="2571"/>
                      </a:cubicBezTo>
                      <a:cubicBezTo>
                        <a:pt x="13279" y="857"/>
                        <a:pt x="11031" y="0"/>
                        <a:pt x="8784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2"/>
                    </a:gs>
                    <a:gs pos="40000">
                      <a:srgbClr val="FF9900">
                        <a:alpha val="40784"/>
                      </a:srgbClr>
                    </a:gs>
                    <a:gs pos="100000">
                      <a:srgbClr val="FFFFFF">
                        <a:alpha val="0"/>
                      </a:srgbClr>
                    </a:gs>
                  </a:gsLst>
                  <a:lin ang="2698631" scaled="0"/>
                </a:gra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84" name="Google Shape;1384;p31"/>
                <p:cNvSpPr/>
                <p:nvPr/>
              </p:nvSpPr>
              <p:spPr>
                <a:xfrm>
                  <a:off x="1189450" y="2242350"/>
                  <a:ext cx="262850" cy="2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14" h="9588" extrusionOk="0">
                      <a:moveTo>
                        <a:pt x="5257" y="1269"/>
                      </a:moveTo>
                      <a:cubicBezTo>
                        <a:pt x="6171" y="1269"/>
                        <a:pt x="7054" y="1604"/>
                        <a:pt x="7771" y="2290"/>
                      </a:cubicBezTo>
                      <a:cubicBezTo>
                        <a:pt x="9127" y="3692"/>
                        <a:pt x="9127" y="5931"/>
                        <a:pt x="7771" y="7302"/>
                      </a:cubicBezTo>
                      <a:cubicBezTo>
                        <a:pt x="7070" y="7988"/>
                        <a:pt x="6159" y="8331"/>
                        <a:pt x="5253" y="8331"/>
                      </a:cubicBezTo>
                      <a:cubicBezTo>
                        <a:pt x="4346" y="8331"/>
                        <a:pt x="3444" y="7988"/>
                        <a:pt x="2758" y="7302"/>
                      </a:cubicBezTo>
                      <a:cubicBezTo>
                        <a:pt x="1387" y="5916"/>
                        <a:pt x="1387" y="3661"/>
                        <a:pt x="2758" y="2290"/>
                      </a:cubicBezTo>
                      <a:cubicBezTo>
                        <a:pt x="3444" y="1604"/>
                        <a:pt x="4342" y="1269"/>
                        <a:pt x="5257" y="1269"/>
                      </a:cubicBezTo>
                      <a:close/>
                      <a:moveTo>
                        <a:pt x="5255" y="1"/>
                      </a:moveTo>
                      <a:cubicBezTo>
                        <a:pt x="4026" y="1"/>
                        <a:pt x="2796" y="469"/>
                        <a:pt x="1859" y="1406"/>
                      </a:cubicBezTo>
                      <a:cubicBezTo>
                        <a:pt x="0" y="3265"/>
                        <a:pt x="0" y="6312"/>
                        <a:pt x="1859" y="8186"/>
                      </a:cubicBezTo>
                      <a:cubicBezTo>
                        <a:pt x="2788" y="9116"/>
                        <a:pt x="4038" y="9588"/>
                        <a:pt x="5257" y="9588"/>
                      </a:cubicBezTo>
                      <a:cubicBezTo>
                        <a:pt x="6491" y="9588"/>
                        <a:pt x="7710" y="9131"/>
                        <a:pt x="8639" y="8186"/>
                      </a:cubicBezTo>
                      <a:cubicBezTo>
                        <a:pt x="10513" y="6312"/>
                        <a:pt x="10513" y="3265"/>
                        <a:pt x="8639" y="1406"/>
                      </a:cubicBezTo>
                      <a:cubicBezTo>
                        <a:pt x="7710" y="469"/>
                        <a:pt x="6483" y="1"/>
                        <a:pt x="5255" y="1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lt1"/>
                    </a:gs>
                    <a:gs pos="18000">
                      <a:schemeClr val="lt1"/>
                    </a:gs>
                    <a:gs pos="56000">
                      <a:srgbClr val="FFFFFF">
                        <a:alpha val="0"/>
                      </a:srgbClr>
                    </a:gs>
                    <a:gs pos="74000">
                      <a:schemeClr val="lt1"/>
                    </a:gs>
                    <a:gs pos="100000">
                      <a:srgbClr val="9900FF">
                        <a:alpha val="28627"/>
                      </a:srgbClr>
                    </a:gs>
                  </a:gsLst>
                  <a:path path="circle">
                    <a:fillToRect r="100000" b="100000"/>
                  </a:path>
                  <a:tileRect l="-100000" t="-10000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</p:grpSp>
      <p:grpSp>
        <p:nvGrpSpPr>
          <p:cNvPr id="1385" name="Google Shape;1385;p31"/>
          <p:cNvGrpSpPr/>
          <p:nvPr/>
        </p:nvGrpSpPr>
        <p:grpSpPr>
          <a:xfrm>
            <a:off x="-284700" y="228300"/>
            <a:ext cx="585600" cy="585467"/>
            <a:chOff x="1101075" y="2142375"/>
            <a:chExt cx="439200" cy="439100"/>
          </a:xfrm>
        </p:grpSpPr>
        <p:sp>
          <p:nvSpPr>
            <p:cNvPr id="1386" name="Google Shape;1386;p31"/>
            <p:cNvSpPr/>
            <p:nvPr/>
          </p:nvSpPr>
          <p:spPr>
            <a:xfrm>
              <a:off x="1101075" y="2142375"/>
              <a:ext cx="439200" cy="439100"/>
            </a:xfrm>
            <a:custGeom>
              <a:avLst/>
              <a:gdLst/>
              <a:ahLst/>
              <a:cxnLst/>
              <a:rect l="l" t="t" r="r" b="b"/>
              <a:pathLst>
                <a:path w="17568" h="17564" extrusionOk="0">
                  <a:moveTo>
                    <a:pt x="8792" y="1291"/>
                  </a:moveTo>
                  <a:cubicBezTo>
                    <a:pt x="10711" y="1291"/>
                    <a:pt x="12631" y="2008"/>
                    <a:pt x="14094" y="3501"/>
                  </a:cubicBezTo>
                  <a:cubicBezTo>
                    <a:pt x="15526" y="4902"/>
                    <a:pt x="16303" y="6807"/>
                    <a:pt x="16303" y="8803"/>
                  </a:cubicBezTo>
                  <a:cubicBezTo>
                    <a:pt x="16303" y="10814"/>
                    <a:pt x="15526" y="12688"/>
                    <a:pt x="14094" y="14120"/>
                  </a:cubicBezTo>
                  <a:cubicBezTo>
                    <a:pt x="12692" y="15552"/>
                    <a:pt x="10788" y="16329"/>
                    <a:pt x="8792" y="16329"/>
                  </a:cubicBezTo>
                  <a:cubicBezTo>
                    <a:pt x="6780" y="16329"/>
                    <a:pt x="4906" y="15552"/>
                    <a:pt x="3474" y="14120"/>
                  </a:cubicBezTo>
                  <a:cubicBezTo>
                    <a:pt x="2042" y="12718"/>
                    <a:pt x="1265" y="10814"/>
                    <a:pt x="1265" y="8803"/>
                  </a:cubicBezTo>
                  <a:cubicBezTo>
                    <a:pt x="1265" y="6807"/>
                    <a:pt x="2042" y="4918"/>
                    <a:pt x="3474" y="3501"/>
                  </a:cubicBezTo>
                  <a:cubicBezTo>
                    <a:pt x="4937" y="2023"/>
                    <a:pt x="6857" y="1291"/>
                    <a:pt x="8792" y="1291"/>
                  </a:cubicBezTo>
                  <a:close/>
                  <a:moveTo>
                    <a:pt x="8784" y="0"/>
                  </a:moveTo>
                  <a:cubicBezTo>
                    <a:pt x="6537" y="0"/>
                    <a:pt x="4289" y="857"/>
                    <a:pt x="2575" y="2571"/>
                  </a:cubicBezTo>
                  <a:cubicBezTo>
                    <a:pt x="915" y="4232"/>
                    <a:pt x="1" y="6441"/>
                    <a:pt x="1" y="8788"/>
                  </a:cubicBezTo>
                  <a:cubicBezTo>
                    <a:pt x="1" y="11134"/>
                    <a:pt x="915" y="13343"/>
                    <a:pt x="2575" y="15004"/>
                  </a:cubicBezTo>
                  <a:cubicBezTo>
                    <a:pt x="4236" y="16649"/>
                    <a:pt x="6445" y="17563"/>
                    <a:pt x="8792" y="17563"/>
                  </a:cubicBezTo>
                  <a:cubicBezTo>
                    <a:pt x="11123" y="17563"/>
                    <a:pt x="13332" y="16649"/>
                    <a:pt x="14993" y="15004"/>
                  </a:cubicBezTo>
                  <a:cubicBezTo>
                    <a:pt x="16653" y="13343"/>
                    <a:pt x="17568" y="11134"/>
                    <a:pt x="17568" y="8788"/>
                  </a:cubicBezTo>
                  <a:cubicBezTo>
                    <a:pt x="17568" y="6441"/>
                    <a:pt x="16653" y="4232"/>
                    <a:pt x="14993" y="2571"/>
                  </a:cubicBezTo>
                  <a:cubicBezTo>
                    <a:pt x="13279" y="857"/>
                    <a:pt x="11031" y="0"/>
                    <a:pt x="8784" y="0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87" name="Google Shape;1387;p31"/>
            <p:cNvSpPr/>
            <p:nvPr/>
          </p:nvSpPr>
          <p:spPr>
            <a:xfrm>
              <a:off x="1189450" y="2242350"/>
              <a:ext cx="262850" cy="239700"/>
            </a:xfrm>
            <a:custGeom>
              <a:avLst/>
              <a:gdLst/>
              <a:ahLst/>
              <a:cxnLst/>
              <a:rect l="l" t="t" r="r" b="b"/>
              <a:pathLst>
                <a:path w="10514" h="9588" extrusionOk="0">
                  <a:moveTo>
                    <a:pt x="5257" y="1269"/>
                  </a:moveTo>
                  <a:cubicBezTo>
                    <a:pt x="6171" y="1269"/>
                    <a:pt x="7054" y="1604"/>
                    <a:pt x="7771" y="2290"/>
                  </a:cubicBezTo>
                  <a:cubicBezTo>
                    <a:pt x="9127" y="3692"/>
                    <a:pt x="9127" y="5931"/>
                    <a:pt x="7771" y="7302"/>
                  </a:cubicBezTo>
                  <a:cubicBezTo>
                    <a:pt x="7070" y="7988"/>
                    <a:pt x="6159" y="8331"/>
                    <a:pt x="5253" y="8331"/>
                  </a:cubicBezTo>
                  <a:cubicBezTo>
                    <a:pt x="4346" y="8331"/>
                    <a:pt x="3444" y="7988"/>
                    <a:pt x="2758" y="7302"/>
                  </a:cubicBezTo>
                  <a:cubicBezTo>
                    <a:pt x="1387" y="5916"/>
                    <a:pt x="1387" y="3661"/>
                    <a:pt x="2758" y="2290"/>
                  </a:cubicBezTo>
                  <a:cubicBezTo>
                    <a:pt x="3444" y="1604"/>
                    <a:pt x="4342" y="1269"/>
                    <a:pt x="5257" y="1269"/>
                  </a:cubicBezTo>
                  <a:close/>
                  <a:moveTo>
                    <a:pt x="5255" y="1"/>
                  </a:moveTo>
                  <a:cubicBezTo>
                    <a:pt x="4026" y="1"/>
                    <a:pt x="2796" y="469"/>
                    <a:pt x="1859" y="1406"/>
                  </a:cubicBezTo>
                  <a:cubicBezTo>
                    <a:pt x="0" y="3265"/>
                    <a:pt x="0" y="6312"/>
                    <a:pt x="1859" y="8186"/>
                  </a:cubicBezTo>
                  <a:cubicBezTo>
                    <a:pt x="2788" y="9116"/>
                    <a:pt x="4038" y="9588"/>
                    <a:pt x="5257" y="9588"/>
                  </a:cubicBezTo>
                  <a:cubicBezTo>
                    <a:pt x="6491" y="9588"/>
                    <a:pt x="7710" y="9131"/>
                    <a:pt x="8639" y="8186"/>
                  </a:cubicBezTo>
                  <a:cubicBezTo>
                    <a:pt x="10513" y="6312"/>
                    <a:pt x="10513" y="3265"/>
                    <a:pt x="8639" y="1406"/>
                  </a:cubicBezTo>
                  <a:cubicBezTo>
                    <a:pt x="7710" y="469"/>
                    <a:pt x="6483" y="1"/>
                    <a:pt x="5255" y="1"/>
                  </a:cubicBez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0C0A9E">
                    <a:alpha val="20000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1388" name="Google Shape;1388;p31"/>
          <p:cNvGrpSpPr/>
          <p:nvPr/>
        </p:nvGrpSpPr>
        <p:grpSpPr>
          <a:xfrm>
            <a:off x="-1683964" y="4215104"/>
            <a:ext cx="6430121" cy="3912667"/>
            <a:chOff x="-1186774" y="3161328"/>
            <a:chExt cx="4822591" cy="2934500"/>
          </a:xfrm>
        </p:grpSpPr>
        <p:pic>
          <p:nvPicPr>
            <p:cNvPr id="1389" name="Google Shape;1389;p31"/>
            <p:cNvPicPr preferRelativeResize="0"/>
            <p:nvPr/>
          </p:nvPicPr>
          <p:blipFill rotWithShape="1">
            <a:blip r:embed="rId2">
              <a:alphaModFix/>
            </a:blip>
            <a:srcRect l="16960" t="24718" r="7121" b="26177"/>
            <a:stretch/>
          </p:blipFill>
          <p:spPr>
            <a:xfrm rot="5400000">
              <a:off x="-1534175" y="3508728"/>
              <a:ext cx="2934500" cy="223969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90" name="Google Shape;1390;p31"/>
            <p:cNvSpPr/>
            <p:nvPr/>
          </p:nvSpPr>
          <p:spPr>
            <a:xfrm rot="-5400000">
              <a:off x="-184180" y="3596444"/>
              <a:ext cx="503090" cy="2327806"/>
            </a:xfrm>
            <a:custGeom>
              <a:avLst/>
              <a:gdLst/>
              <a:ahLst/>
              <a:cxnLst/>
              <a:rect l="l" t="t" r="r" b="b"/>
              <a:pathLst>
                <a:path w="12266" h="56755" extrusionOk="0">
                  <a:moveTo>
                    <a:pt x="6811" y="1"/>
                  </a:moveTo>
                  <a:lnTo>
                    <a:pt x="2133" y="4663"/>
                  </a:lnTo>
                  <a:lnTo>
                    <a:pt x="2133" y="16836"/>
                  </a:lnTo>
                  <a:lnTo>
                    <a:pt x="2438" y="16836"/>
                  </a:lnTo>
                  <a:lnTo>
                    <a:pt x="2438" y="4800"/>
                  </a:lnTo>
                  <a:lnTo>
                    <a:pt x="6475" y="747"/>
                  </a:lnTo>
                  <a:lnTo>
                    <a:pt x="6475" y="11793"/>
                  </a:lnTo>
                  <a:lnTo>
                    <a:pt x="11534" y="11793"/>
                  </a:lnTo>
                  <a:lnTo>
                    <a:pt x="8197" y="15130"/>
                  </a:lnTo>
                  <a:lnTo>
                    <a:pt x="11640" y="18573"/>
                  </a:lnTo>
                  <a:lnTo>
                    <a:pt x="5668" y="24546"/>
                  </a:lnTo>
                  <a:lnTo>
                    <a:pt x="5668" y="41686"/>
                  </a:lnTo>
                  <a:lnTo>
                    <a:pt x="0" y="47369"/>
                  </a:lnTo>
                  <a:lnTo>
                    <a:pt x="0" y="56754"/>
                  </a:lnTo>
                  <a:lnTo>
                    <a:pt x="305" y="56754"/>
                  </a:lnTo>
                  <a:lnTo>
                    <a:pt x="305" y="47476"/>
                  </a:lnTo>
                  <a:lnTo>
                    <a:pt x="5973" y="41823"/>
                  </a:lnTo>
                  <a:lnTo>
                    <a:pt x="5973" y="24683"/>
                  </a:lnTo>
                  <a:lnTo>
                    <a:pt x="12082" y="18573"/>
                  </a:lnTo>
                  <a:lnTo>
                    <a:pt x="8639" y="15130"/>
                  </a:lnTo>
                  <a:lnTo>
                    <a:pt x="12265" y="11488"/>
                  </a:lnTo>
                  <a:lnTo>
                    <a:pt x="6811" y="11488"/>
                  </a:lnTo>
                  <a:lnTo>
                    <a:pt x="6811" y="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8000">
                  <a:schemeClr val="lt1"/>
                </a:gs>
                <a:gs pos="56000">
                  <a:srgbClr val="FFFFFF">
                    <a:alpha val="0"/>
                  </a:srgbClr>
                </a:gs>
                <a:gs pos="74000">
                  <a:schemeClr val="lt1"/>
                </a:gs>
                <a:gs pos="100000">
                  <a:srgbClr val="9900FF">
                    <a:alpha val="28627"/>
                  </a:srgb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391" name="Google Shape;1391;p31"/>
            <p:cNvGrpSpPr/>
            <p:nvPr/>
          </p:nvGrpSpPr>
          <p:grpSpPr>
            <a:xfrm>
              <a:off x="58899" y="4608583"/>
              <a:ext cx="604346" cy="657081"/>
              <a:chOff x="58899" y="4608583"/>
              <a:chExt cx="604346" cy="657081"/>
            </a:xfrm>
          </p:grpSpPr>
          <p:grpSp>
            <p:nvGrpSpPr>
              <p:cNvPr id="1392" name="Google Shape;1392;p31"/>
              <p:cNvGrpSpPr/>
              <p:nvPr/>
            </p:nvGrpSpPr>
            <p:grpSpPr>
              <a:xfrm rot="10800000">
                <a:off x="58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393" name="Google Shape;1393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4" name="Google Shape;1394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5" name="Google Shape;1395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6" name="Google Shape;1396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7" name="Google Shape;1397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8" name="Google Shape;1398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399" name="Google Shape;1399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chemeClr val="lt2">
                        <a:alpha val="46820"/>
                      </a:schemeClr>
                    </a:gs>
                    <a:gs pos="78000">
                      <a:schemeClr val="lt1">
                        <a:alpha val="46820"/>
                      </a:schemeClr>
                    </a:gs>
                    <a:gs pos="100000">
                      <a:schemeClr val="lt1">
                        <a:alpha val="46820"/>
                      </a:schemeClr>
                    </a:gs>
                  </a:gsLst>
                  <a:lin ang="0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400" name="Google Shape;1400;p31"/>
              <p:cNvGrpSpPr/>
              <p:nvPr/>
            </p:nvGrpSpPr>
            <p:grpSpPr>
              <a:xfrm rot="10800000">
                <a:off x="334899" y="460858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1" name="Google Shape;1401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2" name="Google Shape;1402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3" name="Google Shape;1403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4" name="Google Shape;1404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5" name="Google Shape;1405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6" name="Google Shape;1406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07" name="Google Shape;1407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  <p:grpSp>
            <p:nvGrpSpPr>
              <p:cNvPr id="1408" name="Google Shape;1408;p31"/>
              <p:cNvGrpSpPr/>
              <p:nvPr/>
            </p:nvGrpSpPr>
            <p:grpSpPr>
              <a:xfrm rot="10800000">
                <a:off x="282574" y="4937133"/>
                <a:ext cx="328346" cy="328531"/>
                <a:chOff x="3678700" y="407275"/>
                <a:chExt cx="708100" cy="708500"/>
              </a:xfrm>
            </p:grpSpPr>
            <p:sp>
              <p:nvSpPr>
                <p:cNvPr id="1409" name="Google Shape;1409;p31"/>
                <p:cNvSpPr/>
                <p:nvPr/>
              </p:nvSpPr>
              <p:spPr>
                <a:xfrm>
                  <a:off x="3678700" y="4072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0" name="Google Shape;1410;p31"/>
                <p:cNvSpPr/>
                <p:nvPr/>
              </p:nvSpPr>
              <p:spPr>
                <a:xfrm>
                  <a:off x="3754875" y="483475"/>
                  <a:ext cx="249900" cy="249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5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1" name="Google Shape;1411;p31"/>
                <p:cNvSpPr/>
                <p:nvPr/>
              </p:nvSpPr>
              <p:spPr>
                <a:xfrm>
                  <a:off x="3831425" y="560025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4" y="0"/>
                      </a:moveTo>
                      <a:lnTo>
                        <a:pt x="1" y="8594"/>
                      </a:lnTo>
                      <a:lnTo>
                        <a:pt x="1403" y="9995"/>
                      </a:lnTo>
                      <a:lnTo>
                        <a:pt x="9996" y="1402"/>
                      </a:lnTo>
                      <a:lnTo>
                        <a:pt x="8594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2" name="Google Shape;1412;p31"/>
                <p:cNvSpPr/>
                <p:nvPr/>
              </p:nvSpPr>
              <p:spPr>
                <a:xfrm>
                  <a:off x="3907625" y="636575"/>
                  <a:ext cx="249875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81" extrusionOk="0">
                      <a:moveTo>
                        <a:pt x="8593" y="1"/>
                      </a:moveTo>
                      <a:lnTo>
                        <a:pt x="0" y="8579"/>
                      </a:lnTo>
                      <a:lnTo>
                        <a:pt x="1402" y="9980"/>
                      </a:lnTo>
                      <a:lnTo>
                        <a:pt x="9995" y="1387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3" name="Google Shape;1413;p31"/>
                <p:cNvSpPr/>
                <p:nvPr/>
              </p:nvSpPr>
              <p:spPr>
                <a:xfrm>
                  <a:off x="3984175" y="713150"/>
                  <a:ext cx="249900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6" h="9996" extrusionOk="0">
                      <a:moveTo>
                        <a:pt x="8593" y="0"/>
                      </a:moveTo>
                      <a:lnTo>
                        <a:pt x="0" y="8593"/>
                      </a:lnTo>
                      <a:lnTo>
                        <a:pt x="1402" y="9995"/>
                      </a:lnTo>
                      <a:lnTo>
                        <a:pt x="9995" y="1402"/>
                      </a:lnTo>
                      <a:lnTo>
                        <a:pt x="8593" y="0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4" name="Google Shape;1414;p31"/>
                <p:cNvSpPr/>
                <p:nvPr/>
              </p:nvSpPr>
              <p:spPr>
                <a:xfrm>
                  <a:off x="4061125" y="789700"/>
                  <a:ext cx="249500" cy="24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80" h="9981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80"/>
                      </a:lnTo>
                      <a:lnTo>
                        <a:pt x="9980" y="1402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  <p:sp>
              <p:nvSpPr>
                <p:cNvPr id="1415" name="Google Shape;1415;p31"/>
                <p:cNvSpPr/>
                <p:nvPr/>
              </p:nvSpPr>
              <p:spPr>
                <a:xfrm>
                  <a:off x="4136925" y="865875"/>
                  <a:ext cx="249875" cy="249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995" h="9996" extrusionOk="0">
                      <a:moveTo>
                        <a:pt x="8593" y="1"/>
                      </a:moveTo>
                      <a:lnTo>
                        <a:pt x="0" y="8594"/>
                      </a:lnTo>
                      <a:lnTo>
                        <a:pt x="1402" y="9996"/>
                      </a:lnTo>
                      <a:lnTo>
                        <a:pt x="9995" y="1403"/>
                      </a:lnTo>
                      <a:lnTo>
                        <a:pt x="8593" y="1"/>
                      </a:lnTo>
                      <a:close/>
                    </a:path>
                  </a:pathLst>
                </a:custGeom>
                <a:gradFill>
                  <a:gsLst>
                    <a:gs pos="0">
                      <a:srgbClr val="0C0A9E">
                        <a:alpha val="37254"/>
                        <a:alpha val="46820"/>
                      </a:srgbClr>
                    </a:gs>
                    <a:gs pos="100000">
                      <a:srgbClr val="FFFFFF">
                        <a:alpha val="0"/>
                        <a:alpha val="46820"/>
                      </a:srgbClr>
                    </a:gs>
                  </a:gsLst>
                  <a:lin ang="13500032" scaled="0"/>
                </a:gra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2400"/>
                </a:p>
              </p:txBody>
            </p:sp>
          </p:grpSp>
        </p:grpSp>
        <p:grpSp>
          <p:nvGrpSpPr>
            <p:cNvPr id="1416" name="Google Shape;1416;p31"/>
            <p:cNvGrpSpPr/>
            <p:nvPr/>
          </p:nvGrpSpPr>
          <p:grpSpPr>
            <a:xfrm>
              <a:off x="-923150" y="4796551"/>
              <a:ext cx="4558967" cy="134100"/>
              <a:chOff x="796100" y="3019701"/>
              <a:chExt cx="4558967" cy="134100"/>
            </a:xfrm>
          </p:grpSpPr>
          <p:sp>
            <p:nvSpPr>
              <p:cNvPr id="1417" name="Google Shape;1417;p31"/>
              <p:cNvSpPr/>
              <p:nvPr/>
            </p:nvSpPr>
            <p:spPr>
              <a:xfrm>
                <a:off x="5220967" y="3019701"/>
                <a:ext cx="134100" cy="1341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cxnSp>
            <p:nvCxnSpPr>
              <p:cNvPr id="1418" name="Google Shape;1418;p31"/>
              <p:cNvCxnSpPr/>
              <p:nvPr/>
            </p:nvCxnSpPr>
            <p:spPr>
              <a:xfrm>
                <a:off x="796100" y="3086750"/>
                <a:ext cx="44628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9" name="Google Shape;1419;p31"/>
              <p:cNvSpPr/>
              <p:nvPr/>
            </p:nvSpPr>
            <p:spPr>
              <a:xfrm>
                <a:off x="5251079" y="3049843"/>
                <a:ext cx="73800" cy="73800"/>
              </a:xfrm>
              <a:prstGeom prst="ellipse">
                <a:avLst/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8191893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14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8368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1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5" name="Google Shape;1425;p34"/>
          <p:cNvSpPr txBox="1">
            <a:spLocks noGrp="1"/>
          </p:cNvSpPr>
          <p:nvPr>
            <p:ph type="title"/>
          </p:nvPr>
        </p:nvSpPr>
        <p:spPr>
          <a:xfrm>
            <a:off x="955700" y="681200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80115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462467" y="1088432"/>
            <a:ext cx="9299600" cy="310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1462467" y="4608333"/>
            <a:ext cx="65100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8361291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"/>
          <p:cNvSpPr txBox="1">
            <a:spLocks noGrp="1"/>
          </p:cNvSpPr>
          <p:nvPr>
            <p:ph type="title"/>
          </p:nvPr>
        </p:nvSpPr>
        <p:spPr>
          <a:xfrm>
            <a:off x="960000" y="2772433"/>
            <a:ext cx="7464000" cy="11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7" name="Google Shape;97;p3"/>
          <p:cNvSpPr txBox="1">
            <a:spLocks noGrp="1"/>
          </p:cNvSpPr>
          <p:nvPr>
            <p:ph type="title" idx="2" hasCustomPrompt="1"/>
          </p:nvPr>
        </p:nvSpPr>
        <p:spPr>
          <a:xfrm>
            <a:off x="960000" y="1367633"/>
            <a:ext cx="2270000" cy="13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266">
                <a:latin typeface="Poppins"/>
                <a:ea typeface="Poppins"/>
                <a:cs typeface="Poppins"/>
                <a:sym typeface="Poppi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98" name="Google Shape;98;p3"/>
          <p:cNvSpPr txBox="1">
            <a:spLocks noGrp="1"/>
          </p:cNvSpPr>
          <p:nvPr>
            <p:ph type="subTitle" idx="1"/>
          </p:nvPr>
        </p:nvSpPr>
        <p:spPr>
          <a:xfrm>
            <a:off x="960000" y="4336500"/>
            <a:ext cx="7464000" cy="61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4352709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487967" y="2665533"/>
            <a:ext cx="5846400" cy="226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33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487967" y="4959533"/>
            <a:ext cx="5846400" cy="505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10149734" y="-721000"/>
            <a:ext cx="1481791" cy="1481791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avLst/>
              <a:gdLst/>
              <a:ahLst/>
              <a:cxnLst/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avLst/>
              <a:gdLst/>
              <a:ahLst/>
              <a:cxnLst/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10944931" y="2812425"/>
            <a:ext cx="1546749" cy="329704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8370484" y="7134340"/>
            <a:ext cx="5982425" cy="833496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11184453" y="1697861"/>
            <a:ext cx="657761" cy="476416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avLst/>
              <a:gdLst/>
              <a:ahLst/>
              <a:cxnLst/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7566532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515733" y="3100967"/>
            <a:ext cx="4871200" cy="1319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6387133" y="3039733"/>
            <a:ext cx="1790800" cy="13192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533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5147216" y="-2541398"/>
            <a:ext cx="5145605" cy="820532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553695" y="718401"/>
            <a:ext cx="10182521" cy="6859923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832398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960000" y="1409035"/>
            <a:ext cx="10272000" cy="56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oogle Shape;48;p4"/>
          <p:cNvGrpSpPr/>
          <p:nvPr/>
        </p:nvGrpSpPr>
        <p:grpSpPr>
          <a:xfrm>
            <a:off x="251036" y="2201569"/>
            <a:ext cx="11559088" cy="2797592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575816" y="-442133"/>
            <a:ext cx="14693693" cy="7564517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90150" y="-224885"/>
            <a:ext cx="10558707" cy="3851957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9827067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6482432" y="3250767"/>
            <a:ext cx="3481200" cy="19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2228359" y="3250767"/>
            <a:ext cx="3481200" cy="19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2228359" y="2722200"/>
            <a:ext cx="3481200" cy="64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6482441" y="2722200"/>
            <a:ext cx="3481200" cy="64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251037" y="3250772"/>
            <a:ext cx="11559132" cy="1748389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3780999" y="7"/>
            <a:ext cx="16393155" cy="1017936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457167" y="3366215"/>
            <a:ext cx="11618163" cy="2596184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407463508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950982" y="-1590343"/>
            <a:ext cx="10956359" cy="12833288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avLst/>
                <a:gdLst/>
                <a:ahLst/>
                <a:cxnLst/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403418" y="1683462"/>
            <a:ext cx="12147003" cy="4751489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796250" y="1303564"/>
            <a:ext cx="11631457" cy="5286357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2320022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2376867" y="948933"/>
            <a:ext cx="3857600" cy="120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2376867" y="2155063"/>
            <a:ext cx="3857600" cy="37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6336051" y="1098817"/>
            <a:ext cx="3716000" cy="474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40" name="Google Shape;140;p7"/>
          <p:cNvGrpSpPr/>
          <p:nvPr/>
        </p:nvGrpSpPr>
        <p:grpSpPr>
          <a:xfrm>
            <a:off x="346919" y="261103"/>
            <a:ext cx="9399940" cy="6306556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1157265" y="-420600"/>
            <a:ext cx="13465265" cy="6988283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avLst/>
              <a:gdLst/>
              <a:ahLst/>
              <a:cxnLst/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avLst/>
              <a:gdLst/>
              <a:ahLst/>
              <a:cxnLst/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812617" y="-152085"/>
            <a:ext cx="11084441" cy="6087173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</p:spTree>
    <p:extLst>
      <p:ext uri="{BB962C8B-B14F-4D97-AF65-F5344CB8AC3E}">
        <p14:creationId xmlns:p14="http://schemas.microsoft.com/office/powerpoint/2010/main" val="276280613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3090600" y="1742800"/>
            <a:ext cx="6010800" cy="25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9860175" y="5448807"/>
            <a:ext cx="6388892" cy="1231763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702776" y="4533749"/>
            <a:ext cx="11126091" cy="1658340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4201951" y="-4544137"/>
            <a:ext cx="15775555" cy="12086944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195" name="Google Shape;195;p8"/>
          <p:cNvGrpSpPr/>
          <p:nvPr/>
        </p:nvGrpSpPr>
        <p:grpSpPr>
          <a:xfrm>
            <a:off x="729461" y="1299167"/>
            <a:ext cx="12325931" cy="5131180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332502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847400" y="2476467"/>
            <a:ext cx="6497200" cy="166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9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847400" y="4142633"/>
            <a:ext cx="64972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2133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12448949" y="951348"/>
            <a:ext cx="53408" cy="58784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3676567" y="-3701440"/>
            <a:ext cx="16178933" cy="12590547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35" name="Google Shape;235;p9"/>
          <p:cNvGrpSpPr/>
          <p:nvPr/>
        </p:nvGrpSpPr>
        <p:grpSpPr>
          <a:xfrm>
            <a:off x="-210033" y="2246097"/>
            <a:ext cx="11585407" cy="58784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467768" y="865995"/>
            <a:ext cx="12373840" cy="6894564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7697636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3288324" y="-3825945"/>
            <a:ext cx="15194504" cy="6129609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201177" y="1516637"/>
            <a:ext cx="12107357" cy="1085157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69013" y="1822363"/>
            <a:ext cx="13231072" cy="4157229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5871346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3206833" y="2721033"/>
            <a:ext cx="7076000" cy="1330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Font typeface="Raleway ExtraBold"/>
              <a:buNone/>
              <a:defRPr sz="7333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3206833" y="4051833"/>
            <a:ext cx="70760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427826" y="1189984"/>
            <a:ext cx="6997257" cy="5340707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497538" y="-179358"/>
            <a:ext cx="7560141" cy="7799817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767049" y="-2406671"/>
            <a:ext cx="11011395" cy="12948971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780691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064978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4236475" y="1599372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4236475" y="3870161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4236475" y="2356301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4236475" y="4627092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4236475" y="3113232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4236475" y="5384021"/>
            <a:ext cx="979600" cy="658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26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ExtraBold"/>
              <a:buNone/>
              <a:defRPr sz="4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5347925" y="1601772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5347925" y="2358704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5347925" y="3115636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5347921" y="3872569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5347921" y="4629501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5347921" y="5386433"/>
            <a:ext cx="3623600" cy="6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503237" y="272567"/>
            <a:ext cx="11888156" cy="6055395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avLst/>
                <a:gdLst/>
                <a:ahLst/>
                <a:cxnLst/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742331" y="-76000"/>
            <a:ext cx="13906208" cy="450460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avLst/>
              <a:gdLst/>
              <a:ahLst/>
              <a:cxnLst/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213800" y="1356982"/>
            <a:ext cx="12046157" cy="1792724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13935636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960000" y="1423701"/>
            <a:ext cx="10272000" cy="117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331951" y="1356973"/>
            <a:ext cx="11973956" cy="5147707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333997" y="2294917"/>
            <a:ext cx="11013264" cy="3987312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958146" y="-233266"/>
            <a:ext cx="16006027" cy="11363836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avLst/>
              <a:gdLst/>
              <a:ahLst/>
              <a:cxnLst/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257893133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960000" y="1534600"/>
            <a:ext cx="10272000" cy="39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11191536" y="-2170355"/>
            <a:ext cx="819865" cy="3842461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8647407" y="5506384"/>
            <a:ext cx="359595" cy="1612587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293985505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453367" y="3251031"/>
            <a:ext cx="3013600" cy="2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4668967" y="3251031"/>
            <a:ext cx="3013600" cy="2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7884575" y="3251031"/>
            <a:ext cx="3013600" cy="200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453367" y="2706567"/>
            <a:ext cx="3013600" cy="6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4668971" y="2706567"/>
            <a:ext cx="3013600" cy="6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7884576" y="2706567"/>
            <a:ext cx="3013600" cy="64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251037" y="593373"/>
            <a:ext cx="11559132" cy="6128356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637667" y="1840775"/>
            <a:ext cx="11065313" cy="2574245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346931" y="-712012"/>
            <a:ext cx="11657236" cy="792887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avLst/>
                <a:gdLst/>
                <a:ahLst/>
                <a:cxnLst/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354435767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670965" y="2360133"/>
            <a:ext cx="3748000" cy="12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6773035" y="2360133"/>
            <a:ext cx="3748000" cy="12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670965" y="4375600"/>
            <a:ext cx="3748000" cy="12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6773035" y="4375600"/>
            <a:ext cx="3748000" cy="127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670967" y="1754733"/>
            <a:ext cx="3748000" cy="6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670967" y="3770300"/>
            <a:ext cx="3748000" cy="6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6773000" y="1754733"/>
            <a:ext cx="3748000" cy="6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6773000" y="3770300"/>
            <a:ext cx="3748000" cy="68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649434" y="4991234"/>
            <a:ext cx="11644045" cy="1465327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263534" y="1337506"/>
            <a:ext cx="11586012" cy="3880649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41267" y="-222389"/>
            <a:ext cx="12669256" cy="6975556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avLst/>
              <a:gdLst/>
              <a:ahLst/>
              <a:cxnLst/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62" name="Google Shape;462;p17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17746671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577267" y="2306567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4774475" y="2306579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577267" y="4558733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4772000" y="4558733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7966733" y="2306579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7966733" y="4558733"/>
            <a:ext cx="2648000" cy="13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587667" y="1861935"/>
            <a:ext cx="26376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4779675" y="1861944"/>
            <a:ext cx="26376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7971933" y="1861944"/>
            <a:ext cx="26376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577267" y="4110067"/>
            <a:ext cx="26480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4779677" y="4110067"/>
            <a:ext cx="26376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7971931" y="4110067"/>
            <a:ext cx="2637600" cy="62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133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32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231452" y="2739869"/>
            <a:ext cx="11970608" cy="1166851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1009048" y="934448"/>
            <a:ext cx="10910979" cy="6118931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558296" y="-732533"/>
            <a:ext cx="13209167" cy="7748796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avLst/>
              <a:gdLst/>
              <a:ahLst/>
              <a:cxnLst/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98" name="Google Shape;498;p18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263272465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362967" y="3953993"/>
            <a:ext cx="4510000" cy="10252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54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362967" y="4986867"/>
            <a:ext cx="4510000" cy="51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4047003" y="1760233"/>
            <a:ext cx="4510000" cy="10252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54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4047003" y="2793491"/>
            <a:ext cx="4510000" cy="51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6731040" y="3953993"/>
            <a:ext cx="4510000" cy="10252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5467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aleway ExtraBold"/>
              <a:buNone/>
              <a:defRPr sz="8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6731040" y="4986867"/>
            <a:ext cx="4510000" cy="51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867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12160681" y="929431"/>
            <a:ext cx="53408" cy="58784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986400" y="554481"/>
            <a:ext cx="13523469" cy="2867012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787972" y="-4244403"/>
            <a:ext cx="13631919" cy="16252220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67"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avLst/>
              <a:gdLst/>
              <a:ahLst/>
              <a:cxnLst/>
              <a:rect l="l" t="t" r="r" b="b"/>
              <a:pathLst>
                <a:path w="18075" h="65507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421190844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3467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1331067" y="2491116"/>
            <a:ext cx="10467757" cy="3897057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2117385" y="3244786"/>
            <a:ext cx="9918423" cy="3370740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586032" y="-148433"/>
            <a:ext cx="13877999" cy="7149533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avLst/>
                <a:gdLst/>
                <a:ahLst/>
                <a:cxnLst/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avLst/>
                <a:gdLst/>
                <a:ahLst/>
                <a:cxnLst/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29865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55452" y="3519369"/>
            <a:ext cx="11994875" cy="2457851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3638899" y="4478015"/>
            <a:ext cx="8200528" cy="1980781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841745" y="-2500233"/>
            <a:ext cx="14641527" cy="9517929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67"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67"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45133127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464633" y="1112800"/>
            <a:ext cx="5930800" cy="12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464567" y="2406800"/>
            <a:ext cx="59308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464567" y="4612733"/>
            <a:ext cx="65944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6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6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6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6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6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10998815" y="233831"/>
            <a:ext cx="53408" cy="58784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751899" y="1"/>
            <a:ext cx="10458436" cy="1481791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782257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329371" y="2799003"/>
            <a:ext cx="11556488" cy="2276992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1062355" y="-1453544"/>
            <a:ext cx="15260532" cy="8732927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331421" y="2211149"/>
            <a:ext cx="11554441" cy="1261740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422256911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331670" y="655373"/>
            <a:ext cx="11559132" cy="6128356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420834" y="1706375"/>
            <a:ext cx="11469980" cy="2083245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474231" y="-756412"/>
            <a:ext cx="11668669" cy="792887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avLst/>
              <a:gdLst/>
              <a:ahLst/>
              <a:cxnLst/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51" name="Google Shape;651;p24"/>
          <p:cNvSpPr/>
          <p:nvPr/>
        </p:nvSpPr>
        <p:spPr>
          <a:xfrm rot="-5400000">
            <a:off x="676447" y="843663"/>
            <a:ext cx="304100" cy="26300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</p:spTree>
    <p:extLst>
      <p:ext uri="{BB962C8B-B14F-4D97-AF65-F5344CB8AC3E}">
        <p14:creationId xmlns:p14="http://schemas.microsoft.com/office/powerpoint/2010/main" val="192579490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557803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955600" y="681367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1891531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950967" y="1670569"/>
            <a:ext cx="5826800" cy="28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950967" y="4553031"/>
            <a:ext cx="582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6096151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507400" y="3497933"/>
            <a:ext cx="57336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2" hasCustomPrompt="1"/>
          </p:nvPr>
        </p:nvSpPr>
        <p:spPr>
          <a:xfrm>
            <a:off x="5507400" y="2237667"/>
            <a:ext cx="5733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80768940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/>
          <p:nvPr/>
        </p:nvSpPr>
        <p:spPr>
          <a:xfrm>
            <a:off x="570233" y="620600"/>
            <a:ext cx="11115600" cy="57584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584800" y="830967"/>
            <a:ext cx="9198000" cy="284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533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868367" y="4736000"/>
            <a:ext cx="6914400" cy="12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3737847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1552767" y="2743000"/>
            <a:ext cx="5848000" cy="227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1552800" y="1629700"/>
            <a:ext cx="2014800" cy="11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552785" y="5159900"/>
            <a:ext cx="5848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63679382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867">
                <a:solidFill>
                  <a:srgbClr val="434343"/>
                </a:solidFill>
              </a:defRPr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818590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5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1"/>
          </p:nvPr>
        </p:nvSpPr>
        <p:spPr>
          <a:xfrm>
            <a:off x="2216684" y="3443533"/>
            <a:ext cx="3350400" cy="6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2"/>
          </p:nvPr>
        </p:nvSpPr>
        <p:spPr>
          <a:xfrm>
            <a:off x="6624917" y="3443533"/>
            <a:ext cx="3350400" cy="66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2216684" y="4107467"/>
            <a:ext cx="3350400" cy="10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4"/>
          </p:nvPr>
        </p:nvSpPr>
        <p:spPr>
          <a:xfrm>
            <a:off x="6624917" y="4107467"/>
            <a:ext cx="3350400" cy="107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7127387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15659598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32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6014400" cy="149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960000" y="2481100"/>
            <a:ext cx="6014400" cy="314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9165622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293133" y="800500"/>
            <a:ext cx="6276800" cy="406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1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02513260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4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988800" y="1072200"/>
            <a:ext cx="6214800" cy="300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988733" y="4178200"/>
            <a:ext cx="6214800" cy="178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69359376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8" name="Google Shape;48;p10"/>
          <p:cNvSpPr txBox="1">
            <a:spLocks noGrp="1"/>
          </p:cNvSpPr>
          <p:nvPr>
            <p:ph type="title"/>
          </p:nvPr>
        </p:nvSpPr>
        <p:spPr>
          <a:xfrm>
            <a:off x="953467" y="4634967"/>
            <a:ext cx="8294800" cy="15096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7080871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11"/>
          <p:cNvSpPr/>
          <p:nvPr/>
        </p:nvSpPr>
        <p:spPr>
          <a:xfrm>
            <a:off x="1403800" y="1438400"/>
            <a:ext cx="9384400" cy="39812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52" name="Google Shape;52;p11"/>
          <p:cNvSpPr txBox="1">
            <a:spLocks noGrp="1"/>
          </p:cNvSpPr>
          <p:nvPr>
            <p:ph type="title" hasCustomPrompt="1"/>
          </p:nvPr>
        </p:nvSpPr>
        <p:spPr>
          <a:xfrm>
            <a:off x="1712000" y="1925233"/>
            <a:ext cx="8768000" cy="201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>
            <a:spLocks noGrp="1"/>
          </p:cNvSpPr>
          <p:nvPr>
            <p:ph type="subTitle" idx="1"/>
          </p:nvPr>
        </p:nvSpPr>
        <p:spPr>
          <a:xfrm>
            <a:off x="1712000" y="4375967"/>
            <a:ext cx="8768000" cy="55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352455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40379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/>
          <p:nvPr/>
        </p:nvSpPr>
        <p:spPr>
          <a:xfrm>
            <a:off x="474200" y="359400"/>
            <a:ext cx="11243600" cy="6139200"/>
          </a:xfrm>
          <a:prstGeom prst="roundRect">
            <a:avLst>
              <a:gd name="adj" fmla="val 13754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hasCustomPrompt="1"/>
          </p:nvPr>
        </p:nvSpPr>
        <p:spPr>
          <a:xfrm>
            <a:off x="960000" y="2047133"/>
            <a:ext cx="1016800" cy="10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1"/>
          </p:nvPr>
        </p:nvSpPr>
        <p:spPr>
          <a:xfrm>
            <a:off x="1976967" y="3059865"/>
            <a:ext cx="3400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2" hasCustomPrompt="1"/>
          </p:nvPr>
        </p:nvSpPr>
        <p:spPr>
          <a:xfrm>
            <a:off x="5878233" y="2047133"/>
            <a:ext cx="1016800" cy="10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3"/>
          </p:nvPr>
        </p:nvSpPr>
        <p:spPr>
          <a:xfrm>
            <a:off x="6888235" y="3059865"/>
            <a:ext cx="34076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4" hasCustomPrompt="1"/>
          </p:nvPr>
        </p:nvSpPr>
        <p:spPr>
          <a:xfrm>
            <a:off x="960000" y="4362367"/>
            <a:ext cx="1016800" cy="10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5"/>
          </p:nvPr>
        </p:nvSpPr>
        <p:spPr>
          <a:xfrm>
            <a:off x="1976967" y="5381067"/>
            <a:ext cx="3400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6" hasCustomPrompt="1"/>
          </p:nvPr>
        </p:nvSpPr>
        <p:spPr>
          <a:xfrm>
            <a:off x="5878233" y="4362367"/>
            <a:ext cx="1016800" cy="10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7"/>
          </p:nvPr>
        </p:nvSpPr>
        <p:spPr>
          <a:xfrm>
            <a:off x="6888235" y="5381067"/>
            <a:ext cx="34076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8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9"/>
          </p:nvPr>
        </p:nvSpPr>
        <p:spPr>
          <a:xfrm>
            <a:off x="1969833" y="2047133"/>
            <a:ext cx="3400400" cy="101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3"/>
          </p:nvPr>
        </p:nvSpPr>
        <p:spPr>
          <a:xfrm>
            <a:off x="6888233" y="2047133"/>
            <a:ext cx="3407600" cy="101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4"/>
          </p:nvPr>
        </p:nvSpPr>
        <p:spPr>
          <a:xfrm>
            <a:off x="1969833" y="4362368"/>
            <a:ext cx="3400400" cy="101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subTitle" idx="15"/>
          </p:nvPr>
        </p:nvSpPr>
        <p:spPr>
          <a:xfrm>
            <a:off x="6888233" y="4362368"/>
            <a:ext cx="3407600" cy="101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9869444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>
            <a:spLocks noGrp="1"/>
          </p:cNvSpPr>
          <p:nvPr>
            <p:ph type="title"/>
          </p:nvPr>
        </p:nvSpPr>
        <p:spPr>
          <a:xfrm>
            <a:off x="2602600" y="4384000"/>
            <a:ext cx="6986800" cy="6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>
                <a:latin typeface="Spline Sans Mono"/>
                <a:ea typeface="Spline Sans Mono"/>
                <a:cs typeface="Spline Sans Mono"/>
                <a:sym typeface="Spline Sans Mon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2602600" y="1826400"/>
            <a:ext cx="6986800" cy="255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4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7354120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5"/>
          <p:cNvSpPr>
            <a:spLocks noGrp="1"/>
          </p:cNvSpPr>
          <p:nvPr>
            <p:ph type="pic" idx="2"/>
          </p:nvPr>
        </p:nvSpPr>
        <p:spPr>
          <a:xfrm>
            <a:off x="8078167" y="902333"/>
            <a:ext cx="3493600" cy="50168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  <p:sp>
        <p:nvSpPr>
          <p:cNvPr id="78" name="Google Shape;78;p15"/>
          <p:cNvSpPr txBox="1">
            <a:spLocks noGrp="1"/>
          </p:cNvSpPr>
          <p:nvPr>
            <p:ph type="subTitle" idx="1"/>
          </p:nvPr>
        </p:nvSpPr>
        <p:spPr>
          <a:xfrm>
            <a:off x="1455467" y="3041400"/>
            <a:ext cx="6262000" cy="250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1455467" y="902600"/>
            <a:ext cx="6262000" cy="209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43892372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16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1"/>
          </p:nvPr>
        </p:nvSpPr>
        <p:spPr>
          <a:xfrm>
            <a:off x="1366833" y="1738367"/>
            <a:ext cx="7372800" cy="40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title"/>
          </p:nvPr>
        </p:nvSpPr>
        <p:spPr>
          <a:xfrm>
            <a:off x="1366833" y="593367"/>
            <a:ext cx="9502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3116676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/>
          <p:nvPr/>
        </p:nvSpPr>
        <p:spPr>
          <a:xfrm>
            <a:off x="480400" y="3850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88" name="Google Shape;88;p17"/>
          <p:cNvSpPr txBox="1">
            <a:spLocks noGrp="1"/>
          </p:cNvSpPr>
          <p:nvPr>
            <p:ph type="subTitle" idx="1"/>
          </p:nvPr>
        </p:nvSpPr>
        <p:spPr>
          <a:xfrm>
            <a:off x="2463784" y="4005967"/>
            <a:ext cx="2652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2"/>
          </p:nvPr>
        </p:nvSpPr>
        <p:spPr>
          <a:xfrm>
            <a:off x="7075417" y="4005967"/>
            <a:ext cx="2652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ubTitle" idx="3"/>
          </p:nvPr>
        </p:nvSpPr>
        <p:spPr>
          <a:xfrm>
            <a:off x="2463784" y="4769467"/>
            <a:ext cx="2652800" cy="11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1" name="Google Shape;91;p17"/>
          <p:cNvSpPr txBox="1">
            <a:spLocks noGrp="1"/>
          </p:cNvSpPr>
          <p:nvPr>
            <p:ph type="subTitle" idx="4"/>
          </p:nvPr>
        </p:nvSpPr>
        <p:spPr>
          <a:xfrm>
            <a:off x="7075417" y="4769467"/>
            <a:ext cx="2652800" cy="11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99149154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96" name="Google Shape;96;p18"/>
          <p:cNvSpPr txBox="1">
            <a:spLocks noGrp="1"/>
          </p:cNvSpPr>
          <p:nvPr>
            <p:ph type="subTitle" idx="1"/>
          </p:nvPr>
        </p:nvSpPr>
        <p:spPr>
          <a:xfrm>
            <a:off x="960000" y="3472600"/>
            <a:ext cx="3115200" cy="7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subTitle" idx="2"/>
          </p:nvPr>
        </p:nvSpPr>
        <p:spPr>
          <a:xfrm>
            <a:off x="953467" y="4129379"/>
            <a:ext cx="3115200" cy="10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8"/>
          <p:cNvSpPr txBox="1">
            <a:spLocks noGrp="1"/>
          </p:cNvSpPr>
          <p:nvPr>
            <p:ph type="subTitle" idx="3"/>
          </p:nvPr>
        </p:nvSpPr>
        <p:spPr>
          <a:xfrm>
            <a:off x="4531867" y="4129379"/>
            <a:ext cx="3115200" cy="10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4"/>
          </p:nvPr>
        </p:nvSpPr>
        <p:spPr>
          <a:xfrm>
            <a:off x="8110267" y="4129379"/>
            <a:ext cx="3115200" cy="108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01" name="Google Shape;101;p18"/>
          <p:cNvSpPr txBox="1">
            <a:spLocks noGrp="1"/>
          </p:cNvSpPr>
          <p:nvPr>
            <p:ph type="subTitle" idx="5"/>
          </p:nvPr>
        </p:nvSpPr>
        <p:spPr>
          <a:xfrm>
            <a:off x="4531867" y="3472600"/>
            <a:ext cx="3115200" cy="7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ubTitle" idx="6"/>
          </p:nvPr>
        </p:nvSpPr>
        <p:spPr>
          <a:xfrm>
            <a:off x="8110267" y="3472600"/>
            <a:ext cx="3115200" cy="7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775730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9"/>
          <p:cNvSpPr/>
          <p:nvPr/>
        </p:nvSpPr>
        <p:spPr>
          <a:xfrm>
            <a:off x="474200" y="359400"/>
            <a:ext cx="11243600" cy="6139200"/>
          </a:xfrm>
          <a:prstGeom prst="roundRect">
            <a:avLst>
              <a:gd name="adj" fmla="val 13754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/>
          </a:p>
        </p:txBody>
      </p:sp>
      <p:sp>
        <p:nvSpPr>
          <p:cNvPr id="106" name="Google Shape;106;p19"/>
          <p:cNvSpPr txBox="1">
            <a:spLocks noGrp="1"/>
          </p:cNvSpPr>
          <p:nvPr>
            <p:ph type="subTitle" idx="1"/>
          </p:nvPr>
        </p:nvSpPr>
        <p:spPr>
          <a:xfrm>
            <a:off x="1986867" y="2214767"/>
            <a:ext cx="3512400" cy="66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subTitle" idx="2"/>
          </p:nvPr>
        </p:nvSpPr>
        <p:spPr>
          <a:xfrm>
            <a:off x="1986867" y="2882700"/>
            <a:ext cx="3512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subTitle" idx="3"/>
          </p:nvPr>
        </p:nvSpPr>
        <p:spPr>
          <a:xfrm>
            <a:off x="6712203" y="2882700"/>
            <a:ext cx="3512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subTitle" idx="4"/>
          </p:nvPr>
        </p:nvSpPr>
        <p:spPr>
          <a:xfrm>
            <a:off x="1986867" y="4879067"/>
            <a:ext cx="3512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subTitle" idx="5"/>
          </p:nvPr>
        </p:nvSpPr>
        <p:spPr>
          <a:xfrm>
            <a:off x="6712203" y="4879067"/>
            <a:ext cx="35124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subTitle" idx="6"/>
          </p:nvPr>
        </p:nvSpPr>
        <p:spPr>
          <a:xfrm>
            <a:off x="1986867" y="4211067"/>
            <a:ext cx="3512400" cy="66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7"/>
          </p:nvPr>
        </p:nvSpPr>
        <p:spPr>
          <a:xfrm>
            <a:off x="6712200" y="2214767"/>
            <a:ext cx="3512400" cy="66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8"/>
          </p:nvPr>
        </p:nvSpPr>
        <p:spPr>
          <a:xfrm>
            <a:off x="6712200" y="4211067"/>
            <a:ext cx="3512400" cy="66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623576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0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18" name="Google Shape;118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subTitle" idx="1"/>
          </p:nvPr>
        </p:nvSpPr>
        <p:spPr>
          <a:xfrm>
            <a:off x="960000" y="282692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ubTitle" idx="2"/>
          </p:nvPr>
        </p:nvSpPr>
        <p:spPr>
          <a:xfrm>
            <a:off x="4538400" y="282692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ubTitle" idx="3"/>
          </p:nvPr>
        </p:nvSpPr>
        <p:spPr>
          <a:xfrm>
            <a:off x="8116800" y="282692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2" name="Google Shape;122;p20"/>
          <p:cNvSpPr txBox="1">
            <a:spLocks noGrp="1"/>
          </p:cNvSpPr>
          <p:nvPr>
            <p:ph type="subTitle" idx="4"/>
          </p:nvPr>
        </p:nvSpPr>
        <p:spPr>
          <a:xfrm>
            <a:off x="960000" y="478609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3" name="Google Shape;123;p20"/>
          <p:cNvSpPr txBox="1">
            <a:spLocks noGrp="1"/>
          </p:cNvSpPr>
          <p:nvPr>
            <p:ph type="subTitle" idx="5"/>
          </p:nvPr>
        </p:nvSpPr>
        <p:spPr>
          <a:xfrm>
            <a:off x="4538400" y="478609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4" name="Google Shape;124;p20"/>
          <p:cNvSpPr txBox="1">
            <a:spLocks noGrp="1"/>
          </p:cNvSpPr>
          <p:nvPr>
            <p:ph type="subTitle" idx="6"/>
          </p:nvPr>
        </p:nvSpPr>
        <p:spPr>
          <a:xfrm>
            <a:off x="8116800" y="4786099"/>
            <a:ext cx="3115200" cy="822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5" name="Google Shape;125;p20"/>
          <p:cNvSpPr txBox="1">
            <a:spLocks noGrp="1"/>
          </p:cNvSpPr>
          <p:nvPr>
            <p:ph type="subTitle" idx="7"/>
          </p:nvPr>
        </p:nvSpPr>
        <p:spPr>
          <a:xfrm>
            <a:off x="953467" y="21586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6" name="Google Shape;126;p20"/>
          <p:cNvSpPr txBox="1">
            <a:spLocks noGrp="1"/>
          </p:cNvSpPr>
          <p:nvPr>
            <p:ph type="subTitle" idx="8"/>
          </p:nvPr>
        </p:nvSpPr>
        <p:spPr>
          <a:xfrm>
            <a:off x="4538400" y="21586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7" name="Google Shape;127;p20"/>
          <p:cNvSpPr txBox="1">
            <a:spLocks noGrp="1"/>
          </p:cNvSpPr>
          <p:nvPr>
            <p:ph type="subTitle" idx="9"/>
          </p:nvPr>
        </p:nvSpPr>
        <p:spPr>
          <a:xfrm>
            <a:off x="8123333" y="21586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subTitle" idx="13"/>
          </p:nvPr>
        </p:nvSpPr>
        <p:spPr>
          <a:xfrm>
            <a:off x="953467" y="41119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29" name="Google Shape;129;p20"/>
          <p:cNvSpPr txBox="1">
            <a:spLocks noGrp="1"/>
          </p:cNvSpPr>
          <p:nvPr>
            <p:ph type="subTitle" idx="14"/>
          </p:nvPr>
        </p:nvSpPr>
        <p:spPr>
          <a:xfrm>
            <a:off x="4538400" y="41119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0" name="Google Shape;130;p20"/>
          <p:cNvSpPr txBox="1">
            <a:spLocks noGrp="1"/>
          </p:cNvSpPr>
          <p:nvPr>
            <p:ph type="subTitle" idx="15"/>
          </p:nvPr>
        </p:nvSpPr>
        <p:spPr>
          <a:xfrm>
            <a:off x="8123333" y="4111900"/>
            <a:ext cx="3115200" cy="67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436351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1"/>
          <p:cNvSpPr txBox="1">
            <a:spLocks noGrp="1"/>
          </p:cNvSpPr>
          <p:nvPr>
            <p:ph type="title" hasCustomPrompt="1"/>
          </p:nvPr>
        </p:nvSpPr>
        <p:spPr>
          <a:xfrm>
            <a:off x="1361151" y="3803244"/>
            <a:ext cx="4124400" cy="12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34" name="Google Shape;134;p21"/>
          <p:cNvSpPr txBox="1">
            <a:spLocks noGrp="1"/>
          </p:cNvSpPr>
          <p:nvPr>
            <p:ph type="subTitle" idx="1"/>
          </p:nvPr>
        </p:nvSpPr>
        <p:spPr>
          <a:xfrm>
            <a:off x="1364257" y="5044832"/>
            <a:ext cx="41184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title" idx="2" hasCustomPrompt="1"/>
          </p:nvPr>
        </p:nvSpPr>
        <p:spPr>
          <a:xfrm>
            <a:off x="1361151" y="1249499"/>
            <a:ext cx="4124400" cy="12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36" name="Google Shape;136;p21"/>
          <p:cNvSpPr txBox="1">
            <a:spLocks noGrp="1"/>
          </p:cNvSpPr>
          <p:nvPr>
            <p:ph type="subTitle" idx="3"/>
          </p:nvPr>
        </p:nvSpPr>
        <p:spPr>
          <a:xfrm>
            <a:off x="1364257" y="2491188"/>
            <a:ext cx="41184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title" idx="4" hasCustomPrompt="1"/>
          </p:nvPr>
        </p:nvSpPr>
        <p:spPr>
          <a:xfrm>
            <a:off x="6706417" y="1249499"/>
            <a:ext cx="4124400" cy="12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38" name="Google Shape;138;p21"/>
          <p:cNvSpPr txBox="1">
            <a:spLocks noGrp="1"/>
          </p:cNvSpPr>
          <p:nvPr>
            <p:ph type="subTitle" idx="5"/>
          </p:nvPr>
        </p:nvSpPr>
        <p:spPr>
          <a:xfrm>
            <a:off x="6709524" y="2491248"/>
            <a:ext cx="4118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title" idx="6" hasCustomPrompt="1"/>
          </p:nvPr>
        </p:nvSpPr>
        <p:spPr>
          <a:xfrm>
            <a:off x="6706417" y="3803252"/>
            <a:ext cx="4124400" cy="124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40" name="Google Shape;140;p21"/>
          <p:cNvSpPr txBox="1">
            <a:spLocks noGrp="1"/>
          </p:cNvSpPr>
          <p:nvPr>
            <p:ph type="subTitle" idx="7"/>
          </p:nvPr>
        </p:nvSpPr>
        <p:spPr>
          <a:xfrm>
            <a:off x="6709524" y="5044901"/>
            <a:ext cx="4118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82590013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subTitle" idx="1"/>
          </p:nvPr>
        </p:nvSpPr>
        <p:spPr>
          <a:xfrm>
            <a:off x="960000" y="3830767"/>
            <a:ext cx="32828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2"/>
          </p:nvPr>
        </p:nvSpPr>
        <p:spPr>
          <a:xfrm>
            <a:off x="960000" y="4549004"/>
            <a:ext cx="3282800" cy="11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subTitle" idx="3"/>
          </p:nvPr>
        </p:nvSpPr>
        <p:spPr>
          <a:xfrm>
            <a:off x="4454600" y="4549008"/>
            <a:ext cx="3282800" cy="11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subTitle" idx="4"/>
          </p:nvPr>
        </p:nvSpPr>
        <p:spPr>
          <a:xfrm>
            <a:off x="7949200" y="4549008"/>
            <a:ext cx="3282800" cy="111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5"/>
          </p:nvPr>
        </p:nvSpPr>
        <p:spPr>
          <a:xfrm>
            <a:off x="4454600" y="3830767"/>
            <a:ext cx="32828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subTitle" idx="6"/>
          </p:nvPr>
        </p:nvSpPr>
        <p:spPr>
          <a:xfrm>
            <a:off x="7949200" y="3830767"/>
            <a:ext cx="3282800" cy="763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8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7" hasCustomPrompt="1"/>
          </p:nvPr>
        </p:nvSpPr>
        <p:spPr>
          <a:xfrm>
            <a:off x="1617867" y="2181467"/>
            <a:ext cx="1967200" cy="9120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title" idx="8" hasCustomPrompt="1"/>
          </p:nvPr>
        </p:nvSpPr>
        <p:spPr>
          <a:xfrm>
            <a:off x="5112433" y="2181467"/>
            <a:ext cx="1967200" cy="9120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9" hasCustomPrompt="1"/>
          </p:nvPr>
        </p:nvSpPr>
        <p:spPr>
          <a:xfrm>
            <a:off x="8607000" y="2181467"/>
            <a:ext cx="1967200" cy="9120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52138669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00" cy="685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3"/>
          <p:cNvSpPr txBox="1">
            <a:spLocks noGrp="1"/>
          </p:cNvSpPr>
          <p:nvPr>
            <p:ph type="title"/>
          </p:nvPr>
        </p:nvSpPr>
        <p:spPr>
          <a:xfrm>
            <a:off x="4058267" y="1929800"/>
            <a:ext cx="5848000" cy="227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7" name="Google Shape;157;p23"/>
          <p:cNvSpPr txBox="1">
            <a:spLocks noGrp="1"/>
          </p:cNvSpPr>
          <p:nvPr>
            <p:ph type="title" idx="2" hasCustomPrompt="1"/>
          </p:nvPr>
        </p:nvSpPr>
        <p:spPr>
          <a:xfrm>
            <a:off x="2140467" y="1929800"/>
            <a:ext cx="1733600" cy="19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58" name="Google Shape;158;p23"/>
          <p:cNvSpPr txBox="1">
            <a:spLocks noGrp="1"/>
          </p:cNvSpPr>
          <p:nvPr>
            <p:ph type="subTitle" idx="1"/>
          </p:nvPr>
        </p:nvSpPr>
        <p:spPr>
          <a:xfrm>
            <a:off x="4058285" y="4346700"/>
            <a:ext cx="5848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8383150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00" cy="685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4"/>
          <p:cNvSpPr txBox="1">
            <a:spLocks noGrp="1"/>
          </p:cNvSpPr>
          <p:nvPr>
            <p:ph type="title"/>
          </p:nvPr>
        </p:nvSpPr>
        <p:spPr>
          <a:xfrm>
            <a:off x="4512233" y="2743000"/>
            <a:ext cx="5848000" cy="227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2" name="Google Shape;162;p24"/>
          <p:cNvSpPr txBox="1">
            <a:spLocks noGrp="1"/>
          </p:cNvSpPr>
          <p:nvPr>
            <p:ph type="title" idx="2" hasCustomPrompt="1"/>
          </p:nvPr>
        </p:nvSpPr>
        <p:spPr>
          <a:xfrm>
            <a:off x="4512267" y="1629700"/>
            <a:ext cx="2014800" cy="111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3" name="Google Shape;163;p24"/>
          <p:cNvSpPr txBox="1">
            <a:spLocks noGrp="1"/>
          </p:cNvSpPr>
          <p:nvPr>
            <p:ph type="subTitle" idx="1"/>
          </p:nvPr>
        </p:nvSpPr>
        <p:spPr>
          <a:xfrm>
            <a:off x="4512252" y="5159900"/>
            <a:ext cx="5848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77601746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00" cy="685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5"/>
          <p:cNvSpPr txBox="1">
            <a:spLocks noGrp="1"/>
          </p:cNvSpPr>
          <p:nvPr>
            <p:ph type="title"/>
          </p:nvPr>
        </p:nvSpPr>
        <p:spPr>
          <a:xfrm>
            <a:off x="2861733" y="2524500"/>
            <a:ext cx="6424000" cy="227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title" idx="2" hasCustomPrompt="1"/>
          </p:nvPr>
        </p:nvSpPr>
        <p:spPr>
          <a:xfrm>
            <a:off x="2861733" y="1308333"/>
            <a:ext cx="6424000" cy="12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68" name="Google Shape;168;p25"/>
          <p:cNvSpPr txBox="1">
            <a:spLocks noGrp="1"/>
          </p:cNvSpPr>
          <p:nvPr>
            <p:ph type="subTitle" idx="1"/>
          </p:nvPr>
        </p:nvSpPr>
        <p:spPr>
          <a:xfrm>
            <a:off x="2861755" y="4941400"/>
            <a:ext cx="6424000" cy="5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0252370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170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933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26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72" name="Google Shape;172;p2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319921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7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76" name="Google Shape;176;p2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7042067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933" y="730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8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80" name="Google Shape;180;p2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880302303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29"/>
          <p:cNvSpPr/>
          <p:nvPr/>
        </p:nvSpPr>
        <p:spPr>
          <a:xfrm>
            <a:off x="479467" y="392300"/>
            <a:ext cx="11231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84" name="Google Shape;184;p29"/>
          <p:cNvSpPr txBox="1">
            <a:spLocks noGrp="1"/>
          </p:cNvSpPr>
          <p:nvPr>
            <p:ph type="ctrTitle"/>
          </p:nvPr>
        </p:nvSpPr>
        <p:spPr>
          <a:xfrm>
            <a:off x="1967599" y="713333"/>
            <a:ext cx="8254800" cy="143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9"/>
          <p:cNvSpPr txBox="1">
            <a:spLocks noGrp="1"/>
          </p:cNvSpPr>
          <p:nvPr>
            <p:ph type="subTitle" idx="1"/>
          </p:nvPr>
        </p:nvSpPr>
        <p:spPr>
          <a:xfrm>
            <a:off x="3069467" y="2150533"/>
            <a:ext cx="6051200" cy="183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9"/>
          <p:cNvSpPr txBox="1"/>
          <p:nvPr/>
        </p:nvSpPr>
        <p:spPr>
          <a:xfrm>
            <a:off x="3674200" y="5137288"/>
            <a:ext cx="4843600" cy="9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Arimo"/>
                <a:ea typeface="Arimo"/>
                <a:cs typeface="Arimo"/>
                <a:sym typeface="Arim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, including icons,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Arimo"/>
                <a:ea typeface="Arimo"/>
                <a:cs typeface="Arimo"/>
                <a:sym typeface="Arim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1370464128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00" cy="685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0"/>
          <p:cNvSpPr/>
          <p:nvPr/>
        </p:nvSpPr>
        <p:spPr>
          <a:xfrm rot="5400000">
            <a:off x="4791600" y="-1774467"/>
            <a:ext cx="2608800" cy="75844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90" name="Google Shape;190;p30"/>
          <p:cNvSpPr/>
          <p:nvPr/>
        </p:nvSpPr>
        <p:spPr>
          <a:xfrm rot="5400000">
            <a:off x="4791600" y="1048159"/>
            <a:ext cx="2608800" cy="75844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5823642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2" name="Google Shape;192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"/>
            <a:ext cx="12192000" cy="685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1"/>
          <p:cNvSpPr/>
          <p:nvPr/>
        </p:nvSpPr>
        <p:spPr>
          <a:xfrm>
            <a:off x="479467" y="392300"/>
            <a:ext cx="72520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  <p:sp>
        <p:nvSpPr>
          <p:cNvPr id="194" name="Google Shape;194;p31"/>
          <p:cNvSpPr/>
          <p:nvPr/>
        </p:nvSpPr>
        <p:spPr>
          <a:xfrm>
            <a:off x="8227000" y="392300"/>
            <a:ext cx="3455200" cy="6088000"/>
          </a:xfrm>
          <a:prstGeom prst="roundRect">
            <a:avLst>
              <a:gd name="adj" fmla="val 16667"/>
            </a:avLst>
          </a:prstGeom>
          <a:solidFill>
            <a:srgbClr val="00197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623160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515733" y="3100967"/>
            <a:ext cx="4871200" cy="1319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533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6387133" y="3039733"/>
            <a:ext cx="1790800" cy="13192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533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507381158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752953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/>
          <p:nvPr/>
        </p:nvSpPr>
        <p:spPr>
          <a:xfrm>
            <a:off x="-100" y="-13700"/>
            <a:ext cx="12192000" cy="157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1" name="Google Shape;201;p34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933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52904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>
  <p:cSld name="Title and two columns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5"/>
          <p:cNvSpPr/>
          <p:nvPr/>
        </p:nvSpPr>
        <p:spPr>
          <a:xfrm>
            <a:off x="-100" y="-13700"/>
            <a:ext cx="12192000" cy="157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67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04" name="Google Shape;204;p35"/>
          <p:cNvSpPr txBox="1">
            <a:spLocks noGrp="1"/>
          </p:cNvSpPr>
          <p:nvPr>
            <p:ph type="title"/>
          </p:nvPr>
        </p:nvSpPr>
        <p:spPr>
          <a:xfrm>
            <a:off x="971369" y="719333"/>
            <a:ext cx="44636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933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05" name="Google Shape;205;p35"/>
          <p:cNvSpPr txBox="1">
            <a:spLocks noGrp="1"/>
          </p:cNvSpPr>
          <p:nvPr>
            <p:ph type="title" idx="2"/>
          </p:nvPr>
        </p:nvSpPr>
        <p:spPr>
          <a:xfrm>
            <a:off x="6636733" y="719333"/>
            <a:ext cx="46112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2933" b="1"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2400"/>
              <a:buFont typeface="Inter"/>
              <a:buNone/>
              <a:defRPr sz="32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66926545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950967" y="1670569"/>
            <a:ext cx="5826800" cy="28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950967" y="4553031"/>
            <a:ext cx="582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24403062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5507400" y="3497933"/>
            <a:ext cx="5733600" cy="11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title" idx="2" hasCustomPrompt="1"/>
          </p:nvPr>
        </p:nvSpPr>
        <p:spPr>
          <a:xfrm>
            <a:off x="5507400" y="2237667"/>
            <a:ext cx="5733600" cy="1122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3404549694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11" name="Google Shape;11;p2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" name="Google Shape;12;p2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3" name="Google Shape;13;p2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" name="Google Shape;14;p2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5" name="Google Shape;15;p2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" name="Google Shape;16;p2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7" name="Google Shape;17;p2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950967" y="1670569"/>
            <a:ext cx="5826800" cy="28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950967" y="4553031"/>
            <a:ext cx="58268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096556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960000" y="1621000"/>
            <a:ext cx="10281200" cy="53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4" name="Google Shape;34;p4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35" name="Google Shape;35;p4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36" name="Google Shape;36;p4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" name="Google Shape;37;p4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8" name="Google Shape;38;p4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39" name="Google Shape;39;p4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40" name="Google Shape;40;p4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1" name="Google Shape;41;p4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42" name="Google Shape;42;p4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43" name="Google Shape;43;p4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3792491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>
            <a:spLocks noGrp="1"/>
          </p:cNvSpPr>
          <p:nvPr>
            <p:ph type="subTitle" idx="1"/>
          </p:nvPr>
        </p:nvSpPr>
        <p:spPr>
          <a:xfrm>
            <a:off x="4896395" y="3303267"/>
            <a:ext cx="3656000" cy="22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2"/>
          </p:nvPr>
        </p:nvSpPr>
        <p:spPr>
          <a:xfrm>
            <a:off x="960000" y="3303267"/>
            <a:ext cx="3656000" cy="22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7" name="Google Shape;47;p5"/>
          <p:cNvSpPr txBox="1">
            <a:spLocks noGrp="1"/>
          </p:cNvSpPr>
          <p:nvPr>
            <p:ph type="subTitle" idx="3"/>
          </p:nvPr>
        </p:nvSpPr>
        <p:spPr>
          <a:xfrm>
            <a:off x="960000" y="2436800"/>
            <a:ext cx="36560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8" name="Google Shape;48;p5"/>
          <p:cNvSpPr txBox="1">
            <a:spLocks noGrp="1"/>
          </p:cNvSpPr>
          <p:nvPr>
            <p:ph type="subTitle" idx="4"/>
          </p:nvPr>
        </p:nvSpPr>
        <p:spPr>
          <a:xfrm>
            <a:off x="4896391" y="2436800"/>
            <a:ext cx="36560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49" name="Google Shape;49;p5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50" name="Google Shape;50;p5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51" name="Google Shape;51;p5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54" name="Google Shape;54;p5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55" name="Google Shape;55;p5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58" name="Google Shape;58;p5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562093001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oogle Shape;60;p6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61" name="Google Shape;61;p6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62" name="Google Shape;62;p6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3" name="Google Shape;63;p6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64" name="Google Shape;64;p6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65" name="Google Shape;65;p6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66" name="Google Shape;66;p6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7" name="Google Shape;67;p6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68" name="Google Shape;68;p6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69" name="Google Shape;69;p6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8810895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 txBox="1">
            <a:spLocks noGrp="1"/>
          </p:cNvSpPr>
          <p:nvPr>
            <p:ph type="subTitle" idx="1"/>
          </p:nvPr>
        </p:nvSpPr>
        <p:spPr>
          <a:xfrm>
            <a:off x="950967" y="2534484"/>
            <a:ext cx="5742000" cy="264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72" name="Google Shape;72;p7"/>
          <p:cNvSpPr txBox="1">
            <a:spLocks noGrp="1"/>
          </p:cNvSpPr>
          <p:nvPr>
            <p:ph type="title"/>
          </p:nvPr>
        </p:nvSpPr>
        <p:spPr>
          <a:xfrm>
            <a:off x="950967" y="1679917"/>
            <a:ext cx="5742000" cy="85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3" name="Google Shape;73;p7"/>
          <p:cNvSpPr>
            <a:spLocks noGrp="1"/>
          </p:cNvSpPr>
          <p:nvPr>
            <p:ph type="pic" idx="2"/>
          </p:nvPr>
        </p:nvSpPr>
        <p:spPr>
          <a:xfrm>
            <a:off x="6692967" y="1286768"/>
            <a:ext cx="2938000" cy="42844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  <p:grpSp>
        <p:nvGrpSpPr>
          <p:cNvPr id="74" name="Google Shape;74;p7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75" name="Google Shape;75;p7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76" name="Google Shape;76;p7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7" name="Google Shape;77;p7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78" name="Google Shape;78;p7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79" name="Google Shape;79;p7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80" name="Google Shape;80;p7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7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82" name="Google Shape;82;p7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341036903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>
            <a:spLocks noGrp="1"/>
          </p:cNvSpPr>
          <p:nvPr>
            <p:ph type="title"/>
          </p:nvPr>
        </p:nvSpPr>
        <p:spPr>
          <a:xfrm>
            <a:off x="3090600" y="1742800"/>
            <a:ext cx="60108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86" name="Google Shape;86;p8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87" name="Google Shape;87;p8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" name="Google Shape;88;p8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89" name="Google Shape;89;p8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90" name="Google Shape;90;p8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91" name="Google Shape;91;p8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2" name="Google Shape;92;p8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93" name="Google Shape;93;p8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249887496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2847400" y="1630185"/>
            <a:ext cx="6497200" cy="26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2847400" y="4452585"/>
            <a:ext cx="6497200" cy="8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97" name="Google Shape;97;p9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98" name="Google Shape;98;p9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99" name="Google Shape;99;p9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9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01" name="Google Shape;101;p9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02" name="Google Shape;102;p9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03" name="Google Shape;103;p9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9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05" name="Google Shape;105;p9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3243681249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10"/>
          <p:cNvSpPr txBox="1">
            <a:spLocks noGrp="1"/>
          </p:cNvSpPr>
          <p:nvPr>
            <p:ph type="title"/>
          </p:nvPr>
        </p:nvSpPr>
        <p:spPr>
          <a:xfrm>
            <a:off x="960000" y="5352600"/>
            <a:ext cx="10272000" cy="7636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2418840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 txBox="1">
            <a:spLocks noGrp="1"/>
          </p:cNvSpPr>
          <p:nvPr>
            <p:ph type="title" hasCustomPrompt="1"/>
          </p:nvPr>
        </p:nvSpPr>
        <p:spPr>
          <a:xfrm>
            <a:off x="4147333" y="2376817"/>
            <a:ext cx="7093600" cy="124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600"/>
              <a:buNone/>
              <a:defRPr sz="6133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111" name="Google Shape;111;p11"/>
          <p:cNvSpPr txBox="1">
            <a:spLocks noGrp="1"/>
          </p:cNvSpPr>
          <p:nvPr>
            <p:ph type="subTitle" idx="1"/>
          </p:nvPr>
        </p:nvSpPr>
        <p:spPr>
          <a:xfrm>
            <a:off x="4147333" y="3818383"/>
            <a:ext cx="7093600" cy="6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12" name="Google Shape;112;p11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113" name="Google Shape;113;p11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114" name="Google Shape;114;p11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11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16" name="Google Shape;116;p11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17" name="Google Shape;117;p11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18" name="Google Shape;118;p11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" name="Google Shape;119;p11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20" name="Google Shape;120;p11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2174380858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3022442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3"/>
          <p:cNvSpPr txBox="1">
            <a:spLocks noGrp="1"/>
          </p:cNvSpPr>
          <p:nvPr>
            <p:ph type="title" hasCustomPrompt="1"/>
          </p:nvPr>
        </p:nvSpPr>
        <p:spPr>
          <a:xfrm>
            <a:off x="960000" y="1872900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4" name="Google Shape;124;p13"/>
          <p:cNvSpPr txBox="1">
            <a:spLocks noGrp="1"/>
          </p:cNvSpPr>
          <p:nvPr>
            <p:ph type="title" idx="2" hasCustomPrompt="1"/>
          </p:nvPr>
        </p:nvSpPr>
        <p:spPr>
          <a:xfrm>
            <a:off x="960000" y="4088917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 idx="3" hasCustomPrompt="1"/>
          </p:nvPr>
        </p:nvSpPr>
        <p:spPr>
          <a:xfrm>
            <a:off x="3612237" y="1872900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6" name="Google Shape;126;p13"/>
          <p:cNvSpPr txBox="1">
            <a:spLocks noGrp="1"/>
          </p:cNvSpPr>
          <p:nvPr>
            <p:ph type="title" idx="4" hasCustomPrompt="1"/>
          </p:nvPr>
        </p:nvSpPr>
        <p:spPr>
          <a:xfrm>
            <a:off x="3612237" y="4088917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 idx="5" hasCustomPrompt="1"/>
          </p:nvPr>
        </p:nvSpPr>
        <p:spPr>
          <a:xfrm>
            <a:off x="6264473" y="1872900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8" name="Google Shape;128;p13"/>
          <p:cNvSpPr txBox="1">
            <a:spLocks noGrp="1"/>
          </p:cNvSpPr>
          <p:nvPr>
            <p:ph type="title" idx="6" hasCustomPrompt="1"/>
          </p:nvPr>
        </p:nvSpPr>
        <p:spPr>
          <a:xfrm>
            <a:off x="6264473" y="4088917"/>
            <a:ext cx="1015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960000" y="2469691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0" name="Google Shape;130;p13"/>
          <p:cNvSpPr txBox="1">
            <a:spLocks noGrp="1"/>
          </p:cNvSpPr>
          <p:nvPr>
            <p:ph type="subTitle" idx="7"/>
          </p:nvPr>
        </p:nvSpPr>
        <p:spPr>
          <a:xfrm>
            <a:off x="3612237" y="2469691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1" name="Google Shape;131;p13"/>
          <p:cNvSpPr txBox="1">
            <a:spLocks noGrp="1"/>
          </p:cNvSpPr>
          <p:nvPr>
            <p:ph type="subTitle" idx="8"/>
          </p:nvPr>
        </p:nvSpPr>
        <p:spPr>
          <a:xfrm>
            <a:off x="6264473" y="2469691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2" name="Google Shape;132;p13"/>
          <p:cNvSpPr txBox="1">
            <a:spLocks noGrp="1"/>
          </p:cNvSpPr>
          <p:nvPr>
            <p:ph type="subTitle" idx="9"/>
          </p:nvPr>
        </p:nvSpPr>
        <p:spPr>
          <a:xfrm>
            <a:off x="960000" y="4685664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subTitle" idx="13"/>
          </p:nvPr>
        </p:nvSpPr>
        <p:spPr>
          <a:xfrm>
            <a:off x="3612237" y="4685664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subTitle" idx="14"/>
          </p:nvPr>
        </p:nvSpPr>
        <p:spPr>
          <a:xfrm>
            <a:off x="6264473" y="4685664"/>
            <a:ext cx="2125200" cy="98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35" name="Google Shape;135;p13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136" name="Google Shape;136;p13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137" name="Google Shape;137;p13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13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39" name="Google Shape;139;p13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40" name="Google Shape;140;p13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41" name="Google Shape;141;p13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13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43" name="Google Shape;143;p13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144" name="Google Shape;144;p13"/>
          <p:cNvSpPr txBox="1">
            <a:spLocks noGrp="1"/>
          </p:cNvSpPr>
          <p:nvPr>
            <p:ph type="title" idx="15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1760924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5"/>
          <p:cNvSpPr txBox="1">
            <a:spLocks noGrp="1"/>
          </p:cNvSpPr>
          <p:nvPr>
            <p:ph type="subTitle" idx="1"/>
          </p:nvPr>
        </p:nvSpPr>
        <p:spPr>
          <a:xfrm>
            <a:off x="1202467" y="3338167"/>
            <a:ext cx="2928800" cy="222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59" name="Google Shape;159;p15"/>
          <p:cNvSpPr txBox="1">
            <a:spLocks noGrp="1"/>
          </p:cNvSpPr>
          <p:nvPr>
            <p:ph type="subTitle" idx="2"/>
          </p:nvPr>
        </p:nvSpPr>
        <p:spPr>
          <a:xfrm>
            <a:off x="4631509" y="3338167"/>
            <a:ext cx="2928800" cy="222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0" name="Google Shape;160;p15"/>
          <p:cNvSpPr txBox="1">
            <a:spLocks noGrp="1"/>
          </p:cNvSpPr>
          <p:nvPr>
            <p:ph type="subTitle" idx="3"/>
          </p:nvPr>
        </p:nvSpPr>
        <p:spPr>
          <a:xfrm>
            <a:off x="8060561" y="3338167"/>
            <a:ext cx="2928800" cy="222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1" name="Google Shape;161;p15"/>
          <p:cNvSpPr txBox="1">
            <a:spLocks noGrp="1"/>
          </p:cNvSpPr>
          <p:nvPr>
            <p:ph type="subTitle" idx="4"/>
          </p:nvPr>
        </p:nvSpPr>
        <p:spPr>
          <a:xfrm>
            <a:off x="1202467" y="2145633"/>
            <a:ext cx="2928800" cy="10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2" name="Google Shape;162;p15"/>
          <p:cNvSpPr txBox="1">
            <a:spLocks noGrp="1"/>
          </p:cNvSpPr>
          <p:nvPr>
            <p:ph type="subTitle" idx="5"/>
          </p:nvPr>
        </p:nvSpPr>
        <p:spPr>
          <a:xfrm>
            <a:off x="4631515" y="2145633"/>
            <a:ext cx="2928800" cy="10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3" name="Google Shape;163;p15"/>
          <p:cNvSpPr txBox="1">
            <a:spLocks noGrp="1"/>
          </p:cNvSpPr>
          <p:nvPr>
            <p:ph type="subTitle" idx="6"/>
          </p:nvPr>
        </p:nvSpPr>
        <p:spPr>
          <a:xfrm>
            <a:off x="8060561" y="2145633"/>
            <a:ext cx="2928800" cy="106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64" name="Google Shape;164;p15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165" name="Google Shape;165;p15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166" name="Google Shape;166;p15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7" name="Google Shape;167;p15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68" name="Google Shape;168;p15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69" name="Google Shape;169;p15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70" name="Google Shape;170;p15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1" name="Google Shape;171;p15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72" name="Google Shape;172;p15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173" name="Google Shape;173;p15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22396825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6"/>
          <p:cNvSpPr txBox="1">
            <a:spLocks noGrp="1"/>
          </p:cNvSpPr>
          <p:nvPr>
            <p:ph type="subTitle" idx="1"/>
          </p:nvPr>
        </p:nvSpPr>
        <p:spPr>
          <a:xfrm>
            <a:off x="3095673" y="2331867"/>
            <a:ext cx="3797600" cy="14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6" name="Google Shape;176;p16"/>
          <p:cNvSpPr txBox="1">
            <a:spLocks noGrp="1"/>
          </p:cNvSpPr>
          <p:nvPr>
            <p:ph type="subTitle" idx="2"/>
          </p:nvPr>
        </p:nvSpPr>
        <p:spPr>
          <a:xfrm>
            <a:off x="7486541" y="2331867"/>
            <a:ext cx="3797600" cy="14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7" name="Google Shape;177;p16"/>
          <p:cNvSpPr txBox="1">
            <a:spLocks noGrp="1"/>
          </p:cNvSpPr>
          <p:nvPr>
            <p:ph type="subTitle" idx="3"/>
          </p:nvPr>
        </p:nvSpPr>
        <p:spPr>
          <a:xfrm>
            <a:off x="3095672" y="4545967"/>
            <a:ext cx="3797600" cy="14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8" name="Google Shape;178;p16"/>
          <p:cNvSpPr txBox="1">
            <a:spLocks noGrp="1"/>
          </p:cNvSpPr>
          <p:nvPr>
            <p:ph type="subTitle" idx="4"/>
          </p:nvPr>
        </p:nvSpPr>
        <p:spPr>
          <a:xfrm>
            <a:off x="7486541" y="4545967"/>
            <a:ext cx="3797600" cy="144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79" name="Google Shape;179;p16"/>
          <p:cNvSpPr txBox="1">
            <a:spLocks noGrp="1"/>
          </p:cNvSpPr>
          <p:nvPr>
            <p:ph type="subTitle" idx="5"/>
          </p:nvPr>
        </p:nvSpPr>
        <p:spPr>
          <a:xfrm>
            <a:off x="3095672" y="1839133"/>
            <a:ext cx="3797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0" name="Google Shape;180;p16"/>
          <p:cNvSpPr txBox="1">
            <a:spLocks noGrp="1"/>
          </p:cNvSpPr>
          <p:nvPr>
            <p:ph type="subTitle" idx="6"/>
          </p:nvPr>
        </p:nvSpPr>
        <p:spPr>
          <a:xfrm>
            <a:off x="3095672" y="4053333"/>
            <a:ext cx="3797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1" name="Google Shape;181;p16"/>
          <p:cNvSpPr txBox="1">
            <a:spLocks noGrp="1"/>
          </p:cNvSpPr>
          <p:nvPr>
            <p:ph type="subTitle" idx="7"/>
          </p:nvPr>
        </p:nvSpPr>
        <p:spPr>
          <a:xfrm>
            <a:off x="7486505" y="1839133"/>
            <a:ext cx="3797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2" name="Google Shape;182;p16"/>
          <p:cNvSpPr txBox="1">
            <a:spLocks noGrp="1"/>
          </p:cNvSpPr>
          <p:nvPr>
            <p:ph type="subTitle" idx="8"/>
          </p:nvPr>
        </p:nvSpPr>
        <p:spPr>
          <a:xfrm>
            <a:off x="7486505" y="4053333"/>
            <a:ext cx="3797600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83" name="Google Shape;183;p16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184" name="Google Shape;184;p16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185" name="Google Shape;185;p16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16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87" name="Google Shape;187;p16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188" name="Google Shape;188;p16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189" name="Google Shape;189;p16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16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191" name="Google Shape;191;p16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192" name="Google Shape;192;p16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15978102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7"/>
          <p:cNvSpPr txBox="1">
            <a:spLocks noGrp="1"/>
          </p:cNvSpPr>
          <p:nvPr>
            <p:ph type="subTitle" idx="1"/>
          </p:nvPr>
        </p:nvSpPr>
        <p:spPr>
          <a:xfrm>
            <a:off x="960000" y="2280228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5" name="Google Shape;195;p17"/>
          <p:cNvSpPr txBox="1">
            <a:spLocks noGrp="1"/>
          </p:cNvSpPr>
          <p:nvPr>
            <p:ph type="subTitle" idx="2"/>
          </p:nvPr>
        </p:nvSpPr>
        <p:spPr>
          <a:xfrm>
            <a:off x="4654600" y="2280199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6" name="Google Shape;196;p17"/>
          <p:cNvSpPr txBox="1">
            <a:spLocks noGrp="1"/>
          </p:cNvSpPr>
          <p:nvPr>
            <p:ph type="subTitle" idx="3"/>
          </p:nvPr>
        </p:nvSpPr>
        <p:spPr>
          <a:xfrm>
            <a:off x="960000" y="4665067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7" name="Google Shape;197;p17"/>
          <p:cNvSpPr txBox="1">
            <a:spLocks noGrp="1"/>
          </p:cNvSpPr>
          <p:nvPr>
            <p:ph type="subTitle" idx="4"/>
          </p:nvPr>
        </p:nvSpPr>
        <p:spPr>
          <a:xfrm>
            <a:off x="4654600" y="4665061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8" name="Google Shape;198;p17"/>
          <p:cNvSpPr txBox="1">
            <a:spLocks noGrp="1"/>
          </p:cNvSpPr>
          <p:nvPr>
            <p:ph type="subTitle" idx="5"/>
          </p:nvPr>
        </p:nvSpPr>
        <p:spPr>
          <a:xfrm>
            <a:off x="8358225" y="2280199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9" name="Google Shape;199;p17"/>
          <p:cNvSpPr txBox="1">
            <a:spLocks noGrp="1"/>
          </p:cNvSpPr>
          <p:nvPr>
            <p:ph type="subTitle" idx="6"/>
          </p:nvPr>
        </p:nvSpPr>
        <p:spPr>
          <a:xfrm>
            <a:off x="8358225" y="4665061"/>
            <a:ext cx="2882800" cy="14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0" name="Google Shape;200;p17"/>
          <p:cNvSpPr txBox="1">
            <a:spLocks noGrp="1"/>
          </p:cNvSpPr>
          <p:nvPr>
            <p:ph type="subTitle" idx="7"/>
          </p:nvPr>
        </p:nvSpPr>
        <p:spPr>
          <a:xfrm>
            <a:off x="960000" y="1356967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1" name="Google Shape;201;p17"/>
          <p:cNvSpPr txBox="1">
            <a:spLocks noGrp="1"/>
          </p:cNvSpPr>
          <p:nvPr>
            <p:ph type="subTitle" idx="8"/>
          </p:nvPr>
        </p:nvSpPr>
        <p:spPr>
          <a:xfrm>
            <a:off x="4654600" y="1356967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2" name="Google Shape;202;p17"/>
          <p:cNvSpPr txBox="1">
            <a:spLocks noGrp="1"/>
          </p:cNvSpPr>
          <p:nvPr>
            <p:ph type="subTitle" idx="9"/>
          </p:nvPr>
        </p:nvSpPr>
        <p:spPr>
          <a:xfrm>
            <a:off x="8358225" y="1356967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3" name="Google Shape;203;p17"/>
          <p:cNvSpPr txBox="1">
            <a:spLocks noGrp="1"/>
          </p:cNvSpPr>
          <p:nvPr>
            <p:ph type="subTitle" idx="13"/>
          </p:nvPr>
        </p:nvSpPr>
        <p:spPr>
          <a:xfrm>
            <a:off x="960000" y="3737463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4" name="Google Shape;204;p17"/>
          <p:cNvSpPr txBox="1">
            <a:spLocks noGrp="1"/>
          </p:cNvSpPr>
          <p:nvPr>
            <p:ph type="subTitle" idx="14"/>
          </p:nvPr>
        </p:nvSpPr>
        <p:spPr>
          <a:xfrm>
            <a:off x="4654600" y="3737463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05" name="Google Shape;205;p17"/>
          <p:cNvSpPr txBox="1">
            <a:spLocks noGrp="1"/>
          </p:cNvSpPr>
          <p:nvPr>
            <p:ph type="subTitle" idx="15"/>
          </p:nvPr>
        </p:nvSpPr>
        <p:spPr>
          <a:xfrm>
            <a:off x="8358225" y="3737463"/>
            <a:ext cx="2882800" cy="92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24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Sora"/>
              <a:buNone/>
              <a:defRPr sz="3200" b="1">
                <a:latin typeface="Sora"/>
                <a:ea typeface="Sora"/>
                <a:cs typeface="Sora"/>
                <a:sym typeface="Sor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206" name="Google Shape;206;p17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207" name="Google Shape;207;p17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208" name="Google Shape;208;p17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09" name="Google Shape;209;p17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10" name="Google Shape;210;p17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11" name="Google Shape;211;p17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212" name="Google Shape;212;p17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17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14" name="Google Shape;214;p17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sp>
        <p:nvSpPr>
          <p:cNvPr id="215" name="Google Shape;215;p17"/>
          <p:cNvSpPr txBox="1">
            <a:spLocks noGrp="1"/>
          </p:cNvSpPr>
          <p:nvPr>
            <p:ph type="title"/>
          </p:nvPr>
        </p:nvSpPr>
        <p:spPr>
          <a:xfrm>
            <a:off x="960000" y="722233"/>
            <a:ext cx="102812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3396167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8"/>
          <p:cNvSpPr txBox="1">
            <a:spLocks noGrp="1"/>
          </p:cNvSpPr>
          <p:nvPr>
            <p:ph type="title"/>
          </p:nvPr>
        </p:nvSpPr>
        <p:spPr>
          <a:xfrm>
            <a:off x="5310217" y="719333"/>
            <a:ext cx="59308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8" name="Google Shape;218;p18"/>
          <p:cNvSpPr txBox="1">
            <a:spLocks noGrp="1"/>
          </p:cNvSpPr>
          <p:nvPr>
            <p:ph type="subTitle" idx="1"/>
          </p:nvPr>
        </p:nvSpPr>
        <p:spPr>
          <a:xfrm>
            <a:off x="5310167" y="2293233"/>
            <a:ext cx="5930800" cy="1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5310000" y="4815933"/>
            <a:ext cx="59308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 b="1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CREDITS:</a:t>
            </a:r>
            <a:r>
              <a:rPr lang="en" sz="1333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This presentation template was created by </a:t>
            </a:r>
            <a:r>
              <a:rPr lang="en" sz="1333" b="1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2"/>
              </a:rPr>
              <a:t>Slidesgo</a:t>
            </a:r>
            <a:r>
              <a:rPr lang="en" sz="1333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includes icons by </a:t>
            </a:r>
            <a:r>
              <a:rPr lang="en" sz="1333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, and infographics &amp; images by </a:t>
            </a:r>
            <a:r>
              <a:rPr lang="en" sz="1333" b="1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 u="sng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endParaRPr sz="1333" b="1" u="sng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220" name="Google Shape;220;p18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221" name="Google Shape;221;p18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222" name="Google Shape;222;p18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3" name="Google Shape;223;p18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24" name="Google Shape;224;p18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25" name="Google Shape;225;p18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226" name="Google Shape;226;p18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18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28" name="Google Shape;228;p18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196768121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0" name="Google Shape;230;p19"/>
          <p:cNvGrpSpPr/>
          <p:nvPr/>
        </p:nvGrpSpPr>
        <p:grpSpPr>
          <a:xfrm>
            <a:off x="691800" y="523400"/>
            <a:ext cx="10808400" cy="5811200"/>
            <a:chOff x="518850" y="392550"/>
            <a:chExt cx="8106300" cy="4358400"/>
          </a:xfrm>
        </p:grpSpPr>
        <p:grpSp>
          <p:nvGrpSpPr>
            <p:cNvPr id="231" name="Google Shape;231;p19"/>
            <p:cNvGrpSpPr/>
            <p:nvPr/>
          </p:nvGrpSpPr>
          <p:grpSpPr>
            <a:xfrm>
              <a:off x="518850" y="392550"/>
              <a:ext cx="8106300" cy="396000"/>
              <a:chOff x="518850" y="385283"/>
              <a:chExt cx="8106300" cy="396000"/>
            </a:xfrm>
          </p:grpSpPr>
          <p:cxnSp>
            <p:nvCxnSpPr>
              <p:cNvPr id="232" name="Google Shape;232;p19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19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34" name="Google Shape;234;p19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  <p:grpSp>
          <p:nvGrpSpPr>
            <p:cNvPr id="235" name="Google Shape;235;p19"/>
            <p:cNvGrpSpPr/>
            <p:nvPr/>
          </p:nvGrpSpPr>
          <p:grpSpPr>
            <a:xfrm rot="10800000">
              <a:off x="518850" y="4354950"/>
              <a:ext cx="8106300" cy="396000"/>
              <a:chOff x="518850" y="385283"/>
              <a:chExt cx="8106300" cy="396000"/>
            </a:xfrm>
          </p:grpSpPr>
          <p:cxnSp>
            <p:nvCxnSpPr>
              <p:cNvPr id="236" name="Google Shape;236;p19"/>
              <p:cNvCxnSpPr/>
              <p:nvPr/>
            </p:nvCxnSpPr>
            <p:spPr>
              <a:xfrm>
                <a:off x="518850" y="390575"/>
                <a:ext cx="81063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7" name="Google Shape;237;p19"/>
              <p:cNvCxnSpPr/>
              <p:nvPr/>
            </p:nvCxnSpPr>
            <p:spPr>
              <a:xfrm>
                <a:off x="5188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238" name="Google Shape;238;p19"/>
              <p:cNvCxnSpPr/>
              <p:nvPr/>
            </p:nvCxnSpPr>
            <p:spPr>
              <a:xfrm>
                <a:off x="8625150" y="385283"/>
                <a:ext cx="0" cy="39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</p:grpSp>
      </p:grpSp>
      <p:grpSp>
        <p:nvGrpSpPr>
          <p:cNvPr id="239" name="Google Shape;239;p19"/>
          <p:cNvGrpSpPr/>
          <p:nvPr/>
        </p:nvGrpSpPr>
        <p:grpSpPr>
          <a:xfrm>
            <a:off x="691794" y="1006783"/>
            <a:ext cx="4508145" cy="4844448"/>
            <a:chOff x="1742895" y="795775"/>
            <a:chExt cx="3381109" cy="3633336"/>
          </a:xfrm>
        </p:grpSpPr>
        <p:sp>
          <p:nvSpPr>
            <p:cNvPr id="240" name="Google Shape;240;p19"/>
            <p:cNvSpPr/>
            <p:nvPr/>
          </p:nvSpPr>
          <p:spPr>
            <a:xfrm>
              <a:off x="1913656" y="3200832"/>
              <a:ext cx="38942" cy="38942"/>
            </a:xfrm>
            <a:custGeom>
              <a:avLst/>
              <a:gdLst/>
              <a:ahLst/>
              <a:cxnLst/>
              <a:rect l="l" t="t" r="r" b="b"/>
              <a:pathLst>
                <a:path w="660" h="660" extrusionOk="0">
                  <a:moveTo>
                    <a:pt x="335" y="1"/>
                  </a:moveTo>
                  <a:cubicBezTo>
                    <a:pt x="149" y="1"/>
                    <a:pt x="1" y="140"/>
                    <a:pt x="1" y="325"/>
                  </a:cubicBezTo>
                  <a:cubicBezTo>
                    <a:pt x="1" y="511"/>
                    <a:pt x="149" y="659"/>
                    <a:pt x="335" y="659"/>
                  </a:cubicBezTo>
                  <a:cubicBezTo>
                    <a:pt x="511" y="659"/>
                    <a:pt x="659" y="511"/>
                    <a:pt x="659" y="325"/>
                  </a:cubicBezTo>
                  <a:cubicBezTo>
                    <a:pt x="659" y="140"/>
                    <a:pt x="511" y="1"/>
                    <a:pt x="335" y="1"/>
                  </a:cubicBezTo>
                  <a:close/>
                </a:path>
              </a:pathLst>
            </a:custGeom>
            <a:solidFill>
              <a:srgbClr val="2AAF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sp>
          <p:nvSpPr>
            <p:cNvPr id="241" name="Google Shape;241;p19"/>
            <p:cNvSpPr/>
            <p:nvPr/>
          </p:nvSpPr>
          <p:spPr>
            <a:xfrm>
              <a:off x="1910411" y="3196997"/>
              <a:ext cx="46022" cy="46081"/>
            </a:xfrm>
            <a:custGeom>
              <a:avLst/>
              <a:gdLst/>
              <a:ahLst/>
              <a:cxnLst/>
              <a:rect l="l" t="t" r="r" b="b"/>
              <a:pathLst>
                <a:path w="780" h="781" extrusionOk="0">
                  <a:moveTo>
                    <a:pt x="390" y="121"/>
                  </a:moveTo>
                  <a:cubicBezTo>
                    <a:pt x="538" y="121"/>
                    <a:pt x="659" y="242"/>
                    <a:pt x="659" y="390"/>
                  </a:cubicBezTo>
                  <a:cubicBezTo>
                    <a:pt x="659" y="539"/>
                    <a:pt x="538" y="659"/>
                    <a:pt x="390" y="659"/>
                  </a:cubicBezTo>
                  <a:cubicBezTo>
                    <a:pt x="241" y="659"/>
                    <a:pt x="121" y="539"/>
                    <a:pt x="121" y="390"/>
                  </a:cubicBezTo>
                  <a:cubicBezTo>
                    <a:pt x="121" y="242"/>
                    <a:pt x="241" y="121"/>
                    <a:pt x="390" y="121"/>
                  </a:cubicBezTo>
                  <a:close/>
                  <a:moveTo>
                    <a:pt x="390" y="1"/>
                  </a:moveTo>
                  <a:cubicBezTo>
                    <a:pt x="176" y="1"/>
                    <a:pt x="0" y="177"/>
                    <a:pt x="0" y="390"/>
                  </a:cubicBezTo>
                  <a:cubicBezTo>
                    <a:pt x="0" y="604"/>
                    <a:pt x="176" y="780"/>
                    <a:pt x="390" y="780"/>
                  </a:cubicBezTo>
                  <a:cubicBezTo>
                    <a:pt x="603" y="780"/>
                    <a:pt x="779" y="604"/>
                    <a:pt x="779" y="390"/>
                  </a:cubicBezTo>
                  <a:cubicBezTo>
                    <a:pt x="779" y="177"/>
                    <a:pt x="603" y="1"/>
                    <a:pt x="39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242" name="Google Shape;242;p19"/>
            <p:cNvGrpSpPr/>
            <p:nvPr/>
          </p:nvGrpSpPr>
          <p:grpSpPr>
            <a:xfrm>
              <a:off x="1742895" y="947116"/>
              <a:ext cx="1986215" cy="3269968"/>
              <a:chOff x="6934075" y="1778325"/>
              <a:chExt cx="689275" cy="1134775"/>
            </a:xfrm>
          </p:grpSpPr>
          <p:sp>
            <p:nvSpPr>
              <p:cNvPr id="243" name="Google Shape;243;p19"/>
              <p:cNvSpPr/>
              <p:nvPr/>
            </p:nvSpPr>
            <p:spPr>
              <a:xfrm>
                <a:off x="7486500" y="2665625"/>
                <a:ext cx="136850" cy="66125"/>
              </a:xfrm>
              <a:custGeom>
                <a:avLst/>
                <a:gdLst/>
                <a:ahLst/>
                <a:cxnLst/>
                <a:rect l="l" t="t" r="r" b="b"/>
                <a:pathLst>
                  <a:path w="5474" h="2645" extrusionOk="0">
                    <a:moveTo>
                      <a:pt x="5418" y="1"/>
                    </a:moveTo>
                    <a:cubicBezTo>
                      <a:pt x="5390" y="1"/>
                      <a:pt x="5363" y="28"/>
                      <a:pt x="5363" y="56"/>
                    </a:cubicBezTo>
                    <a:lnTo>
                      <a:pt x="5363" y="520"/>
                    </a:lnTo>
                    <a:cubicBezTo>
                      <a:pt x="5363" y="557"/>
                      <a:pt x="5390" y="576"/>
                      <a:pt x="5418" y="576"/>
                    </a:cubicBezTo>
                    <a:cubicBezTo>
                      <a:pt x="5446" y="576"/>
                      <a:pt x="5474" y="557"/>
                      <a:pt x="5474" y="520"/>
                    </a:cubicBezTo>
                    <a:lnTo>
                      <a:pt x="5474" y="56"/>
                    </a:lnTo>
                    <a:cubicBezTo>
                      <a:pt x="5474" y="28"/>
                      <a:pt x="5455" y="1"/>
                      <a:pt x="5418" y="1"/>
                    </a:cubicBezTo>
                    <a:close/>
                    <a:moveTo>
                      <a:pt x="5418" y="928"/>
                    </a:moveTo>
                    <a:cubicBezTo>
                      <a:pt x="5390" y="928"/>
                      <a:pt x="5363" y="956"/>
                      <a:pt x="5363" y="984"/>
                    </a:cubicBezTo>
                    <a:lnTo>
                      <a:pt x="5363" y="1448"/>
                    </a:lnTo>
                    <a:cubicBezTo>
                      <a:pt x="5363" y="1485"/>
                      <a:pt x="5390" y="1503"/>
                      <a:pt x="5418" y="1503"/>
                    </a:cubicBezTo>
                    <a:cubicBezTo>
                      <a:pt x="5446" y="1503"/>
                      <a:pt x="5474" y="1485"/>
                      <a:pt x="5474" y="1448"/>
                    </a:cubicBezTo>
                    <a:lnTo>
                      <a:pt x="5474" y="984"/>
                    </a:lnTo>
                    <a:cubicBezTo>
                      <a:pt x="5474" y="956"/>
                      <a:pt x="5455" y="928"/>
                      <a:pt x="5418" y="928"/>
                    </a:cubicBezTo>
                    <a:close/>
                    <a:moveTo>
                      <a:pt x="5418" y="1856"/>
                    </a:moveTo>
                    <a:cubicBezTo>
                      <a:pt x="5390" y="1856"/>
                      <a:pt x="5363" y="1884"/>
                      <a:pt x="5363" y="1912"/>
                    </a:cubicBezTo>
                    <a:lnTo>
                      <a:pt x="5363" y="2375"/>
                    </a:lnTo>
                    <a:cubicBezTo>
                      <a:pt x="5363" y="2413"/>
                      <a:pt x="5390" y="2431"/>
                      <a:pt x="5418" y="2431"/>
                    </a:cubicBezTo>
                    <a:cubicBezTo>
                      <a:pt x="5446" y="2431"/>
                      <a:pt x="5474" y="2413"/>
                      <a:pt x="5474" y="2375"/>
                    </a:cubicBezTo>
                    <a:lnTo>
                      <a:pt x="5474" y="1912"/>
                    </a:lnTo>
                    <a:cubicBezTo>
                      <a:pt x="5474" y="1884"/>
                      <a:pt x="5455" y="1856"/>
                      <a:pt x="5418" y="1856"/>
                    </a:cubicBezTo>
                    <a:close/>
                    <a:moveTo>
                      <a:pt x="56" y="2524"/>
                    </a:moveTo>
                    <a:cubicBezTo>
                      <a:pt x="28" y="2524"/>
                      <a:pt x="1" y="2552"/>
                      <a:pt x="1" y="2589"/>
                    </a:cubicBezTo>
                    <a:cubicBezTo>
                      <a:pt x="1" y="2617"/>
                      <a:pt x="28" y="2644"/>
                      <a:pt x="56" y="2644"/>
                    </a:cubicBezTo>
                    <a:lnTo>
                      <a:pt x="520" y="2644"/>
                    </a:lnTo>
                    <a:cubicBezTo>
                      <a:pt x="557" y="2644"/>
                      <a:pt x="585" y="2617"/>
                      <a:pt x="585" y="2589"/>
                    </a:cubicBezTo>
                    <a:cubicBezTo>
                      <a:pt x="585" y="2552"/>
                      <a:pt x="557" y="2524"/>
                      <a:pt x="520" y="2524"/>
                    </a:cubicBezTo>
                    <a:close/>
                    <a:moveTo>
                      <a:pt x="984" y="2524"/>
                    </a:moveTo>
                    <a:cubicBezTo>
                      <a:pt x="956" y="2524"/>
                      <a:pt x="928" y="2552"/>
                      <a:pt x="928" y="2589"/>
                    </a:cubicBezTo>
                    <a:cubicBezTo>
                      <a:pt x="928" y="2617"/>
                      <a:pt x="956" y="2644"/>
                      <a:pt x="984" y="2644"/>
                    </a:cubicBezTo>
                    <a:lnTo>
                      <a:pt x="1448" y="2644"/>
                    </a:lnTo>
                    <a:cubicBezTo>
                      <a:pt x="1485" y="2644"/>
                      <a:pt x="1513" y="2617"/>
                      <a:pt x="1513" y="2589"/>
                    </a:cubicBezTo>
                    <a:cubicBezTo>
                      <a:pt x="1513" y="2552"/>
                      <a:pt x="1485" y="2524"/>
                      <a:pt x="1448" y="2524"/>
                    </a:cubicBezTo>
                    <a:close/>
                    <a:moveTo>
                      <a:pt x="1912" y="2524"/>
                    </a:moveTo>
                    <a:cubicBezTo>
                      <a:pt x="1884" y="2524"/>
                      <a:pt x="1856" y="2552"/>
                      <a:pt x="1856" y="2589"/>
                    </a:cubicBezTo>
                    <a:cubicBezTo>
                      <a:pt x="1856" y="2617"/>
                      <a:pt x="1884" y="2644"/>
                      <a:pt x="1912" y="2644"/>
                    </a:cubicBezTo>
                    <a:lnTo>
                      <a:pt x="2375" y="2644"/>
                    </a:lnTo>
                    <a:cubicBezTo>
                      <a:pt x="2413" y="2644"/>
                      <a:pt x="2440" y="2617"/>
                      <a:pt x="2440" y="2589"/>
                    </a:cubicBezTo>
                    <a:cubicBezTo>
                      <a:pt x="2440" y="2552"/>
                      <a:pt x="2413" y="2524"/>
                      <a:pt x="2375" y="2524"/>
                    </a:cubicBezTo>
                    <a:close/>
                    <a:moveTo>
                      <a:pt x="2839" y="2524"/>
                    </a:moveTo>
                    <a:cubicBezTo>
                      <a:pt x="2812" y="2524"/>
                      <a:pt x="2784" y="2552"/>
                      <a:pt x="2784" y="2589"/>
                    </a:cubicBezTo>
                    <a:cubicBezTo>
                      <a:pt x="2784" y="2617"/>
                      <a:pt x="2812" y="2644"/>
                      <a:pt x="2839" y="2644"/>
                    </a:cubicBezTo>
                    <a:lnTo>
                      <a:pt x="3303" y="2644"/>
                    </a:lnTo>
                    <a:cubicBezTo>
                      <a:pt x="3340" y="2644"/>
                      <a:pt x="3368" y="2617"/>
                      <a:pt x="3368" y="2589"/>
                    </a:cubicBezTo>
                    <a:cubicBezTo>
                      <a:pt x="3368" y="2552"/>
                      <a:pt x="3340" y="2524"/>
                      <a:pt x="3303" y="2524"/>
                    </a:cubicBezTo>
                    <a:close/>
                    <a:moveTo>
                      <a:pt x="3767" y="2524"/>
                    </a:moveTo>
                    <a:cubicBezTo>
                      <a:pt x="3739" y="2524"/>
                      <a:pt x="3711" y="2552"/>
                      <a:pt x="3711" y="2589"/>
                    </a:cubicBezTo>
                    <a:cubicBezTo>
                      <a:pt x="3711" y="2617"/>
                      <a:pt x="3739" y="2644"/>
                      <a:pt x="3767" y="2644"/>
                    </a:cubicBezTo>
                    <a:lnTo>
                      <a:pt x="4231" y="2644"/>
                    </a:lnTo>
                    <a:cubicBezTo>
                      <a:pt x="4268" y="2644"/>
                      <a:pt x="4296" y="2617"/>
                      <a:pt x="4296" y="2589"/>
                    </a:cubicBezTo>
                    <a:cubicBezTo>
                      <a:pt x="4296" y="2552"/>
                      <a:pt x="4268" y="2524"/>
                      <a:pt x="4231" y="2524"/>
                    </a:cubicBezTo>
                    <a:close/>
                    <a:moveTo>
                      <a:pt x="4695" y="2524"/>
                    </a:moveTo>
                    <a:cubicBezTo>
                      <a:pt x="4667" y="2524"/>
                      <a:pt x="4639" y="2552"/>
                      <a:pt x="4639" y="2589"/>
                    </a:cubicBezTo>
                    <a:cubicBezTo>
                      <a:pt x="4639" y="2617"/>
                      <a:pt x="4667" y="2644"/>
                      <a:pt x="4695" y="2644"/>
                    </a:cubicBezTo>
                    <a:lnTo>
                      <a:pt x="5159" y="2644"/>
                    </a:lnTo>
                    <a:cubicBezTo>
                      <a:pt x="5196" y="2644"/>
                      <a:pt x="5223" y="2617"/>
                      <a:pt x="5223" y="2589"/>
                    </a:cubicBezTo>
                    <a:cubicBezTo>
                      <a:pt x="5223" y="2552"/>
                      <a:pt x="5196" y="2524"/>
                      <a:pt x="5159" y="252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4" name="Google Shape;244;p19"/>
              <p:cNvSpPr/>
              <p:nvPr/>
            </p:nvSpPr>
            <p:spPr>
              <a:xfrm>
                <a:off x="7313500" y="2548975"/>
                <a:ext cx="85375" cy="41525"/>
              </a:xfrm>
              <a:custGeom>
                <a:avLst/>
                <a:gdLst/>
                <a:ahLst/>
                <a:cxnLst/>
                <a:rect l="l" t="t" r="r" b="b"/>
                <a:pathLst>
                  <a:path w="3415" h="1661" extrusionOk="0">
                    <a:moveTo>
                      <a:pt x="3358" y="0"/>
                    </a:moveTo>
                    <a:cubicBezTo>
                      <a:pt x="3321" y="0"/>
                      <a:pt x="3293" y="28"/>
                      <a:pt x="3293" y="65"/>
                    </a:cubicBezTo>
                    <a:lnTo>
                      <a:pt x="3293" y="260"/>
                    </a:lnTo>
                    <a:cubicBezTo>
                      <a:pt x="3293" y="297"/>
                      <a:pt x="3321" y="316"/>
                      <a:pt x="3358" y="316"/>
                    </a:cubicBezTo>
                    <a:cubicBezTo>
                      <a:pt x="3386" y="316"/>
                      <a:pt x="3414" y="297"/>
                      <a:pt x="3414" y="260"/>
                    </a:cubicBezTo>
                    <a:lnTo>
                      <a:pt x="3414" y="65"/>
                    </a:lnTo>
                    <a:cubicBezTo>
                      <a:pt x="3414" y="28"/>
                      <a:pt x="3386" y="0"/>
                      <a:pt x="3358" y="0"/>
                    </a:cubicBezTo>
                    <a:close/>
                    <a:moveTo>
                      <a:pt x="56" y="613"/>
                    </a:moveTo>
                    <a:cubicBezTo>
                      <a:pt x="28" y="613"/>
                      <a:pt x="0" y="641"/>
                      <a:pt x="0" y="668"/>
                    </a:cubicBezTo>
                    <a:lnTo>
                      <a:pt x="0" y="678"/>
                    </a:lnTo>
                    <a:cubicBezTo>
                      <a:pt x="0" y="706"/>
                      <a:pt x="28" y="733"/>
                      <a:pt x="56" y="733"/>
                    </a:cubicBezTo>
                    <a:lnTo>
                      <a:pt x="520" y="733"/>
                    </a:lnTo>
                    <a:cubicBezTo>
                      <a:pt x="548" y="733"/>
                      <a:pt x="575" y="706"/>
                      <a:pt x="575" y="668"/>
                    </a:cubicBezTo>
                    <a:cubicBezTo>
                      <a:pt x="575" y="641"/>
                      <a:pt x="548" y="613"/>
                      <a:pt x="520" y="613"/>
                    </a:cubicBezTo>
                    <a:close/>
                    <a:moveTo>
                      <a:pt x="984" y="613"/>
                    </a:moveTo>
                    <a:cubicBezTo>
                      <a:pt x="946" y="613"/>
                      <a:pt x="928" y="641"/>
                      <a:pt x="928" y="668"/>
                    </a:cubicBezTo>
                    <a:cubicBezTo>
                      <a:pt x="928" y="706"/>
                      <a:pt x="946" y="733"/>
                      <a:pt x="984" y="733"/>
                    </a:cubicBezTo>
                    <a:lnTo>
                      <a:pt x="1447" y="733"/>
                    </a:lnTo>
                    <a:cubicBezTo>
                      <a:pt x="1475" y="733"/>
                      <a:pt x="1503" y="706"/>
                      <a:pt x="1503" y="668"/>
                    </a:cubicBezTo>
                    <a:cubicBezTo>
                      <a:pt x="1503" y="641"/>
                      <a:pt x="1475" y="613"/>
                      <a:pt x="1447" y="613"/>
                    </a:cubicBezTo>
                    <a:close/>
                    <a:moveTo>
                      <a:pt x="1911" y="613"/>
                    </a:moveTo>
                    <a:cubicBezTo>
                      <a:pt x="1874" y="613"/>
                      <a:pt x="1856" y="641"/>
                      <a:pt x="1856" y="668"/>
                    </a:cubicBezTo>
                    <a:cubicBezTo>
                      <a:pt x="1856" y="706"/>
                      <a:pt x="1874" y="733"/>
                      <a:pt x="1911" y="733"/>
                    </a:cubicBezTo>
                    <a:lnTo>
                      <a:pt x="2375" y="733"/>
                    </a:lnTo>
                    <a:cubicBezTo>
                      <a:pt x="2403" y="733"/>
                      <a:pt x="2431" y="706"/>
                      <a:pt x="2431" y="668"/>
                    </a:cubicBezTo>
                    <a:cubicBezTo>
                      <a:pt x="2431" y="641"/>
                      <a:pt x="2403" y="613"/>
                      <a:pt x="2375" y="613"/>
                    </a:cubicBezTo>
                    <a:close/>
                    <a:moveTo>
                      <a:pt x="2839" y="613"/>
                    </a:moveTo>
                    <a:cubicBezTo>
                      <a:pt x="2802" y="613"/>
                      <a:pt x="2783" y="641"/>
                      <a:pt x="2783" y="668"/>
                    </a:cubicBezTo>
                    <a:cubicBezTo>
                      <a:pt x="2783" y="706"/>
                      <a:pt x="2802" y="733"/>
                      <a:pt x="2839" y="733"/>
                    </a:cubicBezTo>
                    <a:lnTo>
                      <a:pt x="3303" y="733"/>
                    </a:lnTo>
                    <a:cubicBezTo>
                      <a:pt x="3331" y="733"/>
                      <a:pt x="3358" y="706"/>
                      <a:pt x="3358" y="668"/>
                    </a:cubicBezTo>
                    <a:cubicBezTo>
                      <a:pt x="3358" y="641"/>
                      <a:pt x="3331" y="613"/>
                      <a:pt x="3303" y="613"/>
                    </a:cubicBezTo>
                    <a:close/>
                    <a:moveTo>
                      <a:pt x="56" y="1086"/>
                    </a:moveTo>
                    <a:cubicBezTo>
                      <a:pt x="28" y="1086"/>
                      <a:pt x="0" y="1104"/>
                      <a:pt x="0" y="1142"/>
                    </a:cubicBezTo>
                    <a:lnTo>
                      <a:pt x="0" y="1605"/>
                    </a:lnTo>
                    <a:cubicBezTo>
                      <a:pt x="0" y="1633"/>
                      <a:pt x="28" y="1661"/>
                      <a:pt x="56" y="1661"/>
                    </a:cubicBezTo>
                    <a:cubicBezTo>
                      <a:pt x="93" y="1661"/>
                      <a:pt x="121" y="1633"/>
                      <a:pt x="121" y="1605"/>
                    </a:cubicBezTo>
                    <a:lnTo>
                      <a:pt x="121" y="1142"/>
                    </a:lnTo>
                    <a:cubicBezTo>
                      <a:pt x="121" y="1104"/>
                      <a:pt x="93" y="1086"/>
                      <a:pt x="56" y="1086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5" name="Google Shape;245;p19"/>
              <p:cNvSpPr/>
              <p:nvPr/>
            </p:nvSpPr>
            <p:spPr>
              <a:xfrm>
                <a:off x="7252725" y="2143825"/>
                <a:ext cx="207600" cy="156800"/>
              </a:xfrm>
              <a:custGeom>
                <a:avLst/>
                <a:gdLst/>
                <a:ahLst/>
                <a:cxnLst/>
                <a:rect l="l" t="t" r="r" b="b"/>
                <a:pathLst>
                  <a:path w="8304" h="6272" extrusionOk="0">
                    <a:moveTo>
                      <a:pt x="56" y="0"/>
                    </a:moveTo>
                    <a:cubicBezTo>
                      <a:pt x="29" y="0"/>
                      <a:pt x="1" y="28"/>
                      <a:pt x="1" y="56"/>
                    </a:cubicBezTo>
                    <a:lnTo>
                      <a:pt x="1" y="520"/>
                    </a:lnTo>
                    <a:cubicBezTo>
                      <a:pt x="1" y="557"/>
                      <a:pt x="29" y="575"/>
                      <a:pt x="56" y="575"/>
                    </a:cubicBezTo>
                    <a:cubicBezTo>
                      <a:pt x="94" y="575"/>
                      <a:pt x="112" y="557"/>
                      <a:pt x="112" y="520"/>
                    </a:cubicBezTo>
                    <a:lnTo>
                      <a:pt x="112" y="56"/>
                    </a:lnTo>
                    <a:cubicBezTo>
                      <a:pt x="112" y="28"/>
                      <a:pt x="94" y="0"/>
                      <a:pt x="56" y="0"/>
                    </a:cubicBezTo>
                    <a:close/>
                    <a:moveTo>
                      <a:pt x="56" y="928"/>
                    </a:moveTo>
                    <a:cubicBezTo>
                      <a:pt x="29" y="928"/>
                      <a:pt x="1" y="956"/>
                      <a:pt x="1" y="984"/>
                    </a:cubicBezTo>
                    <a:lnTo>
                      <a:pt x="1" y="1447"/>
                    </a:lnTo>
                    <a:cubicBezTo>
                      <a:pt x="1" y="1484"/>
                      <a:pt x="29" y="1503"/>
                      <a:pt x="56" y="1503"/>
                    </a:cubicBezTo>
                    <a:cubicBezTo>
                      <a:pt x="94" y="1503"/>
                      <a:pt x="112" y="1484"/>
                      <a:pt x="112" y="1447"/>
                    </a:cubicBezTo>
                    <a:lnTo>
                      <a:pt x="112" y="984"/>
                    </a:lnTo>
                    <a:cubicBezTo>
                      <a:pt x="112" y="956"/>
                      <a:pt x="94" y="928"/>
                      <a:pt x="56" y="928"/>
                    </a:cubicBezTo>
                    <a:close/>
                    <a:moveTo>
                      <a:pt x="56" y="1856"/>
                    </a:moveTo>
                    <a:cubicBezTo>
                      <a:pt x="29" y="1856"/>
                      <a:pt x="1" y="1883"/>
                      <a:pt x="1" y="1911"/>
                    </a:cubicBezTo>
                    <a:lnTo>
                      <a:pt x="1" y="2375"/>
                    </a:lnTo>
                    <a:cubicBezTo>
                      <a:pt x="1" y="2412"/>
                      <a:pt x="29" y="2431"/>
                      <a:pt x="56" y="2431"/>
                    </a:cubicBezTo>
                    <a:cubicBezTo>
                      <a:pt x="94" y="2431"/>
                      <a:pt x="112" y="2412"/>
                      <a:pt x="112" y="2375"/>
                    </a:cubicBezTo>
                    <a:lnTo>
                      <a:pt x="112" y="1911"/>
                    </a:lnTo>
                    <a:cubicBezTo>
                      <a:pt x="112" y="1883"/>
                      <a:pt x="94" y="1856"/>
                      <a:pt x="56" y="1856"/>
                    </a:cubicBezTo>
                    <a:close/>
                    <a:moveTo>
                      <a:pt x="66" y="2774"/>
                    </a:moveTo>
                    <a:cubicBezTo>
                      <a:pt x="29" y="2774"/>
                      <a:pt x="10" y="2802"/>
                      <a:pt x="10" y="2830"/>
                    </a:cubicBezTo>
                    <a:cubicBezTo>
                      <a:pt x="10" y="2867"/>
                      <a:pt x="29" y="2895"/>
                      <a:pt x="66" y="2895"/>
                    </a:cubicBezTo>
                    <a:lnTo>
                      <a:pt x="530" y="2895"/>
                    </a:lnTo>
                    <a:cubicBezTo>
                      <a:pt x="557" y="2895"/>
                      <a:pt x="585" y="2867"/>
                      <a:pt x="585" y="2830"/>
                    </a:cubicBezTo>
                    <a:cubicBezTo>
                      <a:pt x="585" y="2802"/>
                      <a:pt x="557" y="2774"/>
                      <a:pt x="530" y="2774"/>
                    </a:cubicBezTo>
                    <a:close/>
                    <a:moveTo>
                      <a:pt x="993" y="2774"/>
                    </a:moveTo>
                    <a:cubicBezTo>
                      <a:pt x="956" y="2774"/>
                      <a:pt x="938" y="2802"/>
                      <a:pt x="938" y="2830"/>
                    </a:cubicBezTo>
                    <a:cubicBezTo>
                      <a:pt x="938" y="2867"/>
                      <a:pt x="956" y="2895"/>
                      <a:pt x="993" y="2895"/>
                    </a:cubicBezTo>
                    <a:lnTo>
                      <a:pt x="1457" y="2895"/>
                    </a:lnTo>
                    <a:cubicBezTo>
                      <a:pt x="1485" y="2895"/>
                      <a:pt x="1513" y="2867"/>
                      <a:pt x="1513" y="2830"/>
                    </a:cubicBezTo>
                    <a:cubicBezTo>
                      <a:pt x="1513" y="2802"/>
                      <a:pt x="1485" y="2774"/>
                      <a:pt x="1457" y="2774"/>
                    </a:cubicBezTo>
                    <a:close/>
                    <a:moveTo>
                      <a:pt x="1921" y="2774"/>
                    </a:moveTo>
                    <a:cubicBezTo>
                      <a:pt x="1884" y="2774"/>
                      <a:pt x="1865" y="2802"/>
                      <a:pt x="1865" y="2830"/>
                    </a:cubicBezTo>
                    <a:cubicBezTo>
                      <a:pt x="1865" y="2867"/>
                      <a:pt x="1884" y="2895"/>
                      <a:pt x="1921" y="2895"/>
                    </a:cubicBezTo>
                    <a:lnTo>
                      <a:pt x="2385" y="2895"/>
                    </a:lnTo>
                    <a:cubicBezTo>
                      <a:pt x="2413" y="2895"/>
                      <a:pt x="2441" y="2867"/>
                      <a:pt x="2441" y="2830"/>
                    </a:cubicBezTo>
                    <a:cubicBezTo>
                      <a:pt x="2441" y="2802"/>
                      <a:pt x="2413" y="2774"/>
                      <a:pt x="2385" y="2774"/>
                    </a:cubicBezTo>
                    <a:close/>
                    <a:moveTo>
                      <a:pt x="2849" y="2774"/>
                    </a:moveTo>
                    <a:cubicBezTo>
                      <a:pt x="2812" y="2774"/>
                      <a:pt x="2793" y="2802"/>
                      <a:pt x="2793" y="2830"/>
                    </a:cubicBezTo>
                    <a:cubicBezTo>
                      <a:pt x="2793" y="2867"/>
                      <a:pt x="2812" y="2895"/>
                      <a:pt x="2849" y="2895"/>
                    </a:cubicBezTo>
                    <a:lnTo>
                      <a:pt x="3313" y="2895"/>
                    </a:lnTo>
                    <a:cubicBezTo>
                      <a:pt x="3340" y="2895"/>
                      <a:pt x="3368" y="2867"/>
                      <a:pt x="3368" y="2830"/>
                    </a:cubicBezTo>
                    <a:cubicBezTo>
                      <a:pt x="3368" y="2802"/>
                      <a:pt x="3340" y="2774"/>
                      <a:pt x="3313" y="2774"/>
                    </a:cubicBezTo>
                    <a:close/>
                    <a:moveTo>
                      <a:pt x="3776" y="2774"/>
                    </a:moveTo>
                    <a:cubicBezTo>
                      <a:pt x="3739" y="2774"/>
                      <a:pt x="3721" y="2802"/>
                      <a:pt x="3721" y="2830"/>
                    </a:cubicBezTo>
                    <a:cubicBezTo>
                      <a:pt x="3721" y="2867"/>
                      <a:pt x="3739" y="2895"/>
                      <a:pt x="3776" y="2895"/>
                    </a:cubicBezTo>
                    <a:lnTo>
                      <a:pt x="4240" y="2895"/>
                    </a:lnTo>
                    <a:cubicBezTo>
                      <a:pt x="4268" y="2895"/>
                      <a:pt x="4296" y="2867"/>
                      <a:pt x="4296" y="2830"/>
                    </a:cubicBezTo>
                    <a:cubicBezTo>
                      <a:pt x="4296" y="2802"/>
                      <a:pt x="4268" y="2774"/>
                      <a:pt x="4240" y="2774"/>
                    </a:cubicBezTo>
                    <a:close/>
                    <a:moveTo>
                      <a:pt x="4704" y="2774"/>
                    </a:moveTo>
                    <a:cubicBezTo>
                      <a:pt x="4667" y="2774"/>
                      <a:pt x="4648" y="2802"/>
                      <a:pt x="4648" y="2830"/>
                    </a:cubicBezTo>
                    <a:cubicBezTo>
                      <a:pt x="4648" y="2867"/>
                      <a:pt x="4667" y="2895"/>
                      <a:pt x="4704" y="2895"/>
                    </a:cubicBezTo>
                    <a:lnTo>
                      <a:pt x="5168" y="2895"/>
                    </a:lnTo>
                    <a:cubicBezTo>
                      <a:pt x="5196" y="2895"/>
                      <a:pt x="5224" y="2867"/>
                      <a:pt x="5224" y="2830"/>
                    </a:cubicBezTo>
                    <a:cubicBezTo>
                      <a:pt x="5224" y="2802"/>
                      <a:pt x="5196" y="2774"/>
                      <a:pt x="5168" y="2774"/>
                    </a:cubicBezTo>
                    <a:close/>
                    <a:moveTo>
                      <a:pt x="5632" y="2774"/>
                    </a:moveTo>
                    <a:cubicBezTo>
                      <a:pt x="5595" y="2774"/>
                      <a:pt x="5576" y="2802"/>
                      <a:pt x="5576" y="2830"/>
                    </a:cubicBezTo>
                    <a:cubicBezTo>
                      <a:pt x="5576" y="2867"/>
                      <a:pt x="5595" y="2895"/>
                      <a:pt x="5632" y="2895"/>
                    </a:cubicBezTo>
                    <a:lnTo>
                      <a:pt x="6096" y="2895"/>
                    </a:lnTo>
                    <a:cubicBezTo>
                      <a:pt x="6123" y="2895"/>
                      <a:pt x="6151" y="2867"/>
                      <a:pt x="6151" y="2830"/>
                    </a:cubicBezTo>
                    <a:cubicBezTo>
                      <a:pt x="6151" y="2802"/>
                      <a:pt x="6123" y="2774"/>
                      <a:pt x="6096" y="2774"/>
                    </a:cubicBezTo>
                    <a:close/>
                    <a:moveTo>
                      <a:pt x="6559" y="2774"/>
                    </a:moveTo>
                    <a:cubicBezTo>
                      <a:pt x="6522" y="2774"/>
                      <a:pt x="6504" y="2802"/>
                      <a:pt x="6504" y="2830"/>
                    </a:cubicBezTo>
                    <a:cubicBezTo>
                      <a:pt x="6504" y="2867"/>
                      <a:pt x="6522" y="2895"/>
                      <a:pt x="6559" y="2895"/>
                    </a:cubicBezTo>
                    <a:lnTo>
                      <a:pt x="7023" y="2895"/>
                    </a:lnTo>
                    <a:cubicBezTo>
                      <a:pt x="7051" y="2895"/>
                      <a:pt x="7079" y="2867"/>
                      <a:pt x="7079" y="2830"/>
                    </a:cubicBezTo>
                    <a:cubicBezTo>
                      <a:pt x="7079" y="2802"/>
                      <a:pt x="7051" y="2774"/>
                      <a:pt x="7023" y="2774"/>
                    </a:cubicBezTo>
                    <a:close/>
                    <a:moveTo>
                      <a:pt x="7487" y="2774"/>
                    </a:moveTo>
                    <a:cubicBezTo>
                      <a:pt x="7450" y="2774"/>
                      <a:pt x="7431" y="2802"/>
                      <a:pt x="7431" y="2830"/>
                    </a:cubicBezTo>
                    <a:cubicBezTo>
                      <a:pt x="7431" y="2867"/>
                      <a:pt x="7450" y="2895"/>
                      <a:pt x="7487" y="2895"/>
                    </a:cubicBezTo>
                    <a:lnTo>
                      <a:pt x="7951" y="2895"/>
                    </a:lnTo>
                    <a:cubicBezTo>
                      <a:pt x="7979" y="2895"/>
                      <a:pt x="8007" y="2867"/>
                      <a:pt x="8007" y="2830"/>
                    </a:cubicBezTo>
                    <a:cubicBezTo>
                      <a:pt x="8007" y="2802"/>
                      <a:pt x="7979" y="2774"/>
                      <a:pt x="7951" y="2774"/>
                    </a:cubicBezTo>
                    <a:close/>
                    <a:moveTo>
                      <a:pt x="8248" y="2941"/>
                    </a:moveTo>
                    <a:cubicBezTo>
                      <a:pt x="8211" y="2941"/>
                      <a:pt x="8183" y="2969"/>
                      <a:pt x="8183" y="3006"/>
                    </a:cubicBezTo>
                    <a:lnTo>
                      <a:pt x="8183" y="3470"/>
                    </a:lnTo>
                    <a:cubicBezTo>
                      <a:pt x="8183" y="3497"/>
                      <a:pt x="8211" y="3525"/>
                      <a:pt x="8248" y="3525"/>
                    </a:cubicBezTo>
                    <a:cubicBezTo>
                      <a:pt x="8276" y="3525"/>
                      <a:pt x="8303" y="3497"/>
                      <a:pt x="8303" y="3470"/>
                    </a:cubicBezTo>
                    <a:lnTo>
                      <a:pt x="8303" y="3006"/>
                    </a:lnTo>
                    <a:cubicBezTo>
                      <a:pt x="8303" y="2969"/>
                      <a:pt x="8276" y="2941"/>
                      <a:pt x="8248" y="2941"/>
                    </a:cubicBezTo>
                    <a:close/>
                    <a:moveTo>
                      <a:pt x="8248" y="3869"/>
                    </a:moveTo>
                    <a:cubicBezTo>
                      <a:pt x="8211" y="3869"/>
                      <a:pt x="8183" y="3896"/>
                      <a:pt x="8183" y="3933"/>
                    </a:cubicBezTo>
                    <a:lnTo>
                      <a:pt x="8183" y="4397"/>
                    </a:lnTo>
                    <a:cubicBezTo>
                      <a:pt x="8183" y="4425"/>
                      <a:pt x="8211" y="4453"/>
                      <a:pt x="8248" y="4453"/>
                    </a:cubicBezTo>
                    <a:cubicBezTo>
                      <a:pt x="8276" y="4453"/>
                      <a:pt x="8303" y="4425"/>
                      <a:pt x="8303" y="4397"/>
                    </a:cubicBezTo>
                    <a:lnTo>
                      <a:pt x="8303" y="3933"/>
                    </a:lnTo>
                    <a:cubicBezTo>
                      <a:pt x="8303" y="3896"/>
                      <a:pt x="8276" y="3869"/>
                      <a:pt x="8248" y="3869"/>
                    </a:cubicBezTo>
                    <a:close/>
                    <a:moveTo>
                      <a:pt x="8248" y="4796"/>
                    </a:moveTo>
                    <a:cubicBezTo>
                      <a:pt x="8211" y="4796"/>
                      <a:pt x="8183" y="4824"/>
                      <a:pt x="8183" y="4861"/>
                    </a:cubicBezTo>
                    <a:lnTo>
                      <a:pt x="8183" y="5325"/>
                    </a:lnTo>
                    <a:cubicBezTo>
                      <a:pt x="8183" y="5353"/>
                      <a:pt x="8211" y="5381"/>
                      <a:pt x="8248" y="5381"/>
                    </a:cubicBezTo>
                    <a:cubicBezTo>
                      <a:pt x="8276" y="5381"/>
                      <a:pt x="8303" y="5353"/>
                      <a:pt x="8303" y="5325"/>
                    </a:cubicBezTo>
                    <a:lnTo>
                      <a:pt x="8303" y="4861"/>
                    </a:lnTo>
                    <a:cubicBezTo>
                      <a:pt x="8303" y="4824"/>
                      <a:pt x="8276" y="4796"/>
                      <a:pt x="8248" y="4796"/>
                    </a:cubicBezTo>
                    <a:close/>
                    <a:moveTo>
                      <a:pt x="8248" y="5724"/>
                    </a:moveTo>
                    <a:cubicBezTo>
                      <a:pt x="8211" y="5724"/>
                      <a:pt x="8183" y="5752"/>
                      <a:pt x="8183" y="5789"/>
                    </a:cubicBezTo>
                    <a:lnTo>
                      <a:pt x="8183" y="6216"/>
                    </a:lnTo>
                    <a:cubicBezTo>
                      <a:pt x="8183" y="6253"/>
                      <a:pt x="8211" y="6271"/>
                      <a:pt x="8248" y="6271"/>
                    </a:cubicBezTo>
                    <a:cubicBezTo>
                      <a:pt x="8276" y="6271"/>
                      <a:pt x="8303" y="6253"/>
                      <a:pt x="8303" y="6216"/>
                    </a:cubicBezTo>
                    <a:lnTo>
                      <a:pt x="8303" y="5789"/>
                    </a:lnTo>
                    <a:cubicBezTo>
                      <a:pt x="8303" y="5752"/>
                      <a:pt x="8276" y="5724"/>
                      <a:pt x="8248" y="572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6" name="Google Shape;246;p19"/>
              <p:cNvSpPr/>
              <p:nvPr/>
            </p:nvSpPr>
            <p:spPr>
              <a:xfrm>
                <a:off x="7564200" y="1778325"/>
                <a:ext cx="41075" cy="41075"/>
              </a:xfrm>
              <a:custGeom>
                <a:avLst/>
                <a:gdLst/>
                <a:ahLst/>
                <a:cxnLst/>
                <a:rect l="l" t="t" r="r" b="b"/>
                <a:pathLst>
                  <a:path w="1643" h="1643" extrusionOk="0">
                    <a:moveTo>
                      <a:pt x="826" y="186"/>
                    </a:moveTo>
                    <a:lnTo>
                      <a:pt x="1049" y="585"/>
                    </a:lnTo>
                    <a:cubicBezTo>
                      <a:pt x="1049" y="594"/>
                      <a:pt x="1058" y="603"/>
                      <a:pt x="1067" y="603"/>
                    </a:cubicBezTo>
                    <a:lnTo>
                      <a:pt x="1466" y="826"/>
                    </a:lnTo>
                    <a:lnTo>
                      <a:pt x="1067" y="1048"/>
                    </a:lnTo>
                    <a:cubicBezTo>
                      <a:pt x="1058" y="1048"/>
                      <a:pt x="1049" y="1058"/>
                      <a:pt x="1039" y="1067"/>
                    </a:cubicBezTo>
                    <a:lnTo>
                      <a:pt x="826" y="1466"/>
                    </a:lnTo>
                    <a:lnTo>
                      <a:pt x="603" y="1067"/>
                    </a:lnTo>
                    <a:cubicBezTo>
                      <a:pt x="603" y="1058"/>
                      <a:pt x="594" y="1048"/>
                      <a:pt x="585" y="1039"/>
                    </a:cubicBezTo>
                    <a:lnTo>
                      <a:pt x="186" y="826"/>
                    </a:lnTo>
                    <a:lnTo>
                      <a:pt x="585" y="603"/>
                    </a:lnTo>
                    <a:cubicBezTo>
                      <a:pt x="594" y="603"/>
                      <a:pt x="603" y="594"/>
                      <a:pt x="603" y="585"/>
                    </a:cubicBezTo>
                    <a:lnTo>
                      <a:pt x="826" y="186"/>
                    </a:lnTo>
                    <a:close/>
                    <a:moveTo>
                      <a:pt x="826" y="0"/>
                    </a:moveTo>
                    <a:cubicBezTo>
                      <a:pt x="807" y="0"/>
                      <a:pt x="789" y="19"/>
                      <a:pt x="780" y="37"/>
                    </a:cubicBezTo>
                    <a:lnTo>
                      <a:pt x="511" y="510"/>
                    </a:lnTo>
                    <a:lnTo>
                      <a:pt x="37" y="770"/>
                    </a:lnTo>
                    <a:cubicBezTo>
                      <a:pt x="19" y="779"/>
                      <a:pt x="0" y="798"/>
                      <a:pt x="0" y="826"/>
                    </a:cubicBezTo>
                    <a:cubicBezTo>
                      <a:pt x="0" y="844"/>
                      <a:pt x="19" y="863"/>
                      <a:pt x="37" y="872"/>
                    </a:cubicBezTo>
                    <a:lnTo>
                      <a:pt x="511" y="1141"/>
                    </a:lnTo>
                    <a:lnTo>
                      <a:pt x="770" y="1614"/>
                    </a:lnTo>
                    <a:cubicBezTo>
                      <a:pt x="780" y="1633"/>
                      <a:pt x="798" y="1642"/>
                      <a:pt x="826" y="1642"/>
                    </a:cubicBezTo>
                    <a:cubicBezTo>
                      <a:pt x="845" y="1642"/>
                      <a:pt x="863" y="1633"/>
                      <a:pt x="872" y="1614"/>
                    </a:cubicBezTo>
                    <a:lnTo>
                      <a:pt x="1141" y="1141"/>
                    </a:lnTo>
                    <a:lnTo>
                      <a:pt x="1615" y="881"/>
                    </a:lnTo>
                    <a:cubicBezTo>
                      <a:pt x="1633" y="863"/>
                      <a:pt x="1642" y="844"/>
                      <a:pt x="1642" y="826"/>
                    </a:cubicBezTo>
                    <a:cubicBezTo>
                      <a:pt x="1642" y="807"/>
                      <a:pt x="1633" y="789"/>
                      <a:pt x="1615" y="779"/>
                    </a:cubicBezTo>
                    <a:lnTo>
                      <a:pt x="1141" y="510"/>
                    </a:lnTo>
                    <a:lnTo>
                      <a:pt x="882" y="37"/>
                    </a:lnTo>
                    <a:cubicBezTo>
                      <a:pt x="863" y="9"/>
                      <a:pt x="845" y="0"/>
                      <a:pt x="826" y="0"/>
                    </a:cubicBezTo>
                    <a:close/>
                  </a:path>
                </a:pathLst>
              </a:custGeom>
              <a:solidFill>
                <a:srgbClr val="2AAFE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7" name="Google Shape;247;p19"/>
              <p:cNvSpPr/>
              <p:nvPr/>
            </p:nvSpPr>
            <p:spPr>
              <a:xfrm>
                <a:off x="6975825" y="2325875"/>
                <a:ext cx="51500" cy="51275"/>
              </a:xfrm>
              <a:custGeom>
                <a:avLst/>
                <a:gdLst/>
                <a:ahLst/>
                <a:cxnLst/>
                <a:rect l="l" t="t" r="r" b="b"/>
                <a:pathLst>
                  <a:path w="2060" h="2051" extrusionOk="0">
                    <a:moveTo>
                      <a:pt x="1030" y="177"/>
                    </a:moveTo>
                    <a:lnTo>
                      <a:pt x="1327" y="715"/>
                    </a:lnTo>
                    <a:cubicBezTo>
                      <a:pt x="1327" y="724"/>
                      <a:pt x="1336" y="733"/>
                      <a:pt x="1346" y="733"/>
                    </a:cubicBezTo>
                    <a:lnTo>
                      <a:pt x="1874" y="1030"/>
                    </a:lnTo>
                    <a:lnTo>
                      <a:pt x="1346" y="1318"/>
                    </a:lnTo>
                    <a:cubicBezTo>
                      <a:pt x="1336" y="1327"/>
                      <a:pt x="1327" y="1336"/>
                      <a:pt x="1318" y="1345"/>
                    </a:cubicBezTo>
                    <a:lnTo>
                      <a:pt x="1030" y="1874"/>
                    </a:lnTo>
                    <a:lnTo>
                      <a:pt x="733" y="1336"/>
                    </a:lnTo>
                    <a:cubicBezTo>
                      <a:pt x="733" y="1327"/>
                      <a:pt x="724" y="1318"/>
                      <a:pt x="715" y="1318"/>
                    </a:cubicBezTo>
                    <a:lnTo>
                      <a:pt x="186" y="1021"/>
                    </a:lnTo>
                    <a:lnTo>
                      <a:pt x="715" y="733"/>
                    </a:lnTo>
                    <a:cubicBezTo>
                      <a:pt x="724" y="724"/>
                      <a:pt x="733" y="715"/>
                      <a:pt x="743" y="705"/>
                    </a:cubicBezTo>
                    <a:lnTo>
                      <a:pt x="1030" y="177"/>
                    </a:lnTo>
                    <a:close/>
                    <a:moveTo>
                      <a:pt x="1030" y="0"/>
                    </a:moveTo>
                    <a:cubicBezTo>
                      <a:pt x="1012" y="0"/>
                      <a:pt x="993" y="10"/>
                      <a:pt x="984" y="28"/>
                    </a:cubicBezTo>
                    <a:lnTo>
                      <a:pt x="640" y="640"/>
                    </a:lnTo>
                    <a:lnTo>
                      <a:pt x="28" y="974"/>
                    </a:lnTo>
                    <a:cubicBezTo>
                      <a:pt x="10" y="984"/>
                      <a:pt x="0" y="1002"/>
                      <a:pt x="0" y="1021"/>
                    </a:cubicBezTo>
                    <a:cubicBezTo>
                      <a:pt x="0" y="1039"/>
                      <a:pt x="10" y="1067"/>
                      <a:pt x="28" y="1076"/>
                    </a:cubicBezTo>
                    <a:lnTo>
                      <a:pt x="640" y="1410"/>
                    </a:lnTo>
                    <a:lnTo>
                      <a:pt x="974" y="2023"/>
                    </a:lnTo>
                    <a:cubicBezTo>
                      <a:pt x="984" y="2041"/>
                      <a:pt x="1002" y="2050"/>
                      <a:pt x="1030" y="2050"/>
                    </a:cubicBezTo>
                    <a:cubicBezTo>
                      <a:pt x="1049" y="2050"/>
                      <a:pt x="1067" y="2041"/>
                      <a:pt x="1076" y="2023"/>
                    </a:cubicBezTo>
                    <a:lnTo>
                      <a:pt x="1410" y="1410"/>
                    </a:lnTo>
                    <a:lnTo>
                      <a:pt x="2023" y="1076"/>
                    </a:lnTo>
                    <a:cubicBezTo>
                      <a:pt x="2041" y="1067"/>
                      <a:pt x="2060" y="1049"/>
                      <a:pt x="2060" y="1030"/>
                    </a:cubicBezTo>
                    <a:cubicBezTo>
                      <a:pt x="2060" y="1002"/>
                      <a:pt x="2041" y="984"/>
                      <a:pt x="2023" y="974"/>
                    </a:cubicBezTo>
                    <a:lnTo>
                      <a:pt x="1420" y="640"/>
                    </a:lnTo>
                    <a:lnTo>
                      <a:pt x="1086" y="28"/>
                    </a:lnTo>
                    <a:cubicBezTo>
                      <a:pt x="1076" y="10"/>
                      <a:pt x="1058" y="0"/>
                      <a:pt x="103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8" name="Google Shape;248;p19"/>
              <p:cNvSpPr/>
              <p:nvPr/>
            </p:nvSpPr>
            <p:spPr>
              <a:xfrm>
                <a:off x="6992525" y="1930925"/>
                <a:ext cx="22050" cy="22050"/>
              </a:xfrm>
              <a:custGeom>
                <a:avLst/>
                <a:gdLst/>
                <a:ahLst/>
                <a:cxnLst/>
                <a:rect l="l" t="t" r="r" b="b"/>
                <a:pathLst>
                  <a:path w="882" h="882" extrusionOk="0">
                    <a:moveTo>
                      <a:pt x="446" y="112"/>
                    </a:moveTo>
                    <a:cubicBezTo>
                      <a:pt x="622" y="112"/>
                      <a:pt x="770" y="260"/>
                      <a:pt x="770" y="436"/>
                    </a:cubicBezTo>
                    <a:cubicBezTo>
                      <a:pt x="770" y="622"/>
                      <a:pt x="622" y="761"/>
                      <a:pt x="446" y="761"/>
                    </a:cubicBezTo>
                    <a:cubicBezTo>
                      <a:pt x="260" y="761"/>
                      <a:pt x="112" y="622"/>
                      <a:pt x="112" y="436"/>
                    </a:cubicBezTo>
                    <a:cubicBezTo>
                      <a:pt x="112" y="260"/>
                      <a:pt x="260" y="112"/>
                      <a:pt x="446" y="112"/>
                    </a:cubicBezTo>
                    <a:close/>
                    <a:moveTo>
                      <a:pt x="446" y="0"/>
                    </a:moveTo>
                    <a:cubicBezTo>
                      <a:pt x="195" y="0"/>
                      <a:pt x="0" y="195"/>
                      <a:pt x="0" y="436"/>
                    </a:cubicBezTo>
                    <a:cubicBezTo>
                      <a:pt x="0" y="687"/>
                      <a:pt x="195" y="882"/>
                      <a:pt x="446" y="882"/>
                    </a:cubicBezTo>
                    <a:cubicBezTo>
                      <a:pt x="687" y="882"/>
                      <a:pt x="882" y="687"/>
                      <a:pt x="882" y="436"/>
                    </a:cubicBezTo>
                    <a:cubicBezTo>
                      <a:pt x="882" y="195"/>
                      <a:pt x="687" y="0"/>
                      <a:pt x="44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49" name="Google Shape;249;p19"/>
              <p:cNvSpPr/>
              <p:nvPr/>
            </p:nvSpPr>
            <p:spPr>
              <a:xfrm>
                <a:off x="6934075" y="2211075"/>
                <a:ext cx="14175" cy="14175"/>
              </a:xfrm>
              <a:custGeom>
                <a:avLst/>
                <a:gdLst/>
                <a:ahLst/>
                <a:cxnLst/>
                <a:rect l="l" t="t" r="r" b="b"/>
                <a:pathLst>
                  <a:path w="567" h="567" extrusionOk="0">
                    <a:moveTo>
                      <a:pt x="288" y="121"/>
                    </a:moveTo>
                    <a:cubicBezTo>
                      <a:pt x="381" y="121"/>
                      <a:pt x="455" y="195"/>
                      <a:pt x="455" y="288"/>
                    </a:cubicBezTo>
                    <a:cubicBezTo>
                      <a:pt x="455" y="381"/>
                      <a:pt x="381" y="455"/>
                      <a:pt x="288" y="455"/>
                    </a:cubicBezTo>
                    <a:cubicBezTo>
                      <a:pt x="195" y="455"/>
                      <a:pt x="121" y="381"/>
                      <a:pt x="121" y="288"/>
                    </a:cubicBezTo>
                    <a:cubicBezTo>
                      <a:pt x="121" y="195"/>
                      <a:pt x="195" y="121"/>
                      <a:pt x="288" y="121"/>
                    </a:cubicBezTo>
                    <a:close/>
                    <a:moveTo>
                      <a:pt x="288" y="0"/>
                    </a:moveTo>
                    <a:cubicBezTo>
                      <a:pt x="130" y="0"/>
                      <a:pt x="1" y="130"/>
                      <a:pt x="1" y="288"/>
                    </a:cubicBezTo>
                    <a:cubicBezTo>
                      <a:pt x="1" y="446"/>
                      <a:pt x="130" y="566"/>
                      <a:pt x="288" y="566"/>
                    </a:cubicBezTo>
                    <a:cubicBezTo>
                      <a:pt x="446" y="566"/>
                      <a:pt x="566" y="446"/>
                      <a:pt x="566" y="288"/>
                    </a:cubicBezTo>
                    <a:cubicBezTo>
                      <a:pt x="566" y="130"/>
                      <a:pt x="446" y="0"/>
                      <a:pt x="288" y="0"/>
                    </a:cubicBezTo>
                    <a:close/>
                  </a:path>
                </a:pathLst>
              </a:custGeom>
              <a:solidFill>
                <a:srgbClr val="7FD6C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0" name="Google Shape;250;p19"/>
              <p:cNvSpPr/>
              <p:nvPr/>
            </p:nvSpPr>
            <p:spPr>
              <a:xfrm>
                <a:off x="6935000" y="2456875"/>
                <a:ext cx="344900" cy="344675"/>
              </a:xfrm>
              <a:custGeom>
                <a:avLst/>
                <a:gdLst/>
                <a:ahLst/>
                <a:cxnLst/>
                <a:rect l="l" t="t" r="r" b="b"/>
                <a:pathLst>
                  <a:path w="13796" h="13787" extrusionOk="0">
                    <a:moveTo>
                      <a:pt x="6912" y="3796"/>
                    </a:moveTo>
                    <a:cubicBezTo>
                      <a:pt x="7506" y="3796"/>
                      <a:pt x="8099" y="3972"/>
                      <a:pt x="8609" y="4315"/>
                    </a:cubicBezTo>
                    <a:cubicBezTo>
                      <a:pt x="9361" y="4816"/>
                      <a:pt x="9853" y="5614"/>
                      <a:pt x="9964" y="6514"/>
                    </a:cubicBezTo>
                    <a:cubicBezTo>
                      <a:pt x="10149" y="7998"/>
                      <a:pt x="9203" y="9427"/>
                      <a:pt x="7765" y="9835"/>
                    </a:cubicBezTo>
                    <a:cubicBezTo>
                      <a:pt x="7482" y="9916"/>
                      <a:pt x="7191" y="9957"/>
                      <a:pt x="6903" y="9957"/>
                    </a:cubicBezTo>
                    <a:cubicBezTo>
                      <a:pt x="6303" y="9957"/>
                      <a:pt x="5712" y="9783"/>
                      <a:pt x="5205" y="9445"/>
                    </a:cubicBezTo>
                    <a:cubicBezTo>
                      <a:pt x="4453" y="8944"/>
                      <a:pt x="3962" y="8147"/>
                      <a:pt x="3851" y="7247"/>
                    </a:cubicBezTo>
                    <a:cubicBezTo>
                      <a:pt x="3674" y="5762"/>
                      <a:pt x="4620" y="4334"/>
                      <a:pt x="6049" y="3916"/>
                    </a:cubicBezTo>
                    <a:cubicBezTo>
                      <a:pt x="6337" y="3842"/>
                      <a:pt x="6624" y="3796"/>
                      <a:pt x="6912" y="3796"/>
                    </a:cubicBezTo>
                    <a:close/>
                    <a:moveTo>
                      <a:pt x="6911" y="3680"/>
                    </a:moveTo>
                    <a:cubicBezTo>
                      <a:pt x="6614" y="3680"/>
                      <a:pt x="6315" y="3721"/>
                      <a:pt x="6021" y="3805"/>
                    </a:cubicBezTo>
                    <a:cubicBezTo>
                      <a:pt x="4528" y="4232"/>
                      <a:pt x="3544" y="5716"/>
                      <a:pt x="3739" y="7256"/>
                    </a:cubicBezTo>
                    <a:cubicBezTo>
                      <a:pt x="3851" y="8193"/>
                      <a:pt x="4361" y="9028"/>
                      <a:pt x="5140" y="9538"/>
                    </a:cubicBezTo>
                    <a:cubicBezTo>
                      <a:pt x="5669" y="9891"/>
                      <a:pt x="6290" y="10076"/>
                      <a:pt x="6912" y="10076"/>
                    </a:cubicBezTo>
                    <a:cubicBezTo>
                      <a:pt x="7209" y="10076"/>
                      <a:pt x="7506" y="10030"/>
                      <a:pt x="7793" y="9946"/>
                    </a:cubicBezTo>
                    <a:cubicBezTo>
                      <a:pt x="9287" y="9519"/>
                      <a:pt x="10270" y="8035"/>
                      <a:pt x="10084" y="6495"/>
                    </a:cubicBezTo>
                    <a:cubicBezTo>
                      <a:pt x="9964" y="5568"/>
                      <a:pt x="9454" y="4733"/>
                      <a:pt x="8674" y="4213"/>
                    </a:cubicBezTo>
                    <a:cubicBezTo>
                      <a:pt x="8147" y="3862"/>
                      <a:pt x="7534" y="3680"/>
                      <a:pt x="6911" y="3680"/>
                    </a:cubicBezTo>
                    <a:close/>
                    <a:moveTo>
                      <a:pt x="5928" y="118"/>
                    </a:moveTo>
                    <a:cubicBezTo>
                      <a:pt x="5934" y="118"/>
                      <a:pt x="5938" y="122"/>
                      <a:pt x="5938" y="122"/>
                    </a:cubicBezTo>
                    <a:cubicBezTo>
                      <a:pt x="5938" y="122"/>
                      <a:pt x="5947" y="122"/>
                      <a:pt x="5947" y="132"/>
                    </a:cubicBezTo>
                    <a:lnTo>
                      <a:pt x="6411" y="1588"/>
                    </a:lnTo>
                    <a:cubicBezTo>
                      <a:pt x="6428" y="1646"/>
                      <a:pt x="6474" y="1682"/>
                      <a:pt x="6530" y="1682"/>
                    </a:cubicBezTo>
                    <a:cubicBezTo>
                      <a:pt x="6537" y="1682"/>
                      <a:pt x="6543" y="1682"/>
                      <a:pt x="6550" y="1681"/>
                    </a:cubicBezTo>
                    <a:cubicBezTo>
                      <a:pt x="6670" y="1672"/>
                      <a:pt x="6789" y="1668"/>
                      <a:pt x="6907" y="1668"/>
                    </a:cubicBezTo>
                    <a:cubicBezTo>
                      <a:pt x="7323" y="1668"/>
                      <a:pt x="7732" y="1719"/>
                      <a:pt x="8136" y="1820"/>
                    </a:cubicBezTo>
                    <a:cubicBezTo>
                      <a:pt x="8150" y="1824"/>
                      <a:pt x="8163" y="1826"/>
                      <a:pt x="8177" y="1826"/>
                    </a:cubicBezTo>
                    <a:cubicBezTo>
                      <a:pt x="8227" y="1826"/>
                      <a:pt x="8272" y="1799"/>
                      <a:pt x="8294" y="1755"/>
                    </a:cubicBezTo>
                    <a:lnTo>
                      <a:pt x="8999" y="391"/>
                    </a:lnTo>
                    <a:cubicBezTo>
                      <a:pt x="8999" y="382"/>
                      <a:pt x="9018" y="382"/>
                      <a:pt x="9027" y="382"/>
                    </a:cubicBezTo>
                    <a:lnTo>
                      <a:pt x="11003" y="1412"/>
                    </a:lnTo>
                    <a:cubicBezTo>
                      <a:pt x="11012" y="1412"/>
                      <a:pt x="11012" y="1430"/>
                      <a:pt x="11012" y="1440"/>
                    </a:cubicBezTo>
                    <a:lnTo>
                      <a:pt x="10307" y="2794"/>
                    </a:lnTo>
                    <a:cubicBezTo>
                      <a:pt x="10279" y="2850"/>
                      <a:pt x="10289" y="2924"/>
                      <a:pt x="10335" y="2961"/>
                    </a:cubicBezTo>
                    <a:cubicBezTo>
                      <a:pt x="10743" y="3313"/>
                      <a:pt x="11086" y="3731"/>
                      <a:pt x="11365" y="4185"/>
                    </a:cubicBezTo>
                    <a:cubicBezTo>
                      <a:pt x="11386" y="4227"/>
                      <a:pt x="11427" y="4248"/>
                      <a:pt x="11474" y="4248"/>
                    </a:cubicBezTo>
                    <a:cubicBezTo>
                      <a:pt x="11490" y="4248"/>
                      <a:pt x="11506" y="4246"/>
                      <a:pt x="11522" y="4241"/>
                    </a:cubicBezTo>
                    <a:lnTo>
                      <a:pt x="12979" y="3787"/>
                    </a:lnTo>
                    <a:cubicBezTo>
                      <a:pt x="12981" y="3784"/>
                      <a:pt x="12985" y="3783"/>
                      <a:pt x="12989" y="3783"/>
                    </a:cubicBezTo>
                    <a:cubicBezTo>
                      <a:pt x="12997" y="3783"/>
                      <a:pt x="13007" y="3789"/>
                      <a:pt x="13007" y="3796"/>
                    </a:cubicBezTo>
                    <a:lnTo>
                      <a:pt x="13675" y="5920"/>
                    </a:lnTo>
                    <a:cubicBezTo>
                      <a:pt x="13675" y="5929"/>
                      <a:pt x="13675" y="5939"/>
                      <a:pt x="13665" y="5948"/>
                    </a:cubicBezTo>
                    <a:lnTo>
                      <a:pt x="12200" y="6403"/>
                    </a:lnTo>
                    <a:cubicBezTo>
                      <a:pt x="12144" y="6421"/>
                      <a:pt x="12107" y="6486"/>
                      <a:pt x="12107" y="6542"/>
                    </a:cubicBezTo>
                    <a:cubicBezTo>
                      <a:pt x="12144" y="7080"/>
                      <a:pt x="12097" y="7618"/>
                      <a:pt x="11968" y="8137"/>
                    </a:cubicBezTo>
                    <a:cubicBezTo>
                      <a:pt x="11958" y="8202"/>
                      <a:pt x="11986" y="8258"/>
                      <a:pt x="12042" y="8295"/>
                    </a:cubicBezTo>
                    <a:lnTo>
                      <a:pt x="13396" y="9000"/>
                    </a:lnTo>
                    <a:cubicBezTo>
                      <a:pt x="13415" y="9000"/>
                      <a:pt x="13415" y="9009"/>
                      <a:pt x="13406" y="9028"/>
                    </a:cubicBezTo>
                    <a:lnTo>
                      <a:pt x="12385" y="10994"/>
                    </a:lnTo>
                    <a:cubicBezTo>
                      <a:pt x="12379" y="11001"/>
                      <a:pt x="12372" y="11008"/>
                      <a:pt x="12365" y="11008"/>
                    </a:cubicBezTo>
                    <a:cubicBezTo>
                      <a:pt x="12363" y="11008"/>
                      <a:pt x="12360" y="11006"/>
                      <a:pt x="12357" y="11004"/>
                    </a:cubicBezTo>
                    <a:lnTo>
                      <a:pt x="10994" y="10299"/>
                    </a:lnTo>
                    <a:cubicBezTo>
                      <a:pt x="10977" y="10289"/>
                      <a:pt x="10957" y="10284"/>
                      <a:pt x="10936" y="10284"/>
                    </a:cubicBezTo>
                    <a:cubicBezTo>
                      <a:pt x="10899" y="10284"/>
                      <a:pt x="10860" y="10300"/>
                      <a:pt x="10836" y="10336"/>
                    </a:cubicBezTo>
                    <a:cubicBezTo>
                      <a:pt x="10483" y="10735"/>
                      <a:pt x="10066" y="11087"/>
                      <a:pt x="9611" y="11366"/>
                    </a:cubicBezTo>
                    <a:cubicBezTo>
                      <a:pt x="9556" y="11393"/>
                      <a:pt x="9528" y="11458"/>
                      <a:pt x="9546" y="11523"/>
                    </a:cubicBezTo>
                    <a:lnTo>
                      <a:pt x="10010" y="12980"/>
                    </a:lnTo>
                    <a:cubicBezTo>
                      <a:pt x="10010" y="12989"/>
                      <a:pt x="10010" y="12998"/>
                      <a:pt x="10001" y="13008"/>
                    </a:cubicBezTo>
                    <a:lnTo>
                      <a:pt x="7877" y="13675"/>
                    </a:lnTo>
                    <a:cubicBezTo>
                      <a:pt x="7867" y="13675"/>
                      <a:pt x="7849" y="13666"/>
                      <a:pt x="7849" y="13657"/>
                    </a:cubicBezTo>
                    <a:lnTo>
                      <a:pt x="7385" y="12200"/>
                    </a:lnTo>
                    <a:cubicBezTo>
                      <a:pt x="7366" y="12145"/>
                      <a:pt x="7320" y="12108"/>
                      <a:pt x="7255" y="12108"/>
                    </a:cubicBezTo>
                    <a:lnTo>
                      <a:pt x="7246" y="12108"/>
                    </a:lnTo>
                    <a:cubicBezTo>
                      <a:pt x="7128" y="12116"/>
                      <a:pt x="7010" y="12120"/>
                      <a:pt x="6892" y="12120"/>
                    </a:cubicBezTo>
                    <a:cubicBezTo>
                      <a:pt x="6479" y="12120"/>
                      <a:pt x="6064" y="12070"/>
                      <a:pt x="5659" y="11969"/>
                    </a:cubicBezTo>
                    <a:cubicBezTo>
                      <a:pt x="5651" y="11967"/>
                      <a:pt x="5643" y="11967"/>
                      <a:pt x="5635" y="11967"/>
                    </a:cubicBezTo>
                    <a:cubicBezTo>
                      <a:pt x="5579" y="11967"/>
                      <a:pt x="5526" y="11994"/>
                      <a:pt x="5502" y="12043"/>
                    </a:cubicBezTo>
                    <a:lnTo>
                      <a:pt x="4797" y="13397"/>
                    </a:lnTo>
                    <a:cubicBezTo>
                      <a:pt x="4797" y="13404"/>
                      <a:pt x="4787" y="13410"/>
                      <a:pt x="4779" y="13410"/>
                    </a:cubicBezTo>
                    <a:cubicBezTo>
                      <a:pt x="4775" y="13410"/>
                      <a:pt x="4772" y="13409"/>
                      <a:pt x="4769" y="13406"/>
                    </a:cubicBezTo>
                    <a:lnTo>
                      <a:pt x="2793" y="12386"/>
                    </a:lnTo>
                    <a:cubicBezTo>
                      <a:pt x="2784" y="12377"/>
                      <a:pt x="2784" y="12367"/>
                      <a:pt x="2784" y="12358"/>
                    </a:cubicBezTo>
                    <a:lnTo>
                      <a:pt x="3489" y="10994"/>
                    </a:lnTo>
                    <a:cubicBezTo>
                      <a:pt x="3517" y="10939"/>
                      <a:pt x="3507" y="10874"/>
                      <a:pt x="3461" y="10828"/>
                    </a:cubicBezTo>
                    <a:cubicBezTo>
                      <a:pt x="3053" y="10475"/>
                      <a:pt x="2709" y="10067"/>
                      <a:pt x="2431" y="9612"/>
                    </a:cubicBezTo>
                    <a:cubicBezTo>
                      <a:pt x="2409" y="9568"/>
                      <a:pt x="2364" y="9542"/>
                      <a:pt x="2314" y="9542"/>
                    </a:cubicBezTo>
                    <a:cubicBezTo>
                      <a:pt x="2301" y="9542"/>
                      <a:pt x="2287" y="9543"/>
                      <a:pt x="2273" y="9547"/>
                    </a:cubicBezTo>
                    <a:lnTo>
                      <a:pt x="817" y="10011"/>
                    </a:lnTo>
                    <a:cubicBezTo>
                      <a:pt x="808" y="10011"/>
                      <a:pt x="789" y="10002"/>
                      <a:pt x="789" y="9993"/>
                    </a:cubicBezTo>
                    <a:lnTo>
                      <a:pt x="121" y="7878"/>
                    </a:lnTo>
                    <a:cubicBezTo>
                      <a:pt x="121" y="7868"/>
                      <a:pt x="121" y="7850"/>
                      <a:pt x="131" y="7850"/>
                    </a:cubicBezTo>
                    <a:lnTo>
                      <a:pt x="1596" y="7386"/>
                    </a:lnTo>
                    <a:cubicBezTo>
                      <a:pt x="1652" y="7367"/>
                      <a:pt x="1689" y="7312"/>
                      <a:pt x="1689" y="7247"/>
                    </a:cubicBezTo>
                    <a:cubicBezTo>
                      <a:pt x="1652" y="6709"/>
                      <a:pt x="1698" y="6180"/>
                      <a:pt x="1828" y="5651"/>
                    </a:cubicBezTo>
                    <a:cubicBezTo>
                      <a:pt x="1837" y="5595"/>
                      <a:pt x="1810" y="5531"/>
                      <a:pt x="1754" y="5503"/>
                    </a:cubicBezTo>
                    <a:lnTo>
                      <a:pt x="400" y="4798"/>
                    </a:lnTo>
                    <a:cubicBezTo>
                      <a:pt x="390" y="4788"/>
                      <a:pt x="381" y="4779"/>
                      <a:pt x="390" y="4770"/>
                    </a:cubicBezTo>
                    <a:lnTo>
                      <a:pt x="1411" y="2794"/>
                    </a:lnTo>
                    <a:cubicBezTo>
                      <a:pt x="1420" y="2785"/>
                      <a:pt x="1429" y="2785"/>
                      <a:pt x="1439" y="2785"/>
                    </a:cubicBezTo>
                    <a:lnTo>
                      <a:pt x="2802" y="3490"/>
                    </a:lnTo>
                    <a:cubicBezTo>
                      <a:pt x="2823" y="3500"/>
                      <a:pt x="2845" y="3505"/>
                      <a:pt x="2867" y="3505"/>
                    </a:cubicBezTo>
                    <a:cubicBezTo>
                      <a:pt x="2904" y="3505"/>
                      <a:pt x="2940" y="3491"/>
                      <a:pt x="2969" y="3462"/>
                    </a:cubicBezTo>
                    <a:cubicBezTo>
                      <a:pt x="3322" y="3054"/>
                      <a:pt x="3730" y="2710"/>
                      <a:pt x="4184" y="2432"/>
                    </a:cubicBezTo>
                    <a:cubicBezTo>
                      <a:pt x="4240" y="2395"/>
                      <a:pt x="4268" y="2330"/>
                      <a:pt x="4249" y="2274"/>
                    </a:cubicBezTo>
                    <a:lnTo>
                      <a:pt x="3786" y="818"/>
                    </a:lnTo>
                    <a:cubicBezTo>
                      <a:pt x="3786" y="799"/>
                      <a:pt x="3786" y="790"/>
                      <a:pt x="3804" y="790"/>
                    </a:cubicBezTo>
                    <a:lnTo>
                      <a:pt x="5919" y="122"/>
                    </a:lnTo>
                    <a:cubicBezTo>
                      <a:pt x="5922" y="119"/>
                      <a:pt x="5925" y="118"/>
                      <a:pt x="5928" y="118"/>
                    </a:cubicBezTo>
                    <a:close/>
                    <a:moveTo>
                      <a:pt x="5925" y="1"/>
                    </a:moveTo>
                    <a:cubicBezTo>
                      <a:pt x="5910" y="1"/>
                      <a:pt x="5896" y="4"/>
                      <a:pt x="5882" y="11"/>
                    </a:cubicBezTo>
                    <a:lnTo>
                      <a:pt x="3767" y="679"/>
                    </a:lnTo>
                    <a:cubicBezTo>
                      <a:pt x="3693" y="697"/>
                      <a:pt x="3656" y="781"/>
                      <a:pt x="3674" y="846"/>
                    </a:cubicBezTo>
                    <a:lnTo>
                      <a:pt x="4138" y="2312"/>
                    </a:lnTo>
                    <a:cubicBezTo>
                      <a:pt x="4138" y="2321"/>
                      <a:pt x="4138" y="2330"/>
                      <a:pt x="4129" y="2330"/>
                    </a:cubicBezTo>
                    <a:cubicBezTo>
                      <a:pt x="3656" y="2618"/>
                      <a:pt x="3238" y="2970"/>
                      <a:pt x="2876" y="3378"/>
                    </a:cubicBezTo>
                    <a:cubicBezTo>
                      <a:pt x="2867" y="3388"/>
                      <a:pt x="2858" y="3388"/>
                      <a:pt x="2849" y="3388"/>
                    </a:cubicBezTo>
                    <a:lnTo>
                      <a:pt x="1494" y="2683"/>
                    </a:lnTo>
                    <a:cubicBezTo>
                      <a:pt x="1474" y="2671"/>
                      <a:pt x="1453" y="2666"/>
                      <a:pt x="1431" y="2666"/>
                    </a:cubicBezTo>
                    <a:cubicBezTo>
                      <a:pt x="1383" y="2666"/>
                      <a:pt x="1334" y="2693"/>
                      <a:pt x="1309" y="2738"/>
                    </a:cubicBezTo>
                    <a:lnTo>
                      <a:pt x="288" y="4714"/>
                    </a:lnTo>
                    <a:cubicBezTo>
                      <a:pt x="251" y="4779"/>
                      <a:pt x="279" y="4863"/>
                      <a:pt x="344" y="4900"/>
                    </a:cubicBezTo>
                    <a:lnTo>
                      <a:pt x="1698" y="5605"/>
                    </a:lnTo>
                    <a:cubicBezTo>
                      <a:pt x="1708" y="5605"/>
                      <a:pt x="1717" y="5614"/>
                      <a:pt x="1708" y="5623"/>
                    </a:cubicBezTo>
                    <a:cubicBezTo>
                      <a:pt x="1578" y="6161"/>
                      <a:pt x="1531" y="6709"/>
                      <a:pt x="1568" y="7256"/>
                    </a:cubicBezTo>
                    <a:cubicBezTo>
                      <a:pt x="1568" y="7265"/>
                      <a:pt x="1568" y="7275"/>
                      <a:pt x="1559" y="7275"/>
                    </a:cubicBezTo>
                    <a:lnTo>
                      <a:pt x="93" y="7738"/>
                    </a:lnTo>
                    <a:cubicBezTo>
                      <a:pt x="66" y="7748"/>
                      <a:pt x="38" y="7766"/>
                      <a:pt x="19" y="7803"/>
                    </a:cubicBezTo>
                    <a:cubicBezTo>
                      <a:pt x="1" y="7831"/>
                      <a:pt x="1" y="7868"/>
                      <a:pt x="10" y="7905"/>
                    </a:cubicBezTo>
                    <a:lnTo>
                      <a:pt x="678" y="10030"/>
                    </a:lnTo>
                    <a:cubicBezTo>
                      <a:pt x="692" y="10087"/>
                      <a:pt x="746" y="10122"/>
                      <a:pt x="803" y="10122"/>
                    </a:cubicBezTo>
                    <a:cubicBezTo>
                      <a:pt x="820" y="10122"/>
                      <a:pt x="837" y="10119"/>
                      <a:pt x="854" y="10113"/>
                    </a:cubicBezTo>
                    <a:lnTo>
                      <a:pt x="2311" y="9659"/>
                    </a:lnTo>
                    <a:cubicBezTo>
                      <a:pt x="2313" y="9656"/>
                      <a:pt x="2316" y="9655"/>
                      <a:pt x="2318" y="9655"/>
                    </a:cubicBezTo>
                    <a:cubicBezTo>
                      <a:pt x="2324" y="9655"/>
                      <a:pt x="2329" y="9661"/>
                      <a:pt x="2329" y="9668"/>
                    </a:cubicBezTo>
                    <a:cubicBezTo>
                      <a:pt x="2617" y="10132"/>
                      <a:pt x="2969" y="10558"/>
                      <a:pt x="3387" y="10920"/>
                    </a:cubicBezTo>
                    <a:cubicBezTo>
                      <a:pt x="3387" y="10920"/>
                      <a:pt x="3396" y="10930"/>
                      <a:pt x="3387" y="10939"/>
                    </a:cubicBezTo>
                    <a:lnTo>
                      <a:pt x="2682" y="12302"/>
                    </a:lnTo>
                    <a:cubicBezTo>
                      <a:pt x="2645" y="12367"/>
                      <a:pt x="2672" y="12451"/>
                      <a:pt x="2737" y="12479"/>
                    </a:cubicBezTo>
                    <a:lnTo>
                      <a:pt x="4713" y="13508"/>
                    </a:lnTo>
                    <a:cubicBezTo>
                      <a:pt x="4733" y="13520"/>
                      <a:pt x="4755" y="13525"/>
                      <a:pt x="4776" y="13525"/>
                    </a:cubicBezTo>
                    <a:cubicBezTo>
                      <a:pt x="4825" y="13525"/>
                      <a:pt x="4873" y="13498"/>
                      <a:pt x="4899" y="13453"/>
                    </a:cubicBezTo>
                    <a:lnTo>
                      <a:pt x="5604" y="12089"/>
                    </a:lnTo>
                    <a:cubicBezTo>
                      <a:pt x="5613" y="12080"/>
                      <a:pt x="5622" y="12080"/>
                      <a:pt x="5632" y="12080"/>
                    </a:cubicBezTo>
                    <a:cubicBezTo>
                      <a:pt x="6043" y="12181"/>
                      <a:pt x="6465" y="12231"/>
                      <a:pt x="6890" y="12231"/>
                    </a:cubicBezTo>
                    <a:cubicBezTo>
                      <a:pt x="7012" y="12231"/>
                      <a:pt x="7133" y="12227"/>
                      <a:pt x="7255" y="12219"/>
                    </a:cubicBezTo>
                    <a:cubicBezTo>
                      <a:pt x="7264" y="12219"/>
                      <a:pt x="7274" y="12228"/>
                      <a:pt x="7274" y="12238"/>
                    </a:cubicBezTo>
                    <a:lnTo>
                      <a:pt x="7737" y="13694"/>
                    </a:lnTo>
                    <a:cubicBezTo>
                      <a:pt x="7747" y="13731"/>
                      <a:pt x="7775" y="13759"/>
                      <a:pt x="7802" y="13777"/>
                    </a:cubicBezTo>
                    <a:cubicBezTo>
                      <a:pt x="7821" y="13787"/>
                      <a:pt x="7849" y="13787"/>
                      <a:pt x="7867" y="13787"/>
                    </a:cubicBezTo>
                    <a:lnTo>
                      <a:pt x="7904" y="13787"/>
                    </a:lnTo>
                    <a:lnTo>
                      <a:pt x="10029" y="13119"/>
                    </a:lnTo>
                    <a:cubicBezTo>
                      <a:pt x="10066" y="13100"/>
                      <a:pt x="10094" y="13082"/>
                      <a:pt x="10112" y="13045"/>
                    </a:cubicBezTo>
                    <a:cubicBezTo>
                      <a:pt x="10131" y="13017"/>
                      <a:pt x="10131" y="12980"/>
                      <a:pt x="10122" y="12943"/>
                    </a:cubicBezTo>
                    <a:lnTo>
                      <a:pt x="9658" y="11486"/>
                    </a:lnTo>
                    <a:cubicBezTo>
                      <a:pt x="9658" y="11477"/>
                      <a:pt x="9658" y="11468"/>
                      <a:pt x="9667" y="11458"/>
                    </a:cubicBezTo>
                    <a:cubicBezTo>
                      <a:pt x="10131" y="11180"/>
                      <a:pt x="10558" y="10828"/>
                      <a:pt x="10919" y="10410"/>
                    </a:cubicBezTo>
                    <a:cubicBezTo>
                      <a:pt x="10919" y="10405"/>
                      <a:pt x="10922" y="10403"/>
                      <a:pt x="10925" y="10403"/>
                    </a:cubicBezTo>
                    <a:cubicBezTo>
                      <a:pt x="10929" y="10403"/>
                      <a:pt x="10933" y="10405"/>
                      <a:pt x="10938" y="10410"/>
                    </a:cubicBezTo>
                    <a:lnTo>
                      <a:pt x="12302" y="11115"/>
                    </a:lnTo>
                    <a:cubicBezTo>
                      <a:pt x="12321" y="11123"/>
                      <a:pt x="12341" y="11127"/>
                      <a:pt x="12361" y="11127"/>
                    </a:cubicBezTo>
                    <a:cubicBezTo>
                      <a:pt x="12411" y="11127"/>
                      <a:pt x="12461" y="11103"/>
                      <a:pt x="12487" y="11050"/>
                    </a:cubicBezTo>
                    <a:lnTo>
                      <a:pt x="13508" y="9083"/>
                    </a:lnTo>
                    <a:cubicBezTo>
                      <a:pt x="13545" y="9019"/>
                      <a:pt x="13517" y="8935"/>
                      <a:pt x="13452" y="8898"/>
                    </a:cubicBezTo>
                    <a:lnTo>
                      <a:pt x="12088" y="8193"/>
                    </a:lnTo>
                    <a:cubicBezTo>
                      <a:pt x="12079" y="8184"/>
                      <a:pt x="12079" y="8174"/>
                      <a:pt x="12079" y="8165"/>
                    </a:cubicBezTo>
                    <a:cubicBezTo>
                      <a:pt x="12209" y="7636"/>
                      <a:pt x="12264" y="7089"/>
                      <a:pt x="12227" y="6542"/>
                    </a:cubicBezTo>
                    <a:cubicBezTo>
                      <a:pt x="12227" y="6532"/>
                      <a:pt x="12227" y="6523"/>
                      <a:pt x="12237" y="6523"/>
                    </a:cubicBezTo>
                    <a:lnTo>
                      <a:pt x="13693" y="6059"/>
                    </a:lnTo>
                    <a:cubicBezTo>
                      <a:pt x="13730" y="6050"/>
                      <a:pt x="13758" y="6022"/>
                      <a:pt x="13777" y="5994"/>
                    </a:cubicBezTo>
                    <a:cubicBezTo>
                      <a:pt x="13795" y="5957"/>
                      <a:pt x="13795" y="5920"/>
                      <a:pt x="13786" y="5883"/>
                    </a:cubicBezTo>
                    <a:lnTo>
                      <a:pt x="13118" y="3768"/>
                    </a:lnTo>
                    <a:cubicBezTo>
                      <a:pt x="13095" y="3706"/>
                      <a:pt x="13040" y="3670"/>
                      <a:pt x="12980" y="3670"/>
                    </a:cubicBezTo>
                    <a:cubicBezTo>
                      <a:pt x="12967" y="3670"/>
                      <a:pt x="12954" y="3672"/>
                      <a:pt x="12942" y="3675"/>
                    </a:cubicBezTo>
                    <a:lnTo>
                      <a:pt x="11485" y="4139"/>
                    </a:lnTo>
                    <a:cubicBezTo>
                      <a:pt x="11476" y="4139"/>
                      <a:pt x="11467" y="4139"/>
                      <a:pt x="11457" y="4130"/>
                    </a:cubicBezTo>
                    <a:cubicBezTo>
                      <a:pt x="11179" y="3657"/>
                      <a:pt x="10827" y="3239"/>
                      <a:pt x="10409" y="2877"/>
                    </a:cubicBezTo>
                    <a:cubicBezTo>
                      <a:pt x="10400" y="2868"/>
                      <a:pt x="10400" y="2859"/>
                      <a:pt x="10409" y="2850"/>
                    </a:cubicBezTo>
                    <a:lnTo>
                      <a:pt x="11114" y="1495"/>
                    </a:lnTo>
                    <a:cubicBezTo>
                      <a:pt x="11142" y="1430"/>
                      <a:pt x="11123" y="1347"/>
                      <a:pt x="11049" y="1310"/>
                    </a:cubicBezTo>
                    <a:lnTo>
                      <a:pt x="9083" y="289"/>
                    </a:lnTo>
                    <a:cubicBezTo>
                      <a:pt x="9063" y="278"/>
                      <a:pt x="9041" y="273"/>
                      <a:pt x="9020" y="273"/>
                    </a:cubicBezTo>
                    <a:cubicBezTo>
                      <a:pt x="8971" y="273"/>
                      <a:pt x="8923" y="300"/>
                      <a:pt x="8897" y="345"/>
                    </a:cubicBezTo>
                    <a:lnTo>
                      <a:pt x="8192" y="1699"/>
                    </a:lnTo>
                    <a:cubicBezTo>
                      <a:pt x="8185" y="1706"/>
                      <a:pt x="8179" y="1712"/>
                      <a:pt x="8172" y="1712"/>
                    </a:cubicBezTo>
                    <a:cubicBezTo>
                      <a:pt x="8170" y="1712"/>
                      <a:pt x="8167" y="1711"/>
                      <a:pt x="8164" y="1709"/>
                    </a:cubicBezTo>
                    <a:cubicBezTo>
                      <a:pt x="7753" y="1608"/>
                      <a:pt x="7330" y="1557"/>
                      <a:pt x="6905" y="1557"/>
                    </a:cubicBezTo>
                    <a:cubicBezTo>
                      <a:pt x="6784" y="1557"/>
                      <a:pt x="6662" y="1561"/>
                      <a:pt x="6541" y="1569"/>
                    </a:cubicBezTo>
                    <a:cubicBezTo>
                      <a:pt x="6531" y="1569"/>
                      <a:pt x="6522" y="1560"/>
                      <a:pt x="6522" y="1560"/>
                    </a:cubicBezTo>
                    <a:lnTo>
                      <a:pt x="6058" y="94"/>
                    </a:lnTo>
                    <a:cubicBezTo>
                      <a:pt x="6049" y="67"/>
                      <a:pt x="6021" y="39"/>
                      <a:pt x="5993" y="20"/>
                    </a:cubicBezTo>
                    <a:cubicBezTo>
                      <a:pt x="5970" y="9"/>
                      <a:pt x="5948" y="1"/>
                      <a:pt x="5925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1" name="Google Shape;251;p19"/>
              <p:cNvSpPr/>
              <p:nvPr/>
            </p:nvSpPr>
            <p:spPr>
              <a:xfrm>
                <a:off x="7073000" y="2596525"/>
                <a:ext cx="406100" cy="280875"/>
              </a:xfrm>
              <a:custGeom>
                <a:avLst/>
                <a:gdLst/>
                <a:ahLst/>
                <a:cxnLst/>
                <a:rect l="l" t="t" r="r" b="b"/>
                <a:pathLst>
                  <a:path w="16244" h="11235" extrusionOk="0">
                    <a:moveTo>
                      <a:pt x="418" y="0"/>
                    </a:moveTo>
                    <a:cubicBezTo>
                      <a:pt x="186" y="0"/>
                      <a:pt x="0" y="186"/>
                      <a:pt x="0" y="427"/>
                    </a:cubicBezTo>
                    <a:lnTo>
                      <a:pt x="0" y="11086"/>
                    </a:lnTo>
                    <a:cubicBezTo>
                      <a:pt x="0" y="11169"/>
                      <a:pt x="65" y="11234"/>
                      <a:pt x="149" y="11234"/>
                    </a:cubicBezTo>
                    <a:lnTo>
                      <a:pt x="16095" y="11234"/>
                    </a:lnTo>
                    <a:cubicBezTo>
                      <a:pt x="16179" y="11234"/>
                      <a:pt x="16244" y="11169"/>
                      <a:pt x="16244" y="11086"/>
                    </a:cubicBezTo>
                    <a:lnTo>
                      <a:pt x="16244" y="427"/>
                    </a:lnTo>
                    <a:cubicBezTo>
                      <a:pt x="16244" y="186"/>
                      <a:pt x="16058" y="0"/>
                      <a:pt x="158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2" name="Google Shape;252;p19"/>
              <p:cNvSpPr/>
              <p:nvPr/>
            </p:nvSpPr>
            <p:spPr>
              <a:xfrm>
                <a:off x="7071375" y="2595125"/>
                <a:ext cx="409350" cy="283650"/>
              </a:xfrm>
              <a:custGeom>
                <a:avLst/>
                <a:gdLst/>
                <a:ahLst/>
                <a:cxnLst/>
                <a:rect l="l" t="t" r="r" b="b"/>
                <a:pathLst>
                  <a:path w="16374" h="11346" extrusionOk="0">
                    <a:moveTo>
                      <a:pt x="15882" y="112"/>
                    </a:moveTo>
                    <a:cubicBezTo>
                      <a:pt x="16086" y="112"/>
                      <a:pt x="16253" y="279"/>
                      <a:pt x="16253" y="483"/>
                    </a:cubicBezTo>
                    <a:lnTo>
                      <a:pt x="16253" y="11142"/>
                    </a:lnTo>
                    <a:cubicBezTo>
                      <a:pt x="16253" y="11188"/>
                      <a:pt x="16216" y="11235"/>
                      <a:pt x="16160" y="11235"/>
                    </a:cubicBezTo>
                    <a:lnTo>
                      <a:pt x="204" y="11235"/>
                    </a:lnTo>
                    <a:cubicBezTo>
                      <a:pt x="158" y="11235"/>
                      <a:pt x="121" y="11188"/>
                      <a:pt x="121" y="11142"/>
                    </a:cubicBezTo>
                    <a:lnTo>
                      <a:pt x="121" y="483"/>
                    </a:lnTo>
                    <a:cubicBezTo>
                      <a:pt x="121" y="279"/>
                      <a:pt x="279" y="112"/>
                      <a:pt x="483" y="112"/>
                    </a:cubicBezTo>
                    <a:close/>
                    <a:moveTo>
                      <a:pt x="483" y="1"/>
                    </a:moveTo>
                    <a:cubicBezTo>
                      <a:pt x="223" y="1"/>
                      <a:pt x="0" y="214"/>
                      <a:pt x="0" y="483"/>
                    </a:cubicBezTo>
                    <a:lnTo>
                      <a:pt x="0" y="11142"/>
                    </a:lnTo>
                    <a:cubicBezTo>
                      <a:pt x="0" y="11253"/>
                      <a:pt x="93" y="11346"/>
                      <a:pt x="214" y="11346"/>
                    </a:cubicBezTo>
                    <a:lnTo>
                      <a:pt x="16160" y="11346"/>
                    </a:lnTo>
                    <a:cubicBezTo>
                      <a:pt x="16281" y="11346"/>
                      <a:pt x="16364" y="11253"/>
                      <a:pt x="16374" y="11142"/>
                    </a:cubicBezTo>
                    <a:lnTo>
                      <a:pt x="16374" y="483"/>
                    </a:lnTo>
                    <a:cubicBezTo>
                      <a:pt x="16374" y="214"/>
                      <a:pt x="16151" y="1"/>
                      <a:pt x="1589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3" name="Google Shape;253;p19"/>
              <p:cNvSpPr/>
              <p:nvPr/>
            </p:nvSpPr>
            <p:spPr>
              <a:xfrm>
                <a:off x="7102675" y="2623425"/>
                <a:ext cx="346750" cy="227075"/>
              </a:xfrm>
              <a:custGeom>
                <a:avLst/>
                <a:gdLst/>
                <a:ahLst/>
                <a:cxnLst/>
                <a:rect l="l" t="t" r="r" b="b"/>
                <a:pathLst>
                  <a:path w="13870" h="9083" extrusionOk="0">
                    <a:moveTo>
                      <a:pt x="1" y="0"/>
                    </a:moveTo>
                    <a:lnTo>
                      <a:pt x="1" y="9082"/>
                    </a:lnTo>
                    <a:lnTo>
                      <a:pt x="13869" y="9082"/>
                    </a:lnTo>
                    <a:lnTo>
                      <a:pt x="13869" y="7403"/>
                    </a:lnTo>
                    <a:lnTo>
                      <a:pt x="13869" y="2097"/>
                    </a:lnTo>
                    <a:lnTo>
                      <a:pt x="1386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4" name="Google Shape;254;p19"/>
              <p:cNvSpPr/>
              <p:nvPr/>
            </p:nvSpPr>
            <p:spPr>
              <a:xfrm>
                <a:off x="7101050" y="2622025"/>
                <a:ext cx="349775" cy="229850"/>
              </a:xfrm>
              <a:custGeom>
                <a:avLst/>
                <a:gdLst/>
                <a:ahLst/>
                <a:cxnLst/>
                <a:rect l="l" t="t" r="r" b="b"/>
                <a:pathLst>
                  <a:path w="13991" h="9194" extrusionOk="0">
                    <a:moveTo>
                      <a:pt x="66" y="1"/>
                    </a:moveTo>
                    <a:cubicBezTo>
                      <a:pt x="29" y="1"/>
                      <a:pt x="1" y="28"/>
                      <a:pt x="1" y="56"/>
                    </a:cubicBezTo>
                    <a:lnTo>
                      <a:pt x="1" y="9138"/>
                    </a:lnTo>
                    <a:cubicBezTo>
                      <a:pt x="1" y="9166"/>
                      <a:pt x="29" y="9194"/>
                      <a:pt x="66" y="9194"/>
                    </a:cubicBezTo>
                    <a:lnTo>
                      <a:pt x="13934" y="9194"/>
                    </a:lnTo>
                    <a:cubicBezTo>
                      <a:pt x="13971" y="9194"/>
                      <a:pt x="13990" y="9166"/>
                      <a:pt x="13990" y="9138"/>
                    </a:cubicBezTo>
                    <a:lnTo>
                      <a:pt x="13990" y="7459"/>
                    </a:lnTo>
                    <a:cubicBezTo>
                      <a:pt x="13990" y="7422"/>
                      <a:pt x="13971" y="7394"/>
                      <a:pt x="13934" y="7394"/>
                    </a:cubicBezTo>
                    <a:cubicBezTo>
                      <a:pt x="13907" y="7394"/>
                      <a:pt x="13879" y="7422"/>
                      <a:pt x="13879" y="7459"/>
                    </a:cubicBezTo>
                    <a:lnTo>
                      <a:pt x="13879" y="9073"/>
                    </a:lnTo>
                    <a:lnTo>
                      <a:pt x="121" y="9073"/>
                    </a:lnTo>
                    <a:lnTo>
                      <a:pt x="121" y="112"/>
                    </a:lnTo>
                    <a:lnTo>
                      <a:pt x="13879" y="112"/>
                    </a:lnTo>
                    <a:lnTo>
                      <a:pt x="13879" y="2153"/>
                    </a:lnTo>
                    <a:cubicBezTo>
                      <a:pt x="13879" y="2190"/>
                      <a:pt x="13907" y="2218"/>
                      <a:pt x="13934" y="2218"/>
                    </a:cubicBezTo>
                    <a:cubicBezTo>
                      <a:pt x="13971" y="2218"/>
                      <a:pt x="13990" y="2190"/>
                      <a:pt x="13990" y="2153"/>
                    </a:cubicBezTo>
                    <a:lnTo>
                      <a:pt x="13990" y="56"/>
                    </a:lnTo>
                    <a:cubicBezTo>
                      <a:pt x="13990" y="28"/>
                      <a:pt x="13971" y="1"/>
                      <a:pt x="1393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5" name="Google Shape;255;p19"/>
              <p:cNvSpPr/>
              <p:nvPr/>
            </p:nvSpPr>
            <p:spPr>
              <a:xfrm>
                <a:off x="7448000" y="2694150"/>
                <a:ext cx="2825" cy="76100"/>
              </a:xfrm>
              <a:custGeom>
                <a:avLst/>
                <a:gdLst/>
                <a:ahLst/>
                <a:cxnLst/>
                <a:rect l="l" t="t" r="r" b="b"/>
                <a:pathLst>
                  <a:path w="113" h="3044" extrusionOk="0">
                    <a:moveTo>
                      <a:pt x="56" y="1"/>
                    </a:moveTo>
                    <a:cubicBezTo>
                      <a:pt x="29" y="1"/>
                      <a:pt x="1" y="28"/>
                      <a:pt x="1" y="66"/>
                    </a:cubicBezTo>
                    <a:lnTo>
                      <a:pt x="1" y="2988"/>
                    </a:lnTo>
                    <a:cubicBezTo>
                      <a:pt x="1" y="3025"/>
                      <a:pt x="29" y="3043"/>
                      <a:pt x="56" y="3043"/>
                    </a:cubicBezTo>
                    <a:cubicBezTo>
                      <a:pt x="93" y="3043"/>
                      <a:pt x="112" y="3025"/>
                      <a:pt x="112" y="2988"/>
                    </a:cubicBezTo>
                    <a:lnTo>
                      <a:pt x="112" y="66"/>
                    </a:lnTo>
                    <a:cubicBezTo>
                      <a:pt x="112" y="28"/>
                      <a:pt x="84" y="1"/>
                      <a:pt x="5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6" name="Google Shape;256;p19"/>
              <p:cNvSpPr/>
              <p:nvPr/>
            </p:nvSpPr>
            <p:spPr>
              <a:xfrm>
                <a:off x="7271525" y="2605800"/>
                <a:ext cx="9050" cy="9075"/>
              </a:xfrm>
              <a:custGeom>
                <a:avLst/>
                <a:gdLst/>
                <a:ahLst/>
                <a:cxnLst/>
                <a:rect l="l" t="t" r="r" b="b"/>
                <a:pathLst>
                  <a:path w="362" h="363" extrusionOk="0">
                    <a:moveTo>
                      <a:pt x="176" y="112"/>
                    </a:moveTo>
                    <a:cubicBezTo>
                      <a:pt x="214" y="112"/>
                      <a:pt x="251" y="139"/>
                      <a:pt x="251" y="177"/>
                    </a:cubicBezTo>
                    <a:cubicBezTo>
                      <a:pt x="251" y="214"/>
                      <a:pt x="214" y="251"/>
                      <a:pt x="176" y="251"/>
                    </a:cubicBezTo>
                    <a:cubicBezTo>
                      <a:pt x="139" y="251"/>
                      <a:pt x="111" y="214"/>
                      <a:pt x="111" y="177"/>
                    </a:cubicBezTo>
                    <a:cubicBezTo>
                      <a:pt x="111" y="149"/>
                      <a:pt x="139" y="112"/>
                      <a:pt x="176" y="112"/>
                    </a:cubicBezTo>
                    <a:close/>
                    <a:moveTo>
                      <a:pt x="176" y="0"/>
                    </a:moveTo>
                    <a:cubicBezTo>
                      <a:pt x="84" y="0"/>
                      <a:pt x="0" y="84"/>
                      <a:pt x="0" y="177"/>
                    </a:cubicBezTo>
                    <a:cubicBezTo>
                      <a:pt x="0" y="279"/>
                      <a:pt x="84" y="362"/>
                      <a:pt x="176" y="362"/>
                    </a:cubicBezTo>
                    <a:cubicBezTo>
                      <a:pt x="278" y="362"/>
                      <a:pt x="362" y="279"/>
                      <a:pt x="362" y="177"/>
                    </a:cubicBezTo>
                    <a:cubicBezTo>
                      <a:pt x="362" y="84"/>
                      <a:pt x="278" y="0"/>
                      <a:pt x="17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7" name="Google Shape;257;p19"/>
              <p:cNvSpPr/>
              <p:nvPr/>
            </p:nvSpPr>
            <p:spPr>
              <a:xfrm>
                <a:off x="7006425" y="2875275"/>
                <a:ext cx="539250" cy="36450"/>
              </a:xfrm>
              <a:custGeom>
                <a:avLst/>
                <a:gdLst/>
                <a:ahLst/>
                <a:cxnLst/>
                <a:rect l="l" t="t" r="r" b="b"/>
                <a:pathLst>
                  <a:path w="21570" h="1458" extrusionOk="0">
                    <a:moveTo>
                      <a:pt x="1" y="1"/>
                    </a:moveTo>
                    <a:lnTo>
                      <a:pt x="1" y="882"/>
                    </a:lnTo>
                    <a:cubicBezTo>
                      <a:pt x="1" y="1197"/>
                      <a:pt x="251" y="1457"/>
                      <a:pt x="567" y="1457"/>
                    </a:cubicBezTo>
                    <a:lnTo>
                      <a:pt x="21003" y="1457"/>
                    </a:lnTo>
                    <a:cubicBezTo>
                      <a:pt x="21309" y="1457"/>
                      <a:pt x="21569" y="1197"/>
                      <a:pt x="21569" y="882"/>
                    </a:cubicBezTo>
                    <a:lnTo>
                      <a:pt x="2156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8" name="Google Shape;258;p19"/>
              <p:cNvSpPr/>
              <p:nvPr/>
            </p:nvSpPr>
            <p:spPr>
              <a:xfrm>
                <a:off x="7005050" y="2873900"/>
                <a:ext cx="542000" cy="39200"/>
              </a:xfrm>
              <a:custGeom>
                <a:avLst/>
                <a:gdLst/>
                <a:ahLst/>
                <a:cxnLst/>
                <a:rect l="l" t="t" r="r" b="b"/>
                <a:pathLst>
                  <a:path w="21680" h="1568" extrusionOk="0">
                    <a:moveTo>
                      <a:pt x="21569" y="111"/>
                    </a:moveTo>
                    <a:lnTo>
                      <a:pt x="21569" y="937"/>
                    </a:lnTo>
                    <a:cubicBezTo>
                      <a:pt x="21569" y="1225"/>
                      <a:pt x="21337" y="1447"/>
                      <a:pt x="21058" y="1447"/>
                    </a:cubicBezTo>
                    <a:lnTo>
                      <a:pt x="622" y="1447"/>
                    </a:lnTo>
                    <a:cubicBezTo>
                      <a:pt x="343" y="1447"/>
                      <a:pt x="112" y="1225"/>
                      <a:pt x="112" y="937"/>
                    </a:cubicBezTo>
                    <a:lnTo>
                      <a:pt x="112" y="111"/>
                    </a:lnTo>
                    <a:close/>
                    <a:moveTo>
                      <a:pt x="56" y="0"/>
                    </a:moveTo>
                    <a:cubicBezTo>
                      <a:pt x="19" y="0"/>
                      <a:pt x="0" y="19"/>
                      <a:pt x="0" y="56"/>
                    </a:cubicBezTo>
                    <a:lnTo>
                      <a:pt x="0" y="937"/>
                    </a:lnTo>
                    <a:cubicBezTo>
                      <a:pt x="0" y="1290"/>
                      <a:pt x="279" y="1568"/>
                      <a:pt x="622" y="1568"/>
                    </a:cubicBezTo>
                    <a:lnTo>
                      <a:pt x="21058" y="1568"/>
                    </a:lnTo>
                    <a:cubicBezTo>
                      <a:pt x="21402" y="1568"/>
                      <a:pt x="21680" y="1290"/>
                      <a:pt x="21680" y="937"/>
                    </a:cubicBezTo>
                    <a:lnTo>
                      <a:pt x="21680" y="56"/>
                    </a:lnTo>
                    <a:cubicBezTo>
                      <a:pt x="21680" y="19"/>
                      <a:pt x="21652" y="0"/>
                      <a:pt x="216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59" name="Google Shape;259;p19"/>
              <p:cNvSpPr/>
              <p:nvPr/>
            </p:nvSpPr>
            <p:spPr>
              <a:xfrm>
                <a:off x="7010150" y="2901725"/>
                <a:ext cx="531800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21272" h="112" extrusionOk="0">
                    <a:moveTo>
                      <a:pt x="56" y="0"/>
                    </a:moveTo>
                    <a:cubicBezTo>
                      <a:pt x="28" y="0"/>
                      <a:pt x="0" y="19"/>
                      <a:pt x="0" y="56"/>
                    </a:cubicBezTo>
                    <a:cubicBezTo>
                      <a:pt x="0" y="84"/>
                      <a:pt x="28" y="112"/>
                      <a:pt x="56" y="112"/>
                    </a:cubicBezTo>
                    <a:lnTo>
                      <a:pt x="21216" y="112"/>
                    </a:lnTo>
                    <a:cubicBezTo>
                      <a:pt x="21244" y="112"/>
                      <a:pt x="21272" y="84"/>
                      <a:pt x="21272" y="56"/>
                    </a:cubicBezTo>
                    <a:cubicBezTo>
                      <a:pt x="21272" y="19"/>
                      <a:pt x="21244" y="0"/>
                      <a:pt x="212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0" name="Google Shape;260;p19"/>
              <p:cNvSpPr/>
              <p:nvPr/>
            </p:nvSpPr>
            <p:spPr>
              <a:xfrm>
                <a:off x="7224425" y="2877600"/>
                <a:ext cx="103000" cy="11400"/>
              </a:xfrm>
              <a:custGeom>
                <a:avLst/>
                <a:gdLst/>
                <a:ahLst/>
                <a:cxnLst/>
                <a:rect l="l" t="t" r="r" b="b"/>
                <a:pathLst>
                  <a:path w="4120" h="456" extrusionOk="0">
                    <a:moveTo>
                      <a:pt x="1" y="0"/>
                    </a:moveTo>
                    <a:lnTo>
                      <a:pt x="1" y="455"/>
                    </a:lnTo>
                    <a:lnTo>
                      <a:pt x="4120" y="455"/>
                    </a:lnTo>
                    <a:lnTo>
                      <a:pt x="412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1" name="Google Shape;261;p19"/>
              <p:cNvSpPr/>
              <p:nvPr/>
            </p:nvSpPr>
            <p:spPr>
              <a:xfrm>
                <a:off x="7223050" y="2875975"/>
                <a:ext cx="106000" cy="14400"/>
              </a:xfrm>
              <a:custGeom>
                <a:avLst/>
                <a:gdLst/>
                <a:ahLst/>
                <a:cxnLst/>
                <a:rect l="l" t="t" r="r" b="b"/>
                <a:pathLst>
                  <a:path w="4240" h="576" extrusionOk="0">
                    <a:moveTo>
                      <a:pt x="4119" y="121"/>
                    </a:moveTo>
                    <a:lnTo>
                      <a:pt x="4119" y="455"/>
                    </a:lnTo>
                    <a:lnTo>
                      <a:pt x="121" y="455"/>
                    </a:lnTo>
                    <a:lnTo>
                      <a:pt x="121" y="121"/>
                    </a:lnTo>
                    <a:close/>
                    <a:moveTo>
                      <a:pt x="65" y="1"/>
                    </a:moveTo>
                    <a:cubicBezTo>
                      <a:pt x="28" y="1"/>
                      <a:pt x="0" y="28"/>
                      <a:pt x="0" y="65"/>
                    </a:cubicBezTo>
                    <a:lnTo>
                      <a:pt x="0" y="520"/>
                    </a:lnTo>
                    <a:cubicBezTo>
                      <a:pt x="0" y="548"/>
                      <a:pt x="28" y="576"/>
                      <a:pt x="65" y="576"/>
                    </a:cubicBezTo>
                    <a:lnTo>
                      <a:pt x="4175" y="576"/>
                    </a:lnTo>
                    <a:cubicBezTo>
                      <a:pt x="4212" y="576"/>
                      <a:pt x="4240" y="548"/>
                      <a:pt x="4240" y="520"/>
                    </a:cubicBezTo>
                    <a:lnTo>
                      <a:pt x="4240" y="65"/>
                    </a:lnTo>
                    <a:cubicBezTo>
                      <a:pt x="4240" y="28"/>
                      <a:pt x="4212" y="1"/>
                      <a:pt x="417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2" name="Google Shape;262;p19"/>
              <p:cNvSpPr/>
              <p:nvPr/>
            </p:nvSpPr>
            <p:spPr>
              <a:xfrm>
                <a:off x="7171800" y="2666550"/>
                <a:ext cx="186025" cy="158900"/>
              </a:xfrm>
              <a:custGeom>
                <a:avLst/>
                <a:gdLst/>
                <a:ahLst/>
                <a:cxnLst/>
                <a:rect l="l" t="t" r="r" b="b"/>
                <a:pathLst>
                  <a:path w="7441" h="6356" extrusionOk="0">
                    <a:moveTo>
                      <a:pt x="297" y="1"/>
                    </a:moveTo>
                    <a:cubicBezTo>
                      <a:pt x="139" y="1"/>
                      <a:pt x="0" y="131"/>
                      <a:pt x="0" y="298"/>
                    </a:cubicBezTo>
                    <a:lnTo>
                      <a:pt x="0" y="6058"/>
                    </a:lnTo>
                    <a:cubicBezTo>
                      <a:pt x="0" y="6225"/>
                      <a:pt x="139" y="6355"/>
                      <a:pt x="297" y="6355"/>
                    </a:cubicBezTo>
                    <a:lnTo>
                      <a:pt x="7143" y="6355"/>
                    </a:lnTo>
                    <a:cubicBezTo>
                      <a:pt x="7301" y="6355"/>
                      <a:pt x="7440" y="6225"/>
                      <a:pt x="7431" y="6058"/>
                    </a:cubicBezTo>
                    <a:lnTo>
                      <a:pt x="7431" y="298"/>
                    </a:lnTo>
                    <a:cubicBezTo>
                      <a:pt x="7431" y="131"/>
                      <a:pt x="7301" y="1"/>
                      <a:pt x="714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3" name="Google Shape;263;p19"/>
              <p:cNvSpPr/>
              <p:nvPr/>
            </p:nvSpPr>
            <p:spPr>
              <a:xfrm>
                <a:off x="7184075" y="2654025"/>
                <a:ext cx="186025" cy="158900"/>
              </a:xfrm>
              <a:custGeom>
                <a:avLst/>
                <a:gdLst/>
                <a:ahLst/>
                <a:cxnLst/>
                <a:rect l="l" t="t" r="r" b="b"/>
                <a:pathLst>
                  <a:path w="7441" h="6356" extrusionOk="0">
                    <a:moveTo>
                      <a:pt x="353" y="1"/>
                    </a:moveTo>
                    <a:cubicBezTo>
                      <a:pt x="159" y="1"/>
                      <a:pt x="1" y="159"/>
                      <a:pt x="1" y="344"/>
                    </a:cubicBezTo>
                    <a:lnTo>
                      <a:pt x="1" y="6012"/>
                    </a:lnTo>
                    <a:cubicBezTo>
                      <a:pt x="1" y="6198"/>
                      <a:pt x="159" y="6355"/>
                      <a:pt x="353" y="6355"/>
                    </a:cubicBezTo>
                    <a:lnTo>
                      <a:pt x="7088" y="6355"/>
                    </a:lnTo>
                    <a:cubicBezTo>
                      <a:pt x="7283" y="6355"/>
                      <a:pt x="7441" y="6198"/>
                      <a:pt x="7441" y="6012"/>
                    </a:cubicBezTo>
                    <a:lnTo>
                      <a:pt x="7441" y="344"/>
                    </a:lnTo>
                    <a:cubicBezTo>
                      <a:pt x="7441" y="159"/>
                      <a:pt x="7283" y="1"/>
                      <a:pt x="708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4" name="Google Shape;264;p19"/>
              <p:cNvSpPr/>
              <p:nvPr/>
            </p:nvSpPr>
            <p:spPr>
              <a:xfrm>
                <a:off x="7182700" y="2652400"/>
                <a:ext cx="188800" cy="162150"/>
              </a:xfrm>
              <a:custGeom>
                <a:avLst/>
                <a:gdLst/>
                <a:ahLst/>
                <a:cxnLst/>
                <a:rect l="l" t="t" r="r" b="b"/>
                <a:pathLst>
                  <a:path w="7552" h="6486" extrusionOk="0">
                    <a:moveTo>
                      <a:pt x="7143" y="121"/>
                    </a:moveTo>
                    <a:cubicBezTo>
                      <a:pt x="7301" y="121"/>
                      <a:pt x="7431" y="251"/>
                      <a:pt x="7431" y="409"/>
                    </a:cubicBezTo>
                    <a:lnTo>
                      <a:pt x="7431" y="6077"/>
                    </a:lnTo>
                    <a:cubicBezTo>
                      <a:pt x="7431" y="6235"/>
                      <a:pt x="7301" y="6365"/>
                      <a:pt x="7143" y="6365"/>
                    </a:cubicBezTo>
                    <a:lnTo>
                      <a:pt x="408" y="6365"/>
                    </a:lnTo>
                    <a:cubicBezTo>
                      <a:pt x="251" y="6365"/>
                      <a:pt x="121" y="6235"/>
                      <a:pt x="121" y="6077"/>
                    </a:cubicBezTo>
                    <a:lnTo>
                      <a:pt x="121" y="409"/>
                    </a:lnTo>
                    <a:cubicBezTo>
                      <a:pt x="121" y="251"/>
                      <a:pt x="251" y="121"/>
                      <a:pt x="408" y="121"/>
                    </a:cubicBezTo>
                    <a:close/>
                    <a:moveTo>
                      <a:pt x="408" y="1"/>
                    </a:moveTo>
                    <a:cubicBezTo>
                      <a:pt x="186" y="1"/>
                      <a:pt x="0" y="186"/>
                      <a:pt x="0" y="409"/>
                    </a:cubicBezTo>
                    <a:lnTo>
                      <a:pt x="0" y="6077"/>
                    </a:lnTo>
                    <a:cubicBezTo>
                      <a:pt x="0" y="6300"/>
                      <a:pt x="186" y="6485"/>
                      <a:pt x="408" y="6485"/>
                    </a:cubicBezTo>
                    <a:lnTo>
                      <a:pt x="7143" y="6485"/>
                    </a:lnTo>
                    <a:cubicBezTo>
                      <a:pt x="7366" y="6485"/>
                      <a:pt x="7551" y="6300"/>
                      <a:pt x="7551" y="6077"/>
                    </a:cubicBezTo>
                    <a:lnTo>
                      <a:pt x="7551" y="409"/>
                    </a:lnTo>
                    <a:cubicBezTo>
                      <a:pt x="7551" y="186"/>
                      <a:pt x="7366" y="1"/>
                      <a:pt x="714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5" name="Google Shape;265;p19"/>
              <p:cNvSpPr/>
              <p:nvPr/>
            </p:nvSpPr>
            <p:spPr>
              <a:xfrm>
                <a:off x="7212850" y="2737750"/>
                <a:ext cx="128275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5131" h="688" extrusionOk="0">
                    <a:moveTo>
                      <a:pt x="316" y="1"/>
                    </a:moveTo>
                    <a:cubicBezTo>
                      <a:pt x="139" y="1"/>
                      <a:pt x="0" y="140"/>
                      <a:pt x="0" y="325"/>
                    </a:cubicBezTo>
                    <a:lnTo>
                      <a:pt x="0" y="362"/>
                    </a:lnTo>
                    <a:cubicBezTo>
                      <a:pt x="0" y="539"/>
                      <a:pt x="139" y="687"/>
                      <a:pt x="316" y="687"/>
                    </a:cubicBezTo>
                    <a:lnTo>
                      <a:pt x="4805" y="687"/>
                    </a:lnTo>
                    <a:cubicBezTo>
                      <a:pt x="4982" y="687"/>
                      <a:pt x="5130" y="539"/>
                      <a:pt x="5130" y="362"/>
                    </a:cubicBezTo>
                    <a:lnTo>
                      <a:pt x="5130" y="325"/>
                    </a:lnTo>
                    <a:cubicBezTo>
                      <a:pt x="5130" y="140"/>
                      <a:pt x="4982" y="1"/>
                      <a:pt x="480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6" name="Google Shape;266;p19"/>
              <p:cNvSpPr/>
              <p:nvPr/>
            </p:nvSpPr>
            <p:spPr>
              <a:xfrm>
                <a:off x="7211225" y="2736375"/>
                <a:ext cx="131275" cy="19950"/>
              </a:xfrm>
              <a:custGeom>
                <a:avLst/>
                <a:gdLst/>
                <a:ahLst/>
                <a:cxnLst/>
                <a:rect l="l" t="t" r="r" b="b"/>
                <a:pathLst>
                  <a:path w="5251" h="798" extrusionOk="0">
                    <a:moveTo>
                      <a:pt x="4870" y="111"/>
                    </a:moveTo>
                    <a:cubicBezTo>
                      <a:pt x="5019" y="111"/>
                      <a:pt x="5130" y="232"/>
                      <a:pt x="5130" y="380"/>
                    </a:cubicBezTo>
                    <a:lnTo>
                      <a:pt x="5130" y="417"/>
                    </a:lnTo>
                    <a:cubicBezTo>
                      <a:pt x="5130" y="566"/>
                      <a:pt x="5019" y="677"/>
                      <a:pt x="4870" y="677"/>
                    </a:cubicBezTo>
                    <a:lnTo>
                      <a:pt x="381" y="677"/>
                    </a:lnTo>
                    <a:cubicBezTo>
                      <a:pt x="241" y="677"/>
                      <a:pt x="121" y="566"/>
                      <a:pt x="121" y="417"/>
                    </a:cubicBezTo>
                    <a:lnTo>
                      <a:pt x="121" y="380"/>
                    </a:lnTo>
                    <a:cubicBezTo>
                      <a:pt x="121" y="232"/>
                      <a:pt x="241" y="111"/>
                      <a:pt x="381" y="111"/>
                    </a:cubicBezTo>
                    <a:close/>
                    <a:moveTo>
                      <a:pt x="381" y="0"/>
                    </a:moveTo>
                    <a:cubicBezTo>
                      <a:pt x="176" y="0"/>
                      <a:pt x="0" y="167"/>
                      <a:pt x="0" y="380"/>
                    </a:cubicBezTo>
                    <a:lnTo>
                      <a:pt x="0" y="417"/>
                    </a:lnTo>
                    <a:cubicBezTo>
                      <a:pt x="0" y="631"/>
                      <a:pt x="176" y="798"/>
                      <a:pt x="381" y="798"/>
                    </a:cubicBezTo>
                    <a:lnTo>
                      <a:pt x="4870" y="798"/>
                    </a:lnTo>
                    <a:cubicBezTo>
                      <a:pt x="5084" y="798"/>
                      <a:pt x="5251" y="631"/>
                      <a:pt x="5251" y="417"/>
                    </a:cubicBezTo>
                    <a:lnTo>
                      <a:pt x="5251" y="380"/>
                    </a:lnTo>
                    <a:cubicBezTo>
                      <a:pt x="5251" y="167"/>
                      <a:pt x="5084" y="0"/>
                      <a:pt x="487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7" name="Google Shape;267;p19"/>
              <p:cNvSpPr/>
              <p:nvPr/>
            </p:nvSpPr>
            <p:spPr>
              <a:xfrm>
                <a:off x="7226750" y="2742400"/>
                <a:ext cx="99525" cy="7200"/>
              </a:xfrm>
              <a:custGeom>
                <a:avLst/>
                <a:gdLst/>
                <a:ahLst/>
                <a:cxnLst/>
                <a:rect l="l" t="t" r="r" b="b"/>
                <a:pathLst>
                  <a:path w="3981" h="288" extrusionOk="0">
                    <a:moveTo>
                      <a:pt x="3851" y="56"/>
                    </a:moveTo>
                    <a:cubicBezTo>
                      <a:pt x="3888" y="56"/>
                      <a:pt x="3925" y="93"/>
                      <a:pt x="3925" y="130"/>
                    </a:cubicBezTo>
                    <a:lnTo>
                      <a:pt x="3925" y="149"/>
                    </a:lnTo>
                    <a:cubicBezTo>
                      <a:pt x="3925" y="195"/>
                      <a:pt x="3888" y="223"/>
                      <a:pt x="3851" y="223"/>
                    </a:cubicBezTo>
                    <a:lnTo>
                      <a:pt x="140" y="223"/>
                    </a:lnTo>
                    <a:cubicBezTo>
                      <a:pt x="94" y="223"/>
                      <a:pt x="56" y="195"/>
                      <a:pt x="56" y="149"/>
                    </a:cubicBezTo>
                    <a:lnTo>
                      <a:pt x="56" y="130"/>
                    </a:lnTo>
                    <a:cubicBezTo>
                      <a:pt x="56" y="93"/>
                      <a:pt x="94" y="56"/>
                      <a:pt x="140" y="56"/>
                    </a:cubicBezTo>
                    <a:close/>
                    <a:moveTo>
                      <a:pt x="131" y="0"/>
                    </a:moveTo>
                    <a:cubicBezTo>
                      <a:pt x="56" y="0"/>
                      <a:pt x="1" y="56"/>
                      <a:pt x="1" y="139"/>
                    </a:cubicBezTo>
                    <a:lnTo>
                      <a:pt x="1" y="149"/>
                    </a:lnTo>
                    <a:cubicBezTo>
                      <a:pt x="1" y="223"/>
                      <a:pt x="56" y="288"/>
                      <a:pt x="131" y="288"/>
                    </a:cubicBezTo>
                    <a:lnTo>
                      <a:pt x="3841" y="288"/>
                    </a:lnTo>
                    <a:cubicBezTo>
                      <a:pt x="3925" y="288"/>
                      <a:pt x="3980" y="223"/>
                      <a:pt x="3980" y="149"/>
                    </a:cubicBezTo>
                    <a:lnTo>
                      <a:pt x="3980" y="139"/>
                    </a:lnTo>
                    <a:cubicBezTo>
                      <a:pt x="3980" y="56"/>
                      <a:pt x="3925" y="0"/>
                      <a:pt x="384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8" name="Google Shape;268;p19"/>
              <p:cNvSpPr/>
              <p:nvPr/>
            </p:nvSpPr>
            <p:spPr>
              <a:xfrm>
                <a:off x="7234875" y="2764425"/>
                <a:ext cx="83975" cy="10000"/>
              </a:xfrm>
              <a:custGeom>
                <a:avLst/>
                <a:gdLst/>
                <a:ahLst/>
                <a:cxnLst/>
                <a:rect l="l" t="t" r="r" b="b"/>
                <a:pathLst>
                  <a:path w="3359" h="400" extrusionOk="0">
                    <a:moveTo>
                      <a:pt x="205" y="0"/>
                    </a:moveTo>
                    <a:cubicBezTo>
                      <a:pt x="93" y="0"/>
                      <a:pt x="0" y="93"/>
                      <a:pt x="0" y="205"/>
                    </a:cubicBezTo>
                    <a:cubicBezTo>
                      <a:pt x="0" y="316"/>
                      <a:pt x="93" y="399"/>
                      <a:pt x="205" y="399"/>
                    </a:cubicBezTo>
                    <a:lnTo>
                      <a:pt x="3164" y="399"/>
                    </a:lnTo>
                    <a:cubicBezTo>
                      <a:pt x="3266" y="399"/>
                      <a:pt x="3359" y="316"/>
                      <a:pt x="3359" y="205"/>
                    </a:cubicBezTo>
                    <a:cubicBezTo>
                      <a:pt x="3359" y="93"/>
                      <a:pt x="3266" y="0"/>
                      <a:pt x="315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69" name="Google Shape;269;p19"/>
              <p:cNvSpPr/>
              <p:nvPr/>
            </p:nvSpPr>
            <p:spPr>
              <a:xfrm>
                <a:off x="7233475" y="2763025"/>
                <a:ext cx="86775" cy="13025"/>
              </a:xfrm>
              <a:custGeom>
                <a:avLst/>
                <a:gdLst/>
                <a:ahLst/>
                <a:cxnLst/>
                <a:rect l="l" t="t" r="r" b="b"/>
                <a:pathLst>
                  <a:path w="3471" h="521" extrusionOk="0">
                    <a:moveTo>
                      <a:pt x="3211" y="121"/>
                    </a:moveTo>
                    <a:cubicBezTo>
                      <a:pt x="3294" y="121"/>
                      <a:pt x="3359" y="177"/>
                      <a:pt x="3359" y="261"/>
                    </a:cubicBezTo>
                    <a:cubicBezTo>
                      <a:pt x="3359" y="335"/>
                      <a:pt x="3294" y="400"/>
                      <a:pt x="3211" y="400"/>
                    </a:cubicBezTo>
                    <a:lnTo>
                      <a:pt x="261" y="400"/>
                    </a:lnTo>
                    <a:cubicBezTo>
                      <a:pt x="177" y="400"/>
                      <a:pt x="121" y="335"/>
                      <a:pt x="121" y="261"/>
                    </a:cubicBezTo>
                    <a:cubicBezTo>
                      <a:pt x="121" y="177"/>
                      <a:pt x="177" y="121"/>
                      <a:pt x="261" y="121"/>
                    </a:cubicBezTo>
                    <a:close/>
                    <a:moveTo>
                      <a:pt x="261" y="1"/>
                    </a:moveTo>
                    <a:cubicBezTo>
                      <a:pt x="121" y="1"/>
                      <a:pt x="1" y="112"/>
                      <a:pt x="1" y="261"/>
                    </a:cubicBezTo>
                    <a:cubicBezTo>
                      <a:pt x="1" y="400"/>
                      <a:pt x="112" y="520"/>
                      <a:pt x="261" y="520"/>
                    </a:cubicBezTo>
                    <a:lnTo>
                      <a:pt x="3220" y="520"/>
                    </a:lnTo>
                    <a:cubicBezTo>
                      <a:pt x="3359" y="520"/>
                      <a:pt x="3470" y="400"/>
                      <a:pt x="3470" y="261"/>
                    </a:cubicBezTo>
                    <a:cubicBezTo>
                      <a:pt x="3470" y="112"/>
                      <a:pt x="3359" y="1"/>
                      <a:pt x="321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0" name="Google Shape;270;p19"/>
              <p:cNvSpPr/>
              <p:nvPr/>
            </p:nvSpPr>
            <p:spPr>
              <a:xfrm>
                <a:off x="7251800" y="27669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103" y="65"/>
                    </a:moveTo>
                    <a:cubicBezTo>
                      <a:pt x="121" y="65"/>
                      <a:pt x="140" y="84"/>
                      <a:pt x="140" y="103"/>
                    </a:cubicBezTo>
                    <a:cubicBezTo>
                      <a:pt x="140" y="121"/>
                      <a:pt x="121" y="140"/>
                      <a:pt x="103" y="140"/>
                    </a:cubicBezTo>
                    <a:cubicBezTo>
                      <a:pt x="75" y="140"/>
                      <a:pt x="56" y="121"/>
                      <a:pt x="56" y="103"/>
                    </a:cubicBezTo>
                    <a:cubicBezTo>
                      <a:pt x="56" y="84"/>
                      <a:pt x="75" y="65"/>
                      <a:pt x="103" y="65"/>
                    </a:cubicBezTo>
                    <a:close/>
                    <a:moveTo>
                      <a:pt x="103" y="1"/>
                    </a:moveTo>
                    <a:cubicBezTo>
                      <a:pt x="47" y="1"/>
                      <a:pt x="1" y="47"/>
                      <a:pt x="1" y="103"/>
                    </a:cubicBezTo>
                    <a:cubicBezTo>
                      <a:pt x="1" y="158"/>
                      <a:pt x="47" y="195"/>
                      <a:pt x="103" y="195"/>
                    </a:cubicBezTo>
                    <a:cubicBezTo>
                      <a:pt x="149" y="195"/>
                      <a:pt x="195" y="158"/>
                      <a:pt x="195" y="103"/>
                    </a:cubicBezTo>
                    <a:cubicBezTo>
                      <a:pt x="195" y="47"/>
                      <a:pt x="149" y="1"/>
                      <a:pt x="10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1" name="Google Shape;271;p19"/>
              <p:cNvSpPr/>
              <p:nvPr/>
            </p:nvSpPr>
            <p:spPr>
              <a:xfrm>
                <a:off x="7261075" y="27669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103" y="65"/>
                    </a:moveTo>
                    <a:cubicBezTo>
                      <a:pt x="121" y="65"/>
                      <a:pt x="140" y="84"/>
                      <a:pt x="140" y="103"/>
                    </a:cubicBezTo>
                    <a:cubicBezTo>
                      <a:pt x="140" y="121"/>
                      <a:pt x="121" y="140"/>
                      <a:pt x="103" y="140"/>
                    </a:cubicBezTo>
                    <a:cubicBezTo>
                      <a:pt x="75" y="140"/>
                      <a:pt x="56" y="121"/>
                      <a:pt x="56" y="103"/>
                    </a:cubicBezTo>
                    <a:cubicBezTo>
                      <a:pt x="56" y="84"/>
                      <a:pt x="75" y="65"/>
                      <a:pt x="103" y="65"/>
                    </a:cubicBezTo>
                    <a:close/>
                    <a:moveTo>
                      <a:pt x="103" y="1"/>
                    </a:moveTo>
                    <a:cubicBezTo>
                      <a:pt x="47" y="1"/>
                      <a:pt x="1" y="47"/>
                      <a:pt x="1" y="103"/>
                    </a:cubicBezTo>
                    <a:cubicBezTo>
                      <a:pt x="1" y="158"/>
                      <a:pt x="47" y="195"/>
                      <a:pt x="103" y="195"/>
                    </a:cubicBezTo>
                    <a:cubicBezTo>
                      <a:pt x="149" y="195"/>
                      <a:pt x="196" y="158"/>
                      <a:pt x="196" y="103"/>
                    </a:cubicBezTo>
                    <a:cubicBezTo>
                      <a:pt x="196" y="47"/>
                      <a:pt x="149" y="1"/>
                      <a:pt x="10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2" name="Google Shape;272;p19"/>
              <p:cNvSpPr/>
              <p:nvPr/>
            </p:nvSpPr>
            <p:spPr>
              <a:xfrm>
                <a:off x="7269900" y="2766975"/>
                <a:ext cx="465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86" h="196" extrusionOk="0">
                    <a:moveTo>
                      <a:pt x="93" y="65"/>
                    </a:moveTo>
                    <a:cubicBezTo>
                      <a:pt x="112" y="65"/>
                      <a:pt x="130" y="84"/>
                      <a:pt x="130" y="103"/>
                    </a:cubicBezTo>
                    <a:cubicBezTo>
                      <a:pt x="130" y="121"/>
                      <a:pt x="112" y="140"/>
                      <a:pt x="93" y="140"/>
                    </a:cubicBezTo>
                    <a:cubicBezTo>
                      <a:pt x="74" y="140"/>
                      <a:pt x="56" y="121"/>
                      <a:pt x="56" y="103"/>
                    </a:cubicBezTo>
                    <a:cubicBezTo>
                      <a:pt x="56" y="84"/>
                      <a:pt x="74" y="65"/>
                      <a:pt x="93" y="65"/>
                    </a:cubicBezTo>
                    <a:close/>
                    <a:moveTo>
                      <a:pt x="93" y="1"/>
                    </a:moveTo>
                    <a:cubicBezTo>
                      <a:pt x="37" y="1"/>
                      <a:pt x="0" y="47"/>
                      <a:pt x="0" y="103"/>
                    </a:cubicBezTo>
                    <a:cubicBezTo>
                      <a:pt x="0" y="158"/>
                      <a:pt x="37" y="195"/>
                      <a:pt x="93" y="195"/>
                    </a:cubicBezTo>
                    <a:cubicBezTo>
                      <a:pt x="149" y="195"/>
                      <a:pt x="186" y="158"/>
                      <a:pt x="186" y="103"/>
                    </a:cubicBezTo>
                    <a:cubicBezTo>
                      <a:pt x="186" y="47"/>
                      <a:pt x="149" y="1"/>
                      <a:pt x="9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3" name="Google Shape;273;p19"/>
              <p:cNvSpPr/>
              <p:nvPr/>
            </p:nvSpPr>
            <p:spPr>
              <a:xfrm>
                <a:off x="7278950" y="2766975"/>
                <a:ext cx="4875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5" h="196" extrusionOk="0">
                    <a:moveTo>
                      <a:pt x="102" y="65"/>
                    </a:moveTo>
                    <a:cubicBezTo>
                      <a:pt x="121" y="65"/>
                      <a:pt x="139" y="84"/>
                      <a:pt x="139" y="103"/>
                    </a:cubicBezTo>
                    <a:cubicBezTo>
                      <a:pt x="139" y="121"/>
                      <a:pt x="121" y="140"/>
                      <a:pt x="102" y="140"/>
                    </a:cubicBezTo>
                    <a:cubicBezTo>
                      <a:pt x="84" y="140"/>
                      <a:pt x="65" y="121"/>
                      <a:pt x="65" y="103"/>
                    </a:cubicBezTo>
                    <a:cubicBezTo>
                      <a:pt x="65" y="84"/>
                      <a:pt x="84" y="65"/>
                      <a:pt x="102" y="65"/>
                    </a:cubicBezTo>
                    <a:close/>
                    <a:moveTo>
                      <a:pt x="102" y="1"/>
                    </a:moveTo>
                    <a:cubicBezTo>
                      <a:pt x="46" y="1"/>
                      <a:pt x="0" y="47"/>
                      <a:pt x="0" y="103"/>
                    </a:cubicBezTo>
                    <a:cubicBezTo>
                      <a:pt x="0" y="158"/>
                      <a:pt x="46" y="195"/>
                      <a:pt x="102" y="195"/>
                    </a:cubicBezTo>
                    <a:cubicBezTo>
                      <a:pt x="158" y="195"/>
                      <a:pt x="195" y="158"/>
                      <a:pt x="195" y="103"/>
                    </a:cubicBezTo>
                    <a:cubicBezTo>
                      <a:pt x="195" y="47"/>
                      <a:pt x="158" y="1"/>
                      <a:pt x="10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4" name="Google Shape;274;p19"/>
              <p:cNvSpPr/>
              <p:nvPr/>
            </p:nvSpPr>
            <p:spPr>
              <a:xfrm>
                <a:off x="7287975" y="27669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103" y="65"/>
                    </a:moveTo>
                    <a:cubicBezTo>
                      <a:pt x="121" y="65"/>
                      <a:pt x="140" y="84"/>
                      <a:pt x="140" y="103"/>
                    </a:cubicBezTo>
                    <a:cubicBezTo>
                      <a:pt x="140" y="121"/>
                      <a:pt x="121" y="140"/>
                      <a:pt x="103" y="140"/>
                    </a:cubicBezTo>
                    <a:cubicBezTo>
                      <a:pt x="75" y="140"/>
                      <a:pt x="66" y="121"/>
                      <a:pt x="66" y="103"/>
                    </a:cubicBezTo>
                    <a:cubicBezTo>
                      <a:pt x="66" y="84"/>
                      <a:pt x="84" y="65"/>
                      <a:pt x="103" y="65"/>
                    </a:cubicBezTo>
                    <a:close/>
                    <a:moveTo>
                      <a:pt x="103" y="1"/>
                    </a:moveTo>
                    <a:cubicBezTo>
                      <a:pt x="47" y="1"/>
                      <a:pt x="1" y="47"/>
                      <a:pt x="1" y="103"/>
                    </a:cubicBezTo>
                    <a:cubicBezTo>
                      <a:pt x="1" y="158"/>
                      <a:pt x="47" y="195"/>
                      <a:pt x="103" y="195"/>
                    </a:cubicBezTo>
                    <a:cubicBezTo>
                      <a:pt x="159" y="195"/>
                      <a:pt x="196" y="158"/>
                      <a:pt x="196" y="103"/>
                    </a:cubicBezTo>
                    <a:cubicBezTo>
                      <a:pt x="196" y="47"/>
                      <a:pt x="159" y="1"/>
                      <a:pt x="10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5" name="Google Shape;275;p19"/>
              <p:cNvSpPr/>
              <p:nvPr/>
            </p:nvSpPr>
            <p:spPr>
              <a:xfrm>
                <a:off x="7297250" y="27669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103" y="65"/>
                    </a:moveTo>
                    <a:cubicBezTo>
                      <a:pt x="121" y="65"/>
                      <a:pt x="140" y="84"/>
                      <a:pt x="140" y="103"/>
                    </a:cubicBezTo>
                    <a:cubicBezTo>
                      <a:pt x="140" y="121"/>
                      <a:pt x="121" y="140"/>
                      <a:pt x="103" y="140"/>
                    </a:cubicBezTo>
                    <a:cubicBezTo>
                      <a:pt x="84" y="140"/>
                      <a:pt x="66" y="121"/>
                      <a:pt x="66" y="103"/>
                    </a:cubicBezTo>
                    <a:cubicBezTo>
                      <a:pt x="66" y="84"/>
                      <a:pt x="84" y="65"/>
                      <a:pt x="103" y="65"/>
                    </a:cubicBezTo>
                    <a:close/>
                    <a:moveTo>
                      <a:pt x="103" y="1"/>
                    </a:moveTo>
                    <a:cubicBezTo>
                      <a:pt x="47" y="1"/>
                      <a:pt x="1" y="47"/>
                      <a:pt x="1" y="103"/>
                    </a:cubicBezTo>
                    <a:cubicBezTo>
                      <a:pt x="1" y="158"/>
                      <a:pt x="47" y="195"/>
                      <a:pt x="103" y="195"/>
                    </a:cubicBezTo>
                    <a:cubicBezTo>
                      <a:pt x="159" y="195"/>
                      <a:pt x="196" y="158"/>
                      <a:pt x="196" y="103"/>
                    </a:cubicBezTo>
                    <a:cubicBezTo>
                      <a:pt x="196" y="47"/>
                      <a:pt x="159" y="1"/>
                      <a:pt x="10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6" name="Google Shape;276;p19"/>
              <p:cNvSpPr/>
              <p:nvPr/>
            </p:nvSpPr>
            <p:spPr>
              <a:xfrm>
                <a:off x="7249950" y="2672575"/>
                <a:ext cx="53825" cy="53850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4" extrusionOk="0">
                    <a:moveTo>
                      <a:pt x="1077" y="1"/>
                    </a:moveTo>
                    <a:cubicBezTo>
                      <a:pt x="483" y="1"/>
                      <a:pt x="0" y="483"/>
                      <a:pt x="0" y="1077"/>
                    </a:cubicBezTo>
                    <a:cubicBezTo>
                      <a:pt x="0" y="1671"/>
                      <a:pt x="483" y="2153"/>
                      <a:pt x="1077" y="2153"/>
                    </a:cubicBezTo>
                    <a:cubicBezTo>
                      <a:pt x="1670" y="2153"/>
                      <a:pt x="2153" y="1671"/>
                      <a:pt x="2153" y="1077"/>
                    </a:cubicBezTo>
                    <a:cubicBezTo>
                      <a:pt x="2153" y="483"/>
                      <a:pt x="1670" y="1"/>
                      <a:pt x="1077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7" name="Google Shape;277;p19"/>
              <p:cNvSpPr/>
              <p:nvPr/>
            </p:nvSpPr>
            <p:spPr>
              <a:xfrm>
                <a:off x="7248550" y="2671200"/>
                <a:ext cx="56625" cy="56600"/>
              </a:xfrm>
              <a:custGeom>
                <a:avLst/>
                <a:gdLst/>
                <a:ahLst/>
                <a:cxnLst/>
                <a:rect l="l" t="t" r="r" b="b"/>
                <a:pathLst>
                  <a:path w="2265" h="2264" extrusionOk="0">
                    <a:moveTo>
                      <a:pt x="1133" y="112"/>
                    </a:moveTo>
                    <a:cubicBezTo>
                      <a:pt x="1698" y="112"/>
                      <a:pt x="2153" y="575"/>
                      <a:pt x="2153" y="1132"/>
                    </a:cubicBezTo>
                    <a:cubicBezTo>
                      <a:pt x="2153" y="1689"/>
                      <a:pt x="1698" y="2152"/>
                      <a:pt x="1133" y="2152"/>
                    </a:cubicBezTo>
                    <a:cubicBezTo>
                      <a:pt x="576" y="2152"/>
                      <a:pt x="121" y="1689"/>
                      <a:pt x="121" y="1132"/>
                    </a:cubicBezTo>
                    <a:cubicBezTo>
                      <a:pt x="121" y="575"/>
                      <a:pt x="576" y="112"/>
                      <a:pt x="1133" y="112"/>
                    </a:cubicBezTo>
                    <a:close/>
                    <a:moveTo>
                      <a:pt x="1133" y="0"/>
                    </a:moveTo>
                    <a:cubicBezTo>
                      <a:pt x="511" y="0"/>
                      <a:pt x="1" y="510"/>
                      <a:pt x="1" y="1132"/>
                    </a:cubicBezTo>
                    <a:cubicBezTo>
                      <a:pt x="1" y="1754"/>
                      <a:pt x="511" y="2264"/>
                      <a:pt x="1133" y="2264"/>
                    </a:cubicBezTo>
                    <a:cubicBezTo>
                      <a:pt x="1754" y="2264"/>
                      <a:pt x="2264" y="1754"/>
                      <a:pt x="2264" y="1132"/>
                    </a:cubicBezTo>
                    <a:cubicBezTo>
                      <a:pt x="2264" y="510"/>
                      <a:pt x="1763" y="0"/>
                      <a:pt x="11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8" name="Google Shape;278;p19"/>
              <p:cNvSpPr/>
              <p:nvPr/>
            </p:nvSpPr>
            <p:spPr>
              <a:xfrm>
                <a:off x="7265025" y="2701100"/>
                <a:ext cx="23900" cy="12100"/>
              </a:xfrm>
              <a:custGeom>
                <a:avLst/>
                <a:gdLst/>
                <a:ahLst/>
                <a:cxnLst/>
                <a:rect l="l" t="t" r="r" b="b"/>
                <a:pathLst>
                  <a:path w="956" h="484" extrusionOk="0">
                    <a:moveTo>
                      <a:pt x="474" y="1"/>
                    </a:moveTo>
                    <a:cubicBezTo>
                      <a:pt x="214" y="1"/>
                      <a:pt x="0" y="214"/>
                      <a:pt x="0" y="483"/>
                    </a:cubicBezTo>
                    <a:lnTo>
                      <a:pt x="956" y="483"/>
                    </a:lnTo>
                    <a:cubicBezTo>
                      <a:pt x="956" y="214"/>
                      <a:pt x="743" y="1"/>
                      <a:pt x="47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79" name="Google Shape;279;p19"/>
              <p:cNvSpPr/>
              <p:nvPr/>
            </p:nvSpPr>
            <p:spPr>
              <a:xfrm>
                <a:off x="7263400" y="2699725"/>
                <a:ext cx="26925" cy="1487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595" extrusionOk="0">
                    <a:moveTo>
                      <a:pt x="539" y="112"/>
                    </a:moveTo>
                    <a:cubicBezTo>
                      <a:pt x="752" y="112"/>
                      <a:pt x="928" y="269"/>
                      <a:pt x="956" y="473"/>
                    </a:cubicBezTo>
                    <a:lnTo>
                      <a:pt x="121" y="473"/>
                    </a:lnTo>
                    <a:cubicBezTo>
                      <a:pt x="149" y="269"/>
                      <a:pt x="325" y="112"/>
                      <a:pt x="539" y="112"/>
                    </a:cubicBezTo>
                    <a:close/>
                    <a:moveTo>
                      <a:pt x="539" y="0"/>
                    </a:moveTo>
                    <a:cubicBezTo>
                      <a:pt x="242" y="0"/>
                      <a:pt x="0" y="241"/>
                      <a:pt x="0" y="538"/>
                    </a:cubicBezTo>
                    <a:cubicBezTo>
                      <a:pt x="0" y="594"/>
                      <a:pt x="0" y="594"/>
                      <a:pt x="232" y="594"/>
                    </a:cubicBezTo>
                    <a:lnTo>
                      <a:pt x="585" y="594"/>
                    </a:lnTo>
                    <a:cubicBezTo>
                      <a:pt x="1077" y="594"/>
                      <a:pt x="1077" y="594"/>
                      <a:pt x="1077" y="538"/>
                    </a:cubicBezTo>
                    <a:cubicBezTo>
                      <a:pt x="1077" y="241"/>
                      <a:pt x="835" y="0"/>
                      <a:pt x="53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0" name="Google Shape;280;p19"/>
              <p:cNvSpPr/>
              <p:nvPr/>
            </p:nvSpPr>
            <p:spPr>
              <a:xfrm>
                <a:off x="7270125" y="2685800"/>
                <a:ext cx="13700" cy="13725"/>
              </a:xfrm>
              <a:custGeom>
                <a:avLst/>
                <a:gdLst/>
                <a:ahLst/>
                <a:cxnLst/>
                <a:rect l="l" t="t" r="r" b="b"/>
                <a:pathLst>
                  <a:path w="548" h="549" extrusionOk="0">
                    <a:moveTo>
                      <a:pt x="279" y="1"/>
                    </a:moveTo>
                    <a:cubicBezTo>
                      <a:pt x="121" y="1"/>
                      <a:pt x="1" y="131"/>
                      <a:pt x="1" y="279"/>
                    </a:cubicBezTo>
                    <a:cubicBezTo>
                      <a:pt x="1" y="427"/>
                      <a:pt x="121" y="548"/>
                      <a:pt x="279" y="548"/>
                    </a:cubicBezTo>
                    <a:cubicBezTo>
                      <a:pt x="427" y="548"/>
                      <a:pt x="548" y="427"/>
                      <a:pt x="548" y="279"/>
                    </a:cubicBezTo>
                    <a:cubicBezTo>
                      <a:pt x="548" y="131"/>
                      <a:pt x="427" y="1"/>
                      <a:pt x="27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1" name="Google Shape;281;p19"/>
              <p:cNvSpPr/>
              <p:nvPr/>
            </p:nvSpPr>
            <p:spPr>
              <a:xfrm>
                <a:off x="7268725" y="2684425"/>
                <a:ext cx="16500" cy="16475"/>
              </a:xfrm>
              <a:custGeom>
                <a:avLst/>
                <a:gdLst/>
                <a:ahLst/>
                <a:cxnLst/>
                <a:rect l="l" t="t" r="r" b="b"/>
                <a:pathLst>
                  <a:path w="660" h="659" extrusionOk="0">
                    <a:moveTo>
                      <a:pt x="335" y="121"/>
                    </a:moveTo>
                    <a:cubicBezTo>
                      <a:pt x="446" y="121"/>
                      <a:pt x="539" y="213"/>
                      <a:pt x="548" y="334"/>
                    </a:cubicBezTo>
                    <a:cubicBezTo>
                      <a:pt x="548" y="445"/>
                      <a:pt x="446" y="547"/>
                      <a:pt x="335" y="547"/>
                    </a:cubicBezTo>
                    <a:cubicBezTo>
                      <a:pt x="214" y="547"/>
                      <a:pt x="121" y="445"/>
                      <a:pt x="121" y="334"/>
                    </a:cubicBezTo>
                    <a:cubicBezTo>
                      <a:pt x="121" y="213"/>
                      <a:pt x="214" y="121"/>
                      <a:pt x="335" y="121"/>
                    </a:cubicBezTo>
                    <a:close/>
                    <a:moveTo>
                      <a:pt x="335" y="0"/>
                    </a:moveTo>
                    <a:cubicBezTo>
                      <a:pt x="149" y="0"/>
                      <a:pt x="1" y="148"/>
                      <a:pt x="1" y="334"/>
                    </a:cubicBezTo>
                    <a:cubicBezTo>
                      <a:pt x="1" y="510"/>
                      <a:pt x="149" y="659"/>
                      <a:pt x="335" y="659"/>
                    </a:cubicBezTo>
                    <a:cubicBezTo>
                      <a:pt x="511" y="659"/>
                      <a:pt x="659" y="510"/>
                      <a:pt x="659" y="334"/>
                    </a:cubicBezTo>
                    <a:cubicBezTo>
                      <a:pt x="659" y="148"/>
                      <a:pt x="511" y="0"/>
                      <a:pt x="3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2" name="Google Shape;282;p19"/>
              <p:cNvSpPr/>
              <p:nvPr/>
            </p:nvSpPr>
            <p:spPr>
              <a:xfrm>
                <a:off x="7257150" y="2782525"/>
                <a:ext cx="396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1587" h="492" extrusionOk="0">
                    <a:moveTo>
                      <a:pt x="241" y="0"/>
                    </a:moveTo>
                    <a:cubicBezTo>
                      <a:pt x="111" y="0"/>
                      <a:pt x="0" y="111"/>
                      <a:pt x="0" y="251"/>
                    </a:cubicBezTo>
                    <a:cubicBezTo>
                      <a:pt x="0" y="380"/>
                      <a:pt x="111" y="492"/>
                      <a:pt x="241" y="492"/>
                    </a:cubicBezTo>
                    <a:lnTo>
                      <a:pt x="1336" y="492"/>
                    </a:lnTo>
                    <a:cubicBezTo>
                      <a:pt x="1475" y="492"/>
                      <a:pt x="1586" y="380"/>
                      <a:pt x="1586" y="251"/>
                    </a:cubicBezTo>
                    <a:cubicBezTo>
                      <a:pt x="1586" y="111"/>
                      <a:pt x="1475" y="0"/>
                      <a:pt x="133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3" name="Google Shape;283;p19"/>
              <p:cNvSpPr/>
              <p:nvPr/>
            </p:nvSpPr>
            <p:spPr>
              <a:xfrm>
                <a:off x="7255525" y="2781125"/>
                <a:ext cx="42675" cy="15100"/>
              </a:xfrm>
              <a:custGeom>
                <a:avLst/>
                <a:gdLst/>
                <a:ahLst/>
                <a:cxnLst/>
                <a:rect l="l" t="t" r="r" b="b"/>
                <a:pathLst>
                  <a:path w="1707" h="604" extrusionOk="0">
                    <a:moveTo>
                      <a:pt x="1401" y="112"/>
                    </a:moveTo>
                    <a:cubicBezTo>
                      <a:pt x="1503" y="112"/>
                      <a:pt x="1586" y="195"/>
                      <a:pt x="1586" y="307"/>
                    </a:cubicBezTo>
                    <a:cubicBezTo>
                      <a:pt x="1586" y="409"/>
                      <a:pt x="1503" y="492"/>
                      <a:pt x="1401" y="492"/>
                    </a:cubicBezTo>
                    <a:lnTo>
                      <a:pt x="306" y="492"/>
                    </a:lnTo>
                    <a:cubicBezTo>
                      <a:pt x="204" y="492"/>
                      <a:pt x="121" y="409"/>
                      <a:pt x="121" y="307"/>
                    </a:cubicBezTo>
                    <a:cubicBezTo>
                      <a:pt x="121" y="195"/>
                      <a:pt x="204" y="112"/>
                      <a:pt x="306" y="112"/>
                    </a:cubicBezTo>
                    <a:close/>
                    <a:moveTo>
                      <a:pt x="306" y="0"/>
                    </a:moveTo>
                    <a:cubicBezTo>
                      <a:pt x="139" y="0"/>
                      <a:pt x="0" y="130"/>
                      <a:pt x="0" y="307"/>
                    </a:cubicBezTo>
                    <a:cubicBezTo>
                      <a:pt x="0" y="474"/>
                      <a:pt x="139" y="603"/>
                      <a:pt x="306" y="603"/>
                    </a:cubicBezTo>
                    <a:lnTo>
                      <a:pt x="1401" y="603"/>
                    </a:lnTo>
                    <a:cubicBezTo>
                      <a:pt x="1568" y="603"/>
                      <a:pt x="1707" y="474"/>
                      <a:pt x="1707" y="307"/>
                    </a:cubicBezTo>
                    <a:cubicBezTo>
                      <a:pt x="1707" y="140"/>
                      <a:pt x="1568" y="0"/>
                      <a:pt x="140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4" name="Google Shape;284;p19"/>
              <p:cNvSpPr/>
              <p:nvPr/>
            </p:nvSpPr>
            <p:spPr>
              <a:xfrm>
                <a:off x="7359875" y="1832850"/>
                <a:ext cx="241000" cy="240000"/>
              </a:xfrm>
              <a:custGeom>
                <a:avLst/>
                <a:gdLst/>
                <a:ahLst/>
                <a:cxnLst/>
                <a:rect l="l" t="t" r="r" b="b"/>
                <a:pathLst>
                  <a:path w="9640" h="9600" extrusionOk="0">
                    <a:moveTo>
                      <a:pt x="4833" y="2576"/>
                    </a:moveTo>
                    <a:cubicBezTo>
                      <a:pt x="5983" y="2576"/>
                      <a:pt x="6996" y="3477"/>
                      <a:pt x="7042" y="4721"/>
                    </a:cubicBezTo>
                    <a:cubicBezTo>
                      <a:pt x="7069" y="5565"/>
                      <a:pt x="6420" y="6558"/>
                      <a:pt x="5632" y="6855"/>
                    </a:cubicBezTo>
                    <a:cubicBezTo>
                      <a:pt x="5362" y="6957"/>
                      <a:pt x="5090" y="7005"/>
                      <a:pt x="4825" y="7005"/>
                    </a:cubicBezTo>
                    <a:cubicBezTo>
                      <a:pt x="3675" y="7005"/>
                      <a:pt x="2662" y="6104"/>
                      <a:pt x="2617" y="4860"/>
                    </a:cubicBezTo>
                    <a:cubicBezTo>
                      <a:pt x="2580" y="4016"/>
                      <a:pt x="3238" y="3023"/>
                      <a:pt x="4027" y="2727"/>
                    </a:cubicBezTo>
                    <a:cubicBezTo>
                      <a:pt x="4296" y="2624"/>
                      <a:pt x="4568" y="2576"/>
                      <a:pt x="4833" y="2576"/>
                    </a:cubicBezTo>
                    <a:close/>
                    <a:moveTo>
                      <a:pt x="4067" y="0"/>
                    </a:moveTo>
                    <a:cubicBezTo>
                      <a:pt x="4051" y="0"/>
                      <a:pt x="4034" y="3"/>
                      <a:pt x="4017" y="8"/>
                    </a:cubicBezTo>
                    <a:lnTo>
                      <a:pt x="2709" y="426"/>
                    </a:lnTo>
                    <a:cubicBezTo>
                      <a:pt x="2635" y="444"/>
                      <a:pt x="2589" y="537"/>
                      <a:pt x="2617" y="611"/>
                    </a:cubicBezTo>
                    <a:lnTo>
                      <a:pt x="2886" y="1483"/>
                    </a:lnTo>
                    <a:cubicBezTo>
                      <a:pt x="2904" y="1548"/>
                      <a:pt x="2876" y="1613"/>
                      <a:pt x="2821" y="1650"/>
                    </a:cubicBezTo>
                    <a:cubicBezTo>
                      <a:pt x="2533" y="1836"/>
                      <a:pt x="2283" y="2049"/>
                      <a:pt x="2060" y="2291"/>
                    </a:cubicBezTo>
                    <a:cubicBezTo>
                      <a:pt x="2030" y="2326"/>
                      <a:pt x="1989" y="2343"/>
                      <a:pt x="1946" y="2343"/>
                    </a:cubicBezTo>
                    <a:cubicBezTo>
                      <a:pt x="1922" y="2343"/>
                      <a:pt x="1898" y="2338"/>
                      <a:pt x="1874" y="2328"/>
                    </a:cubicBezTo>
                    <a:lnTo>
                      <a:pt x="1077" y="1910"/>
                    </a:lnTo>
                    <a:cubicBezTo>
                      <a:pt x="1052" y="1899"/>
                      <a:pt x="1026" y="1894"/>
                      <a:pt x="1001" y="1894"/>
                    </a:cubicBezTo>
                    <a:cubicBezTo>
                      <a:pt x="943" y="1894"/>
                      <a:pt x="889" y="1923"/>
                      <a:pt x="863" y="1975"/>
                    </a:cubicBezTo>
                    <a:lnTo>
                      <a:pt x="233" y="3190"/>
                    </a:lnTo>
                    <a:cubicBezTo>
                      <a:pt x="195" y="3265"/>
                      <a:pt x="223" y="3357"/>
                      <a:pt x="297" y="3404"/>
                    </a:cubicBezTo>
                    <a:lnTo>
                      <a:pt x="1105" y="3821"/>
                    </a:lnTo>
                    <a:cubicBezTo>
                      <a:pt x="1160" y="3849"/>
                      <a:pt x="1197" y="3923"/>
                      <a:pt x="1179" y="3988"/>
                    </a:cubicBezTo>
                    <a:cubicBezTo>
                      <a:pt x="1105" y="4304"/>
                      <a:pt x="1077" y="4638"/>
                      <a:pt x="1095" y="4971"/>
                    </a:cubicBezTo>
                    <a:cubicBezTo>
                      <a:pt x="1095" y="5046"/>
                      <a:pt x="1058" y="5111"/>
                      <a:pt x="984" y="5129"/>
                    </a:cubicBezTo>
                    <a:lnTo>
                      <a:pt x="121" y="5398"/>
                    </a:lnTo>
                    <a:cubicBezTo>
                      <a:pt x="47" y="5426"/>
                      <a:pt x="1" y="5519"/>
                      <a:pt x="19" y="5593"/>
                    </a:cubicBezTo>
                    <a:lnTo>
                      <a:pt x="437" y="6901"/>
                    </a:lnTo>
                    <a:cubicBezTo>
                      <a:pt x="459" y="6968"/>
                      <a:pt x="517" y="7011"/>
                      <a:pt x="582" y="7011"/>
                    </a:cubicBezTo>
                    <a:cubicBezTo>
                      <a:pt x="598" y="7011"/>
                      <a:pt x="615" y="7009"/>
                      <a:pt x="631" y="7003"/>
                    </a:cubicBezTo>
                    <a:lnTo>
                      <a:pt x="1494" y="6734"/>
                    </a:lnTo>
                    <a:cubicBezTo>
                      <a:pt x="1508" y="6730"/>
                      <a:pt x="1522" y="6728"/>
                      <a:pt x="1536" y="6728"/>
                    </a:cubicBezTo>
                    <a:cubicBezTo>
                      <a:pt x="1588" y="6728"/>
                      <a:pt x="1641" y="6755"/>
                      <a:pt x="1670" y="6799"/>
                    </a:cubicBezTo>
                    <a:cubicBezTo>
                      <a:pt x="1847" y="7087"/>
                      <a:pt x="2069" y="7337"/>
                      <a:pt x="2310" y="7560"/>
                    </a:cubicBezTo>
                    <a:cubicBezTo>
                      <a:pt x="2357" y="7606"/>
                      <a:pt x="2375" y="7680"/>
                      <a:pt x="2338" y="7745"/>
                    </a:cubicBezTo>
                    <a:lnTo>
                      <a:pt x="1921" y="8543"/>
                    </a:lnTo>
                    <a:cubicBezTo>
                      <a:pt x="1884" y="8617"/>
                      <a:pt x="1912" y="8710"/>
                      <a:pt x="1995" y="8756"/>
                    </a:cubicBezTo>
                    <a:lnTo>
                      <a:pt x="3210" y="9387"/>
                    </a:lnTo>
                    <a:cubicBezTo>
                      <a:pt x="3232" y="9398"/>
                      <a:pt x="3256" y="9404"/>
                      <a:pt x="3280" y="9404"/>
                    </a:cubicBezTo>
                    <a:cubicBezTo>
                      <a:pt x="3335" y="9404"/>
                      <a:pt x="3388" y="9374"/>
                      <a:pt x="3414" y="9322"/>
                    </a:cubicBezTo>
                    <a:lnTo>
                      <a:pt x="3832" y="8515"/>
                    </a:lnTo>
                    <a:cubicBezTo>
                      <a:pt x="3861" y="8463"/>
                      <a:pt x="3909" y="8435"/>
                      <a:pt x="3964" y="8435"/>
                    </a:cubicBezTo>
                    <a:cubicBezTo>
                      <a:pt x="3978" y="8435"/>
                      <a:pt x="3993" y="8437"/>
                      <a:pt x="4008" y="8441"/>
                    </a:cubicBezTo>
                    <a:cubicBezTo>
                      <a:pt x="4260" y="8500"/>
                      <a:pt x="4525" y="8530"/>
                      <a:pt x="4791" y="8530"/>
                    </a:cubicBezTo>
                    <a:cubicBezTo>
                      <a:pt x="4858" y="8530"/>
                      <a:pt x="4925" y="8528"/>
                      <a:pt x="4991" y="8524"/>
                    </a:cubicBezTo>
                    <a:cubicBezTo>
                      <a:pt x="5056" y="8524"/>
                      <a:pt x="5121" y="8562"/>
                      <a:pt x="5149" y="8626"/>
                    </a:cubicBezTo>
                    <a:lnTo>
                      <a:pt x="5418" y="9498"/>
                    </a:lnTo>
                    <a:cubicBezTo>
                      <a:pt x="5440" y="9558"/>
                      <a:pt x="5498" y="9599"/>
                      <a:pt x="5563" y="9599"/>
                    </a:cubicBezTo>
                    <a:cubicBezTo>
                      <a:pt x="5580" y="9599"/>
                      <a:pt x="5596" y="9597"/>
                      <a:pt x="5613" y="9591"/>
                    </a:cubicBezTo>
                    <a:lnTo>
                      <a:pt x="6921" y="9183"/>
                    </a:lnTo>
                    <a:cubicBezTo>
                      <a:pt x="7004" y="9155"/>
                      <a:pt x="7042" y="9072"/>
                      <a:pt x="7023" y="8988"/>
                    </a:cubicBezTo>
                    <a:lnTo>
                      <a:pt x="6745" y="8126"/>
                    </a:lnTo>
                    <a:cubicBezTo>
                      <a:pt x="6726" y="8061"/>
                      <a:pt x="6754" y="7986"/>
                      <a:pt x="6810" y="7949"/>
                    </a:cubicBezTo>
                    <a:cubicBezTo>
                      <a:pt x="7097" y="7764"/>
                      <a:pt x="7348" y="7550"/>
                      <a:pt x="7570" y="7309"/>
                    </a:cubicBezTo>
                    <a:cubicBezTo>
                      <a:pt x="7602" y="7278"/>
                      <a:pt x="7646" y="7259"/>
                      <a:pt x="7692" y="7259"/>
                    </a:cubicBezTo>
                    <a:cubicBezTo>
                      <a:pt x="7713" y="7259"/>
                      <a:pt x="7735" y="7263"/>
                      <a:pt x="7756" y="7272"/>
                    </a:cubicBezTo>
                    <a:lnTo>
                      <a:pt x="8563" y="7690"/>
                    </a:lnTo>
                    <a:cubicBezTo>
                      <a:pt x="8585" y="7704"/>
                      <a:pt x="8610" y="7710"/>
                      <a:pt x="8634" y="7710"/>
                    </a:cubicBezTo>
                    <a:cubicBezTo>
                      <a:pt x="8688" y="7710"/>
                      <a:pt x="8741" y="7676"/>
                      <a:pt x="8767" y="7625"/>
                    </a:cubicBezTo>
                    <a:lnTo>
                      <a:pt x="9398" y="6409"/>
                    </a:lnTo>
                    <a:cubicBezTo>
                      <a:pt x="9444" y="6335"/>
                      <a:pt x="9407" y="6242"/>
                      <a:pt x="9333" y="6205"/>
                    </a:cubicBezTo>
                    <a:lnTo>
                      <a:pt x="8535" y="5788"/>
                    </a:lnTo>
                    <a:cubicBezTo>
                      <a:pt x="8470" y="5751"/>
                      <a:pt x="8442" y="5686"/>
                      <a:pt x="8452" y="5612"/>
                    </a:cubicBezTo>
                    <a:cubicBezTo>
                      <a:pt x="8526" y="5296"/>
                      <a:pt x="8554" y="4962"/>
                      <a:pt x="8535" y="4628"/>
                    </a:cubicBezTo>
                    <a:cubicBezTo>
                      <a:pt x="8535" y="4554"/>
                      <a:pt x="8582" y="4498"/>
                      <a:pt x="8646" y="4471"/>
                    </a:cubicBezTo>
                    <a:lnTo>
                      <a:pt x="9509" y="4202"/>
                    </a:lnTo>
                    <a:cubicBezTo>
                      <a:pt x="9593" y="4174"/>
                      <a:pt x="9639" y="4090"/>
                      <a:pt x="9611" y="4007"/>
                    </a:cubicBezTo>
                    <a:lnTo>
                      <a:pt x="9194" y="2699"/>
                    </a:lnTo>
                    <a:cubicBezTo>
                      <a:pt x="9179" y="2632"/>
                      <a:pt x="9116" y="2589"/>
                      <a:pt x="9049" y="2589"/>
                    </a:cubicBezTo>
                    <a:cubicBezTo>
                      <a:pt x="9032" y="2589"/>
                      <a:pt x="9015" y="2591"/>
                      <a:pt x="8999" y="2597"/>
                    </a:cubicBezTo>
                    <a:lnTo>
                      <a:pt x="8136" y="2875"/>
                    </a:lnTo>
                    <a:cubicBezTo>
                      <a:pt x="8123" y="2879"/>
                      <a:pt x="8109" y="2881"/>
                      <a:pt x="8096" y="2881"/>
                    </a:cubicBezTo>
                    <a:cubicBezTo>
                      <a:pt x="8043" y="2881"/>
                      <a:pt x="7990" y="2852"/>
                      <a:pt x="7960" y="2801"/>
                    </a:cubicBezTo>
                    <a:cubicBezTo>
                      <a:pt x="7784" y="2522"/>
                      <a:pt x="7570" y="2263"/>
                      <a:pt x="7329" y="2049"/>
                    </a:cubicBezTo>
                    <a:cubicBezTo>
                      <a:pt x="7274" y="2003"/>
                      <a:pt x="7255" y="1929"/>
                      <a:pt x="7292" y="1864"/>
                    </a:cubicBezTo>
                    <a:lnTo>
                      <a:pt x="7710" y="1057"/>
                    </a:lnTo>
                    <a:cubicBezTo>
                      <a:pt x="7747" y="983"/>
                      <a:pt x="7719" y="890"/>
                      <a:pt x="7645" y="853"/>
                    </a:cubicBezTo>
                    <a:lnTo>
                      <a:pt x="6420" y="222"/>
                    </a:lnTo>
                    <a:cubicBezTo>
                      <a:pt x="6398" y="208"/>
                      <a:pt x="6373" y="201"/>
                      <a:pt x="6349" y="201"/>
                    </a:cubicBezTo>
                    <a:cubicBezTo>
                      <a:pt x="6295" y="201"/>
                      <a:pt x="6242" y="235"/>
                      <a:pt x="6216" y="287"/>
                    </a:cubicBezTo>
                    <a:lnTo>
                      <a:pt x="5799" y="1085"/>
                    </a:lnTo>
                    <a:cubicBezTo>
                      <a:pt x="5774" y="1141"/>
                      <a:pt x="5714" y="1170"/>
                      <a:pt x="5656" y="1170"/>
                    </a:cubicBezTo>
                    <a:cubicBezTo>
                      <a:pt x="5648" y="1170"/>
                      <a:pt x="5640" y="1169"/>
                      <a:pt x="5632" y="1168"/>
                    </a:cubicBezTo>
                    <a:cubicBezTo>
                      <a:pt x="5347" y="1103"/>
                      <a:pt x="5062" y="1074"/>
                      <a:pt x="4765" y="1074"/>
                    </a:cubicBezTo>
                    <a:cubicBezTo>
                      <a:pt x="4723" y="1074"/>
                      <a:pt x="4681" y="1074"/>
                      <a:pt x="4639" y="1075"/>
                    </a:cubicBezTo>
                    <a:cubicBezTo>
                      <a:pt x="4633" y="1076"/>
                      <a:pt x="4628" y="1076"/>
                      <a:pt x="4622" y="1076"/>
                    </a:cubicBezTo>
                    <a:cubicBezTo>
                      <a:pt x="4563" y="1076"/>
                      <a:pt x="4507" y="1033"/>
                      <a:pt x="4491" y="973"/>
                    </a:cubicBezTo>
                    <a:lnTo>
                      <a:pt x="4212" y="111"/>
                    </a:lnTo>
                    <a:cubicBezTo>
                      <a:pt x="4197" y="44"/>
                      <a:pt x="4135" y="0"/>
                      <a:pt x="406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5" name="Google Shape;285;p19"/>
              <p:cNvSpPr/>
              <p:nvPr/>
            </p:nvSpPr>
            <p:spPr>
              <a:xfrm>
                <a:off x="7358250" y="1831425"/>
                <a:ext cx="243775" cy="242850"/>
              </a:xfrm>
              <a:custGeom>
                <a:avLst/>
                <a:gdLst/>
                <a:ahLst/>
                <a:cxnLst/>
                <a:rect l="l" t="t" r="r" b="b"/>
                <a:pathLst>
                  <a:path w="9751" h="9714" extrusionOk="0">
                    <a:moveTo>
                      <a:pt x="4899" y="2691"/>
                    </a:moveTo>
                    <a:cubicBezTo>
                      <a:pt x="5316" y="2691"/>
                      <a:pt x="5724" y="2811"/>
                      <a:pt x="6077" y="3053"/>
                    </a:cubicBezTo>
                    <a:cubicBezTo>
                      <a:pt x="6671" y="3433"/>
                      <a:pt x="7023" y="4073"/>
                      <a:pt x="7042" y="4778"/>
                    </a:cubicBezTo>
                    <a:cubicBezTo>
                      <a:pt x="7079" y="5594"/>
                      <a:pt x="6439" y="6568"/>
                      <a:pt x="5669" y="6856"/>
                    </a:cubicBezTo>
                    <a:cubicBezTo>
                      <a:pt x="5413" y="6953"/>
                      <a:pt x="5148" y="7001"/>
                      <a:pt x="4885" y="7001"/>
                    </a:cubicBezTo>
                    <a:cubicBezTo>
                      <a:pt x="4470" y="7001"/>
                      <a:pt x="4060" y="6881"/>
                      <a:pt x="3702" y="6643"/>
                    </a:cubicBezTo>
                    <a:cubicBezTo>
                      <a:pt x="3118" y="6253"/>
                      <a:pt x="2765" y="5622"/>
                      <a:pt x="2737" y="4908"/>
                    </a:cubicBezTo>
                    <a:cubicBezTo>
                      <a:pt x="2709" y="4092"/>
                      <a:pt x="3350" y="3127"/>
                      <a:pt x="4110" y="2839"/>
                    </a:cubicBezTo>
                    <a:cubicBezTo>
                      <a:pt x="4370" y="2737"/>
                      <a:pt x="4630" y="2691"/>
                      <a:pt x="4899" y="2691"/>
                    </a:cubicBezTo>
                    <a:close/>
                    <a:moveTo>
                      <a:pt x="4899" y="2572"/>
                    </a:moveTo>
                    <a:cubicBezTo>
                      <a:pt x="4622" y="2572"/>
                      <a:pt x="4343" y="2624"/>
                      <a:pt x="4073" y="2728"/>
                    </a:cubicBezTo>
                    <a:cubicBezTo>
                      <a:pt x="3247" y="3034"/>
                      <a:pt x="2589" y="4036"/>
                      <a:pt x="2617" y="4917"/>
                    </a:cubicBezTo>
                    <a:cubicBezTo>
                      <a:pt x="2645" y="5669"/>
                      <a:pt x="3016" y="6327"/>
                      <a:pt x="3637" y="6745"/>
                    </a:cubicBezTo>
                    <a:cubicBezTo>
                      <a:pt x="4017" y="6995"/>
                      <a:pt x="4444" y="7116"/>
                      <a:pt x="4889" y="7116"/>
                    </a:cubicBezTo>
                    <a:cubicBezTo>
                      <a:pt x="5158" y="7116"/>
                      <a:pt x="5437" y="7069"/>
                      <a:pt x="5715" y="6967"/>
                    </a:cubicBezTo>
                    <a:cubicBezTo>
                      <a:pt x="6531" y="6652"/>
                      <a:pt x="7199" y="5650"/>
                      <a:pt x="7162" y="4778"/>
                    </a:cubicBezTo>
                    <a:cubicBezTo>
                      <a:pt x="7134" y="4027"/>
                      <a:pt x="6763" y="3359"/>
                      <a:pt x="6142" y="2951"/>
                    </a:cubicBezTo>
                    <a:cubicBezTo>
                      <a:pt x="5767" y="2701"/>
                      <a:pt x="5336" y="2572"/>
                      <a:pt x="4899" y="2572"/>
                    </a:cubicBezTo>
                    <a:close/>
                    <a:moveTo>
                      <a:pt x="4144" y="114"/>
                    </a:moveTo>
                    <a:cubicBezTo>
                      <a:pt x="4157" y="114"/>
                      <a:pt x="4171" y="117"/>
                      <a:pt x="4184" y="121"/>
                    </a:cubicBezTo>
                    <a:cubicBezTo>
                      <a:pt x="4203" y="140"/>
                      <a:pt x="4222" y="158"/>
                      <a:pt x="4231" y="186"/>
                    </a:cubicBezTo>
                    <a:lnTo>
                      <a:pt x="4500" y="1049"/>
                    </a:lnTo>
                    <a:cubicBezTo>
                      <a:pt x="4526" y="1127"/>
                      <a:pt x="4609" y="1189"/>
                      <a:pt x="4695" y="1189"/>
                    </a:cubicBezTo>
                    <a:cubicBezTo>
                      <a:pt x="4701" y="1189"/>
                      <a:pt x="4707" y="1189"/>
                      <a:pt x="4713" y="1188"/>
                    </a:cubicBezTo>
                    <a:cubicBezTo>
                      <a:pt x="4753" y="1187"/>
                      <a:pt x="4793" y="1186"/>
                      <a:pt x="4833" y="1186"/>
                    </a:cubicBezTo>
                    <a:cubicBezTo>
                      <a:pt x="5118" y="1186"/>
                      <a:pt x="5403" y="1216"/>
                      <a:pt x="5687" y="1281"/>
                    </a:cubicBezTo>
                    <a:cubicBezTo>
                      <a:pt x="5701" y="1283"/>
                      <a:pt x="5715" y="1285"/>
                      <a:pt x="5728" y="1285"/>
                    </a:cubicBezTo>
                    <a:cubicBezTo>
                      <a:pt x="5806" y="1285"/>
                      <a:pt x="5880" y="1241"/>
                      <a:pt x="5919" y="1169"/>
                    </a:cubicBezTo>
                    <a:lnTo>
                      <a:pt x="6337" y="362"/>
                    </a:lnTo>
                    <a:cubicBezTo>
                      <a:pt x="6346" y="344"/>
                      <a:pt x="6364" y="325"/>
                      <a:pt x="6392" y="316"/>
                    </a:cubicBezTo>
                    <a:cubicBezTo>
                      <a:pt x="6400" y="313"/>
                      <a:pt x="6408" y="312"/>
                      <a:pt x="6415" y="312"/>
                    </a:cubicBezTo>
                    <a:cubicBezTo>
                      <a:pt x="6432" y="312"/>
                      <a:pt x="6447" y="319"/>
                      <a:pt x="6467" y="325"/>
                    </a:cubicBezTo>
                    <a:lnTo>
                      <a:pt x="7682" y="956"/>
                    </a:lnTo>
                    <a:cubicBezTo>
                      <a:pt x="7710" y="965"/>
                      <a:pt x="7719" y="984"/>
                      <a:pt x="7728" y="1012"/>
                    </a:cubicBezTo>
                    <a:cubicBezTo>
                      <a:pt x="7737" y="1040"/>
                      <a:pt x="7737" y="1058"/>
                      <a:pt x="7719" y="1086"/>
                    </a:cubicBezTo>
                    <a:lnTo>
                      <a:pt x="7301" y="1893"/>
                    </a:lnTo>
                    <a:cubicBezTo>
                      <a:pt x="7264" y="1976"/>
                      <a:pt x="7283" y="2079"/>
                      <a:pt x="7357" y="2143"/>
                    </a:cubicBezTo>
                    <a:cubicBezTo>
                      <a:pt x="7598" y="2366"/>
                      <a:pt x="7802" y="2617"/>
                      <a:pt x="7979" y="2886"/>
                    </a:cubicBezTo>
                    <a:cubicBezTo>
                      <a:pt x="8022" y="2951"/>
                      <a:pt x="8093" y="2987"/>
                      <a:pt x="8162" y="2987"/>
                    </a:cubicBezTo>
                    <a:cubicBezTo>
                      <a:pt x="8182" y="2987"/>
                      <a:pt x="8201" y="2985"/>
                      <a:pt x="8220" y="2978"/>
                    </a:cubicBezTo>
                    <a:lnTo>
                      <a:pt x="9083" y="2709"/>
                    </a:lnTo>
                    <a:cubicBezTo>
                      <a:pt x="9094" y="2705"/>
                      <a:pt x="9106" y="2703"/>
                      <a:pt x="9116" y="2703"/>
                    </a:cubicBezTo>
                    <a:cubicBezTo>
                      <a:pt x="9132" y="2703"/>
                      <a:pt x="9146" y="2708"/>
                      <a:pt x="9157" y="2719"/>
                    </a:cubicBezTo>
                    <a:cubicBezTo>
                      <a:pt x="9185" y="2728"/>
                      <a:pt x="9203" y="2746"/>
                      <a:pt x="9203" y="2774"/>
                    </a:cubicBezTo>
                    <a:lnTo>
                      <a:pt x="9621" y="4082"/>
                    </a:lnTo>
                    <a:cubicBezTo>
                      <a:pt x="9630" y="4101"/>
                      <a:pt x="9630" y="4129"/>
                      <a:pt x="9611" y="4156"/>
                    </a:cubicBezTo>
                    <a:cubicBezTo>
                      <a:pt x="9602" y="4175"/>
                      <a:pt x="9583" y="4194"/>
                      <a:pt x="9556" y="4203"/>
                    </a:cubicBezTo>
                    <a:lnTo>
                      <a:pt x="8693" y="4472"/>
                    </a:lnTo>
                    <a:cubicBezTo>
                      <a:pt x="8600" y="4500"/>
                      <a:pt x="8544" y="4592"/>
                      <a:pt x="8544" y="4685"/>
                    </a:cubicBezTo>
                    <a:cubicBezTo>
                      <a:pt x="8563" y="5010"/>
                      <a:pt x="8535" y="5335"/>
                      <a:pt x="8461" y="5659"/>
                    </a:cubicBezTo>
                    <a:cubicBezTo>
                      <a:pt x="8442" y="5752"/>
                      <a:pt x="8489" y="5845"/>
                      <a:pt x="8572" y="5891"/>
                    </a:cubicBezTo>
                    <a:lnTo>
                      <a:pt x="9379" y="6309"/>
                    </a:lnTo>
                    <a:cubicBezTo>
                      <a:pt x="9426" y="6337"/>
                      <a:pt x="9444" y="6392"/>
                      <a:pt x="9416" y="6439"/>
                    </a:cubicBezTo>
                    <a:lnTo>
                      <a:pt x="8786" y="7654"/>
                    </a:lnTo>
                    <a:cubicBezTo>
                      <a:pt x="8767" y="7682"/>
                      <a:pt x="8749" y="7700"/>
                      <a:pt x="8730" y="7709"/>
                    </a:cubicBezTo>
                    <a:cubicBezTo>
                      <a:pt x="8702" y="7709"/>
                      <a:pt x="8674" y="7709"/>
                      <a:pt x="8656" y="7700"/>
                    </a:cubicBezTo>
                    <a:lnTo>
                      <a:pt x="7849" y="7283"/>
                    </a:lnTo>
                    <a:cubicBezTo>
                      <a:pt x="7818" y="7266"/>
                      <a:pt x="7785" y="7257"/>
                      <a:pt x="7752" y="7257"/>
                    </a:cubicBezTo>
                    <a:cubicBezTo>
                      <a:pt x="7695" y="7257"/>
                      <a:pt x="7639" y="7282"/>
                      <a:pt x="7598" y="7329"/>
                    </a:cubicBezTo>
                    <a:cubicBezTo>
                      <a:pt x="7376" y="7570"/>
                      <a:pt x="7125" y="7784"/>
                      <a:pt x="6847" y="7951"/>
                    </a:cubicBezTo>
                    <a:cubicBezTo>
                      <a:pt x="6763" y="8006"/>
                      <a:pt x="6726" y="8108"/>
                      <a:pt x="6754" y="8201"/>
                    </a:cubicBezTo>
                    <a:lnTo>
                      <a:pt x="7032" y="9064"/>
                    </a:lnTo>
                    <a:cubicBezTo>
                      <a:pt x="7051" y="9110"/>
                      <a:pt x="7023" y="9166"/>
                      <a:pt x="6967" y="9184"/>
                    </a:cubicBezTo>
                    <a:lnTo>
                      <a:pt x="5659" y="9593"/>
                    </a:lnTo>
                    <a:cubicBezTo>
                      <a:pt x="5650" y="9596"/>
                      <a:pt x="5640" y="9598"/>
                      <a:pt x="5630" y="9598"/>
                    </a:cubicBezTo>
                    <a:cubicBezTo>
                      <a:pt x="5591" y="9598"/>
                      <a:pt x="5554" y="9572"/>
                      <a:pt x="5539" y="9528"/>
                    </a:cubicBezTo>
                    <a:lnTo>
                      <a:pt x="5270" y="8665"/>
                    </a:lnTo>
                    <a:cubicBezTo>
                      <a:pt x="5242" y="8581"/>
                      <a:pt x="5158" y="8526"/>
                      <a:pt x="5066" y="8526"/>
                    </a:cubicBezTo>
                    <a:cubicBezTo>
                      <a:pt x="5066" y="8526"/>
                      <a:pt x="5056" y="8526"/>
                      <a:pt x="5056" y="8517"/>
                    </a:cubicBezTo>
                    <a:cubicBezTo>
                      <a:pt x="4992" y="8520"/>
                      <a:pt x="4926" y="8522"/>
                      <a:pt x="4861" y="8522"/>
                    </a:cubicBezTo>
                    <a:cubicBezTo>
                      <a:pt x="4599" y="8522"/>
                      <a:pt x="4335" y="8492"/>
                      <a:pt x="4082" y="8433"/>
                    </a:cubicBezTo>
                    <a:cubicBezTo>
                      <a:pt x="4069" y="8430"/>
                      <a:pt x="4055" y="8429"/>
                      <a:pt x="4041" y="8429"/>
                    </a:cubicBezTo>
                    <a:cubicBezTo>
                      <a:pt x="3963" y="8429"/>
                      <a:pt x="3890" y="8473"/>
                      <a:pt x="3850" y="8544"/>
                    </a:cubicBezTo>
                    <a:lnTo>
                      <a:pt x="3433" y="9351"/>
                    </a:lnTo>
                    <a:cubicBezTo>
                      <a:pt x="3424" y="9370"/>
                      <a:pt x="3396" y="9389"/>
                      <a:pt x="3377" y="9398"/>
                    </a:cubicBezTo>
                    <a:cubicBezTo>
                      <a:pt x="3350" y="9398"/>
                      <a:pt x="3322" y="9398"/>
                      <a:pt x="3303" y="9389"/>
                    </a:cubicBezTo>
                    <a:lnTo>
                      <a:pt x="2088" y="8758"/>
                    </a:lnTo>
                    <a:cubicBezTo>
                      <a:pt x="2042" y="8730"/>
                      <a:pt x="2023" y="8674"/>
                      <a:pt x="2042" y="8628"/>
                    </a:cubicBezTo>
                    <a:lnTo>
                      <a:pt x="2459" y="7821"/>
                    </a:lnTo>
                    <a:cubicBezTo>
                      <a:pt x="2505" y="7737"/>
                      <a:pt x="2487" y="7635"/>
                      <a:pt x="2413" y="7570"/>
                    </a:cubicBezTo>
                    <a:cubicBezTo>
                      <a:pt x="2171" y="7348"/>
                      <a:pt x="1967" y="7097"/>
                      <a:pt x="1791" y="6819"/>
                    </a:cubicBezTo>
                    <a:cubicBezTo>
                      <a:pt x="1748" y="6754"/>
                      <a:pt x="1676" y="6717"/>
                      <a:pt x="1607" y="6717"/>
                    </a:cubicBezTo>
                    <a:cubicBezTo>
                      <a:pt x="1588" y="6717"/>
                      <a:pt x="1568" y="6720"/>
                      <a:pt x="1550" y="6726"/>
                    </a:cubicBezTo>
                    <a:lnTo>
                      <a:pt x="678" y="7004"/>
                    </a:lnTo>
                    <a:cubicBezTo>
                      <a:pt x="668" y="7008"/>
                      <a:pt x="658" y="7010"/>
                      <a:pt x="648" y="7010"/>
                    </a:cubicBezTo>
                    <a:cubicBezTo>
                      <a:pt x="610" y="7010"/>
                      <a:pt x="572" y="6984"/>
                      <a:pt x="557" y="6939"/>
                    </a:cubicBezTo>
                    <a:lnTo>
                      <a:pt x="149" y="5631"/>
                    </a:lnTo>
                    <a:cubicBezTo>
                      <a:pt x="131" y="5585"/>
                      <a:pt x="158" y="5529"/>
                      <a:pt x="214" y="5511"/>
                    </a:cubicBezTo>
                    <a:lnTo>
                      <a:pt x="1077" y="5242"/>
                    </a:lnTo>
                    <a:cubicBezTo>
                      <a:pt x="1160" y="5214"/>
                      <a:pt x="1225" y="5121"/>
                      <a:pt x="1216" y="5028"/>
                    </a:cubicBezTo>
                    <a:cubicBezTo>
                      <a:pt x="1207" y="4704"/>
                      <a:pt x="1234" y="4370"/>
                      <a:pt x="1309" y="4054"/>
                    </a:cubicBezTo>
                    <a:cubicBezTo>
                      <a:pt x="1327" y="3962"/>
                      <a:pt x="1281" y="3860"/>
                      <a:pt x="1197" y="3823"/>
                    </a:cubicBezTo>
                    <a:lnTo>
                      <a:pt x="390" y="3405"/>
                    </a:lnTo>
                    <a:cubicBezTo>
                      <a:pt x="372" y="3387"/>
                      <a:pt x="353" y="3368"/>
                      <a:pt x="344" y="3349"/>
                    </a:cubicBezTo>
                    <a:cubicBezTo>
                      <a:pt x="335" y="3322"/>
                      <a:pt x="344" y="3294"/>
                      <a:pt x="353" y="3275"/>
                    </a:cubicBezTo>
                    <a:lnTo>
                      <a:pt x="984" y="2060"/>
                    </a:lnTo>
                    <a:cubicBezTo>
                      <a:pt x="1005" y="2026"/>
                      <a:pt x="1041" y="2006"/>
                      <a:pt x="1077" y="2006"/>
                    </a:cubicBezTo>
                    <a:cubicBezTo>
                      <a:pt x="1089" y="2006"/>
                      <a:pt x="1102" y="2009"/>
                      <a:pt x="1114" y="2014"/>
                    </a:cubicBezTo>
                    <a:lnTo>
                      <a:pt x="1921" y="2431"/>
                    </a:lnTo>
                    <a:cubicBezTo>
                      <a:pt x="1952" y="2448"/>
                      <a:pt x="1985" y="2456"/>
                      <a:pt x="2018" y="2456"/>
                    </a:cubicBezTo>
                    <a:cubicBezTo>
                      <a:pt x="2074" y="2456"/>
                      <a:pt x="2130" y="2432"/>
                      <a:pt x="2171" y="2385"/>
                    </a:cubicBezTo>
                    <a:cubicBezTo>
                      <a:pt x="2394" y="2143"/>
                      <a:pt x="2645" y="1930"/>
                      <a:pt x="2923" y="1763"/>
                    </a:cubicBezTo>
                    <a:cubicBezTo>
                      <a:pt x="2997" y="1707"/>
                      <a:pt x="3034" y="1605"/>
                      <a:pt x="3006" y="1513"/>
                    </a:cubicBezTo>
                    <a:lnTo>
                      <a:pt x="2737" y="650"/>
                    </a:lnTo>
                    <a:cubicBezTo>
                      <a:pt x="2728" y="631"/>
                      <a:pt x="2728" y="604"/>
                      <a:pt x="2747" y="585"/>
                    </a:cubicBezTo>
                    <a:cubicBezTo>
                      <a:pt x="2756" y="557"/>
                      <a:pt x="2774" y="539"/>
                      <a:pt x="2802" y="529"/>
                    </a:cubicBezTo>
                    <a:lnTo>
                      <a:pt x="4110" y="121"/>
                    </a:lnTo>
                    <a:cubicBezTo>
                      <a:pt x="4120" y="117"/>
                      <a:pt x="4131" y="114"/>
                      <a:pt x="4144" y="114"/>
                    </a:cubicBezTo>
                    <a:close/>
                    <a:moveTo>
                      <a:pt x="4132" y="0"/>
                    </a:moveTo>
                    <a:cubicBezTo>
                      <a:pt x="4113" y="0"/>
                      <a:pt x="4093" y="3"/>
                      <a:pt x="4073" y="10"/>
                    </a:cubicBezTo>
                    <a:lnTo>
                      <a:pt x="2765" y="427"/>
                    </a:lnTo>
                    <a:cubicBezTo>
                      <a:pt x="2709" y="446"/>
                      <a:pt x="2663" y="483"/>
                      <a:pt x="2645" y="529"/>
                    </a:cubicBezTo>
                    <a:cubicBezTo>
                      <a:pt x="2617" y="585"/>
                      <a:pt x="2607" y="641"/>
                      <a:pt x="2626" y="696"/>
                    </a:cubicBezTo>
                    <a:lnTo>
                      <a:pt x="2895" y="1559"/>
                    </a:lnTo>
                    <a:cubicBezTo>
                      <a:pt x="2914" y="1596"/>
                      <a:pt x="2895" y="1643"/>
                      <a:pt x="2858" y="1661"/>
                    </a:cubicBezTo>
                    <a:cubicBezTo>
                      <a:pt x="2570" y="1847"/>
                      <a:pt x="2311" y="2060"/>
                      <a:pt x="2088" y="2310"/>
                    </a:cubicBezTo>
                    <a:cubicBezTo>
                      <a:pt x="2069" y="2335"/>
                      <a:pt x="2043" y="2348"/>
                      <a:pt x="2016" y="2348"/>
                    </a:cubicBezTo>
                    <a:cubicBezTo>
                      <a:pt x="2002" y="2348"/>
                      <a:pt x="1989" y="2344"/>
                      <a:pt x="1977" y="2338"/>
                    </a:cubicBezTo>
                    <a:lnTo>
                      <a:pt x="1170" y="1921"/>
                    </a:lnTo>
                    <a:cubicBezTo>
                      <a:pt x="1137" y="1903"/>
                      <a:pt x="1102" y="1895"/>
                      <a:pt x="1068" y="1895"/>
                    </a:cubicBezTo>
                    <a:cubicBezTo>
                      <a:pt x="993" y="1895"/>
                      <a:pt x="920" y="1934"/>
                      <a:pt x="882" y="2004"/>
                    </a:cubicBezTo>
                    <a:lnTo>
                      <a:pt x="251" y="3229"/>
                    </a:lnTo>
                    <a:cubicBezTo>
                      <a:pt x="223" y="3275"/>
                      <a:pt x="223" y="3331"/>
                      <a:pt x="233" y="3387"/>
                    </a:cubicBezTo>
                    <a:cubicBezTo>
                      <a:pt x="251" y="3442"/>
                      <a:pt x="288" y="3479"/>
                      <a:pt x="344" y="3507"/>
                    </a:cubicBezTo>
                    <a:lnTo>
                      <a:pt x="1142" y="3925"/>
                    </a:lnTo>
                    <a:cubicBezTo>
                      <a:pt x="1179" y="3943"/>
                      <a:pt x="1197" y="3990"/>
                      <a:pt x="1188" y="4036"/>
                    </a:cubicBezTo>
                    <a:cubicBezTo>
                      <a:pt x="1114" y="4361"/>
                      <a:pt x="1086" y="4695"/>
                      <a:pt x="1105" y="5038"/>
                    </a:cubicBezTo>
                    <a:cubicBezTo>
                      <a:pt x="1105" y="5084"/>
                      <a:pt x="1086" y="5121"/>
                      <a:pt x="1040" y="5131"/>
                    </a:cubicBezTo>
                    <a:lnTo>
                      <a:pt x="177" y="5409"/>
                    </a:lnTo>
                    <a:cubicBezTo>
                      <a:pt x="66" y="5437"/>
                      <a:pt x="1" y="5557"/>
                      <a:pt x="38" y="5669"/>
                    </a:cubicBezTo>
                    <a:lnTo>
                      <a:pt x="455" y="6977"/>
                    </a:lnTo>
                    <a:cubicBezTo>
                      <a:pt x="478" y="7067"/>
                      <a:pt x="561" y="7126"/>
                      <a:pt x="651" y="7126"/>
                    </a:cubicBezTo>
                    <a:cubicBezTo>
                      <a:pt x="672" y="7126"/>
                      <a:pt x="694" y="7123"/>
                      <a:pt x="715" y="7116"/>
                    </a:cubicBezTo>
                    <a:lnTo>
                      <a:pt x="1578" y="6847"/>
                    </a:lnTo>
                    <a:cubicBezTo>
                      <a:pt x="1590" y="6842"/>
                      <a:pt x="1603" y="6839"/>
                      <a:pt x="1614" y="6839"/>
                    </a:cubicBezTo>
                    <a:cubicBezTo>
                      <a:pt x="1647" y="6839"/>
                      <a:pt x="1675" y="6857"/>
                      <a:pt x="1689" y="6884"/>
                    </a:cubicBezTo>
                    <a:cubicBezTo>
                      <a:pt x="1875" y="7171"/>
                      <a:pt x="2088" y="7431"/>
                      <a:pt x="2338" y="7654"/>
                    </a:cubicBezTo>
                    <a:cubicBezTo>
                      <a:pt x="2375" y="7691"/>
                      <a:pt x="2375" y="7728"/>
                      <a:pt x="2357" y="7774"/>
                    </a:cubicBezTo>
                    <a:lnTo>
                      <a:pt x="1939" y="8572"/>
                    </a:lnTo>
                    <a:cubicBezTo>
                      <a:pt x="1893" y="8674"/>
                      <a:pt x="1930" y="8804"/>
                      <a:pt x="2032" y="8860"/>
                    </a:cubicBezTo>
                    <a:lnTo>
                      <a:pt x="3247" y="9491"/>
                    </a:lnTo>
                    <a:cubicBezTo>
                      <a:pt x="3283" y="9509"/>
                      <a:pt x="3319" y="9519"/>
                      <a:pt x="3355" y="9519"/>
                    </a:cubicBezTo>
                    <a:cubicBezTo>
                      <a:pt x="3375" y="9519"/>
                      <a:pt x="3395" y="9516"/>
                      <a:pt x="3414" y="9509"/>
                    </a:cubicBezTo>
                    <a:cubicBezTo>
                      <a:pt x="3461" y="9491"/>
                      <a:pt x="3507" y="9453"/>
                      <a:pt x="3535" y="9407"/>
                    </a:cubicBezTo>
                    <a:lnTo>
                      <a:pt x="3953" y="8600"/>
                    </a:lnTo>
                    <a:cubicBezTo>
                      <a:pt x="3968" y="8569"/>
                      <a:pt x="4002" y="8551"/>
                      <a:pt x="4040" y="8551"/>
                    </a:cubicBezTo>
                    <a:cubicBezTo>
                      <a:pt x="4048" y="8551"/>
                      <a:pt x="4056" y="8552"/>
                      <a:pt x="4064" y="8554"/>
                    </a:cubicBezTo>
                    <a:cubicBezTo>
                      <a:pt x="4324" y="8613"/>
                      <a:pt x="4589" y="8643"/>
                      <a:pt x="4861" y="8643"/>
                    </a:cubicBezTo>
                    <a:cubicBezTo>
                      <a:pt x="4929" y="8643"/>
                      <a:pt x="4997" y="8641"/>
                      <a:pt x="5066" y="8637"/>
                    </a:cubicBezTo>
                    <a:cubicBezTo>
                      <a:pt x="5112" y="8637"/>
                      <a:pt x="5149" y="8665"/>
                      <a:pt x="5158" y="8702"/>
                    </a:cubicBezTo>
                    <a:lnTo>
                      <a:pt x="5428" y="9565"/>
                    </a:lnTo>
                    <a:cubicBezTo>
                      <a:pt x="5455" y="9658"/>
                      <a:pt x="5539" y="9713"/>
                      <a:pt x="5632" y="9713"/>
                    </a:cubicBezTo>
                    <a:cubicBezTo>
                      <a:pt x="5650" y="9713"/>
                      <a:pt x="5678" y="9713"/>
                      <a:pt x="5697" y="9704"/>
                    </a:cubicBezTo>
                    <a:lnTo>
                      <a:pt x="7005" y="9296"/>
                    </a:lnTo>
                    <a:cubicBezTo>
                      <a:pt x="7116" y="9259"/>
                      <a:pt x="7172" y="9138"/>
                      <a:pt x="7144" y="9027"/>
                    </a:cubicBezTo>
                    <a:lnTo>
                      <a:pt x="6865" y="8164"/>
                    </a:lnTo>
                    <a:cubicBezTo>
                      <a:pt x="6856" y="8127"/>
                      <a:pt x="6875" y="8081"/>
                      <a:pt x="6912" y="8053"/>
                    </a:cubicBezTo>
                    <a:cubicBezTo>
                      <a:pt x="7190" y="7876"/>
                      <a:pt x="7450" y="7654"/>
                      <a:pt x="7682" y="7413"/>
                    </a:cubicBezTo>
                    <a:cubicBezTo>
                      <a:pt x="7700" y="7388"/>
                      <a:pt x="7727" y="7375"/>
                      <a:pt x="7754" y="7375"/>
                    </a:cubicBezTo>
                    <a:cubicBezTo>
                      <a:pt x="7767" y="7375"/>
                      <a:pt x="7781" y="7379"/>
                      <a:pt x="7793" y="7385"/>
                    </a:cubicBezTo>
                    <a:lnTo>
                      <a:pt x="8600" y="7802"/>
                    </a:lnTo>
                    <a:cubicBezTo>
                      <a:pt x="8630" y="7820"/>
                      <a:pt x="8664" y="7830"/>
                      <a:pt x="8699" y="7830"/>
                    </a:cubicBezTo>
                    <a:cubicBezTo>
                      <a:pt x="8718" y="7830"/>
                      <a:pt x="8738" y="7827"/>
                      <a:pt x="8758" y="7821"/>
                    </a:cubicBezTo>
                    <a:cubicBezTo>
                      <a:pt x="8814" y="7802"/>
                      <a:pt x="8860" y="7765"/>
                      <a:pt x="8888" y="7709"/>
                    </a:cubicBezTo>
                    <a:lnTo>
                      <a:pt x="9519" y="6494"/>
                    </a:lnTo>
                    <a:cubicBezTo>
                      <a:pt x="9574" y="6392"/>
                      <a:pt x="9528" y="6262"/>
                      <a:pt x="9426" y="6207"/>
                    </a:cubicBezTo>
                    <a:lnTo>
                      <a:pt x="8619" y="5789"/>
                    </a:lnTo>
                    <a:cubicBezTo>
                      <a:pt x="8582" y="5771"/>
                      <a:pt x="8563" y="5734"/>
                      <a:pt x="8572" y="5687"/>
                    </a:cubicBezTo>
                    <a:cubicBezTo>
                      <a:pt x="8647" y="5353"/>
                      <a:pt x="8674" y="5019"/>
                      <a:pt x="8665" y="4685"/>
                    </a:cubicBezTo>
                    <a:cubicBezTo>
                      <a:pt x="8665" y="4639"/>
                      <a:pt x="8684" y="4602"/>
                      <a:pt x="8730" y="4583"/>
                    </a:cubicBezTo>
                    <a:lnTo>
                      <a:pt x="9593" y="4314"/>
                    </a:lnTo>
                    <a:cubicBezTo>
                      <a:pt x="9648" y="4296"/>
                      <a:pt x="9686" y="4259"/>
                      <a:pt x="9713" y="4212"/>
                    </a:cubicBezTo>
                    <a:cubicBezTo>
                      <a:pt x="9741" y="4156"/>
                      <a:pt x="9750" y="4101"/>
                      <a:pt x="9732" y="4045"/>
                    </a:cubicBezTo>
                    <a:lnTo>
                      <a:pt x="9314" y="2737"/>
                    </a:lnTo>
                    <a:cubicBezTo>
                      <a:pt x="9296" y="2682"/>
                      <a:pt x="9259" y="2644"/>
                      <a:pt x="9212" y="2617"/>
                    </a:cubicBezTo>
                    <a:cubicBezTo>
                      <a:pt x="9182" y="2599"/>
                      <a:pt x="9145" y="2588"/>
                      <a:pt x="9109" y="2588"/>
                    </a:cubicBezTo>
                    <a:cubicBezTo>
                      <a:pt x="9090" y="2588"/>
                      <a:pt x="9071" y="2591"/>
                      <a:pt x="9055" y="2598"/>
                    </a:cubicBezTo>
                    <a:lnTo>
                      <a:pt x="8183" y="2876"/>
                    </a:lnTo>
                    <a:cubicBezTo>
                      <a:pt x="8176" y="2878"/>
                      <a:pt x="8170" y="2879"/>
                      <a:pt x="8163" y="2879"/>
                    </a:cubicBezTo>
                    <a:cubicBezTo>
                      <a:pt x="8130" y="2879"/>
                      <a:pt x="8096" y="2861"/>
                      <a:pt x="8081" y="2830"/>
                    </a:cubicBezTo>
                    <a:cubicBezTo>
                      <a:pt x="7895" y="2552"/>
                      <a:pt x="7682" y="2292"/>
                      <a:pt x="7431" y="2060"/>
                    </a:cubicBezTo>
                    <a:cubicBezTo>
                      <a:pt x="7394" y="2032"/>
                      <a:pt x="7385" y="1986"/>
                      <a:pt x="7413" y="1949"/>
                    </a:cubicBezTo>
                    <a:lnTo>
                      <a:pt x="7830" y="1142"/>
                    </a:lnTo>
                    <a:cubicBezTo>
                      <a:pt x="7849" y="1095"/>
                      <a:pt x="7858" y="1040"/>
                      <a:pt x="7839" y="984"/>
                    </a:cubicBezTo>
                    <a:cubicBezTo>
                      <a:pt x="7821" y="928"/>
                      <a:pt x="7784" y="882"/>
                      <a:pt x="7737" y="854"/>
                    </a:cubicBezTo>
                    <a:lnTo>
                      <a:pt x="6522" y="223"/>
                    </a:lnTo>
                    <a:cubicBezTo>
                      <a:pt x="6492" y="208"/>
                      <a:pt x="6461" y="201"/>
                      <a:pt x="6430" y="201"/>
                    </a:cubicBezTo>
                    <a:cubicBezTo>
                      <a:pt x="6405" y="201"/>
                      <a:pt x="6380" y="206"/>
                      <a:pt x="6355" y="214"/>
                    </a:cubicBezTo>
                    <a:cubicBezTo>
                      <a:pt x="6300" y="232"/>
                      <a:pt x="6262" y="270"/>
                      <a:pt x="6235" y="316"/>
                    </a:cubicBezTo>
                    <a:lnTo>
                      <a:pt x="5817" y="1123"/>
                    </a:lnTo>
                    <a:cubicBezTo>
                      <a:pt x="5802" y="1154"/>
                      <a:pt x="5767" y="1172"/>
                      <a:pt x="5730" y="1172"/>
                    </a:cubicBezTo>
                    <a:cubicBezTo>
                      <a:pt x="5722" y="1172"/>
                      <a:pt x="5714" y="1171"/>
                      <a:pt x="5706" y="1169"/>
                    </a:cubicBezTo>
                    <a:cubicBezTo>
                      <a:pt x="5421" y="1104"/>
                      <a:pt x="5129" y="1075"/>
                      <a:pt x="4830" y="1075"/>
                    </a:cubicBezTo>
                    <a:cubicBezTo>
                      <a:pt x="4788" y="1075"/>
                      <a:pt x="4746" y="1076"/>
                      <a:pt x="4704" y="1077"/>
                    </a:cubicBezTo>
                    <a:cubicBezTo>
                      <a:pt x="4699" y="1078"/>
                      <a:pt x="4694" y="1078"/>
                      <a:pt x="4689" y="1078"/>
                    </a:cubicBezTo>
                    <a:cubicBezTo>
                      <a:pt x="4655" y="1078"/>
                      <a:pt x="4619" y="1052"/>
                      <a:pt x="4611" y="1012"/>
                    </a:cubicBezTo>
                    <a:lnTo>
                      <a:pt x="4342" y="149"/>
                    </a:lnTo>
                    <a:cubicBezTo>
                      <a:pt x="4324" y="93"/>
                      <a:pt x="4286" y="56"/>
                      <a:pt x="4231" y="28"/>
                    </a:cubicBezTo>
                    <a:cubicBezTo>
                      <a:pt x="4201" y="10"/>
                      <a:pt x="4167" y="0"/>
                      <a:pt x="413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6" name="Google Shape;286;p19"/>
              <p:cNvSpPr/>
              <p:nvPr/>
            </p:nvSpPr>
            <p:spPr>
              <a:xfrm>
                <a:off x="7084600" y="1809400"/>
                <a:ext cx="406325" cy="280875"/>
              </a:xfrm>
              <a:custGeom>
                <a:avLst/>
                <a:gdLst/>
                <a:ahLst/>
                <a:cxnLst/>
                <a:rect l="l" t="t" r="r" b="b"/>
                <a:pathLst>
                  <a:path w="16253" h="11235" extrusionOk="0">
                    <a:moveTo>
                      <a:pt x="427" y="0"/>
                    </a:moveTo>
                    <a:cubicBezTo>
                      <a:pt x="195" y="0"/>
                      <a:pt x="0" y="195"/>
                      <a:pt x="0" y="427"/>
                    </a:cubicBezTo>
                    <a:lnTo>
                      <a:pt x="0" y="11086"/>
                    </a:lnTo>
                    <a:cubicBezTo>
                      <a:pt x="0" y="11169"/>
                      <a:pt x="65" y="11234"/>
                      <a:pt x="149" y="11234"/>
                    </a:cubicBezTo>
                    <a:lnTo>
                      <a:pt x="16104" y="11234"/>
                    </a:lnTo>
                    <a:cubicBezTo>
                      <a:pt x="16188" y="11234"/>
                      <a:pt x="16253" y="11169"/>
                      <a:pt x="16253" y="11086"/>
                    </a:cubicBezTo>
                    <a:lnTo>
                      <a:pt x="16253" y="427"/>
                    </a:lnTo>
                    <a:cubicBezTo>
                      <a:pt x="16253" y="195"/>
                      <a:pt x="16058" y="0"/>
                      <a:pt x="158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7" name="Google Shape;287;p19"/>
              <p:cNvSpPr/>
              <p:nvPr/>
            </p:nvSpPr>
            <p:spPr>
              <a:xfrm>
                <a:off x="7083200" y="1808000"/>
                <a:ext cx="409125" cy="283900"/>
              </a:xfrm>
              <a:custGeom>
                <a:avLst/>
                <a:gdLst/>
                <a:ahLst/>
                <a:cxnLst/>
                <a:rect l="l" t="t" r="r" b="b"/>
                <a:pathLst>
                  <a:path w="16365" h="11356" extrusionOk="0">
                    <a:moveTo>
                      <a:pt x="15882" y="121"/>
                    </a:moveTo>
                    <a:cubicBezTo>
                      <a:pt x="16086" y="121"/>
                      <a:pt x="16244" y="279"/>
                      <a:pt x="16244" y="483"/>
                    </a:cubicBezTo>
                    <a:lnTo>
                      <a:pt x="16244" y="11142"/>
                    </a:lnTo>
                    <a:cubicBezTo>
                      <a:pt x="16244" y="11198"/>
                      <a:pt x="16207" y="11235"/>
                      <a:pt x="16160" y="11235"/>
                    </a:cubicBezTo>
                    <a:lnTo>
                      <a:pt x="205" y="11235"/>
                    </a:lnTo>
                    <a:cubicBezTo>
                      <a:pt x="158" y="11235"/>
                      <a:pt x="112" y="11198"/>
                      <a:pt x="112" y="11142"/>
                    </a:cubicBezTo>
                    <a:lnTo>
                      <a:pt x="112" y="483"/>
                    </a:lnTo>
                    <a:cubicBezTo>
                      <a:pt x="112" y="279"/>
                      <a:pt x="279" y="121"/>
                      <a:pt x="483" y="121"/>
                    </a:cubicBezTo>
                    <a:close/>
                    <a:moveTo>
                      <a:pt x="483" y="1"/>
                    </a:moveTo>
                    <a:cubicBezTo>
                      <a:pt x="214" y="1"/>
                      <a:pt x="0" y="214"/>
                      <a:pt x="0" y="483"/>
                    </a:cubicBezTo>
                    <a:lnTo>
                      <a:pt x="0" y="11142"/>
                    </a:lnTo>
                    <a:cubicBezTo>
                      <a:pt x="0" y="11262"/>
                      <a:pt x="93" y="11355"/>
                      <a:pt x="205" y="11355"/>
                    </a:cubicBezTo>
                    <a:lnTo>
                      <a:pt x="16160" y="11355"/>
                    </a:lnTo>
                    <a:cubicBezTo>
                      <a:pt x="16272" y="11355"/>
                      <a:pt x="16365" y="11262"/>
                      <a:pt x="16365" y="11142"/>
                    </a:cubicBezTo>
                    <a:lnTo>
                      <a:pt x="16365" y="483"/>
                    </a:lnTo>
                    <a:cubicBezTo>
                      <a:pt x="16365" y="214"/>
                      <a:pt x="16151" y="1"/>
                      <a:pt x="1588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8" name="Google Shape;288;p19"/>
              <p:cNvSpPr/>
              <p:nvPr/>
            </p:nvSpPr>
            <p:spPr>
              <a:xfrm>
                <a:off x="7114275" y="1836525"/>
                <a:ext cx="346975" cy="226850"/>
              </a:xfrm>
              <a:custGeom>
                <a:avLst/>
                <a:gdLst/>
                <a:ahLst/>
                <a:cxnLst/>
                <a:rect l="l" t="t" r="r" b="b"/>
                <a:pathLst>
                  <a:path w="13879" h="9074" extrusionOk="0">
                    <a:moveTo>
                      <a:pt x="1" y="1"/>
                    </a:moveTo>
                    <a:lnTo>
                      <a:pt x="1" y="9073"/>
                    </a:lnTo>
                    <a:lnTo>
                      <a:pt x="13879" y="9073"/>
                    </a:lnTo>
                    <a:lnTo>
                      <a:pt x="13879" y="7394"/>
                    </a:lnTo>
                    <a:lnTo>
                      <a:pt x="13879" y="2097"/>
                    </a:lnTo>
                    <a:lnTo>
                      <a:pt x="1387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89" name="Google Shape;289;p19"/>
              <p:cNvSpPr/>
              <p:nvPr/>
            </p:nvSpPr>
            <p:spPr>
              <a:xfrm>
                <a:off x="7112875" y="1834900"/>
                <a:ext cx="349775" cy="229850"/>
              </a:xfrm>
              <a:custGeom>
                <a:avLst/>
                <a:gdLst/>
                <a:ahLst/>
                <a:cxnLst/>
                <a:rect l="l" t="t" r="r" b="b"/>
                <a:pathLst>
                  <a:path w="13991" h="9194" extrusionOk="0">
                    <a:moveTo>
                      <a:pt x="57" y="1"/>
                    </a:moveTo>
                    <a:cubicBezTo>
                      <a:pt x="29" y="1"/>
                      <a:pt x="1" y="29"/>
                      <a:pt x="1" y="66"/>
                    </a:cubicBezTo>
                    <a:lnTo>
                      <a:pt x="1" y="9138"/>
                    </a:lnTo>
                    <a:cubicBezTo>
                      <a:pt x="1" y="9175"/>
                      <a:pt x="29" y="9194"/>
                      <a:pt x="57" y="9194"/>
                    </a:cubicBezTo>
                    <a:lnTo>
                      <a:pt x="13935" y="9194"/>
                    </a:lnTo>
                    <a:cubicBezTo>
                      <a:pt x="13962" y="9194"/>
                      <a:pt x="13990" y="9175"/>
                      <a:pt x="13990" y="9138"/>
                    </a:cubicBezTo>
                    <a:lnTo>
                      <a:pt x="13990" y="7459"/>
                    </a:lnTo>
                    <a:cubicBezTo>
                      <a:pt x="13990" y="7431"/>
                      <a:pt x="13962" y="7403"/>
                      <a:pt x="13935" y="7403"/>
                    </a:cubicBezTo>
                    <a:cubicBezTo>
                      <a:pt x="13897" y="7403"/>
                      <a:pt x="13870" y="7431"/>
                      <a:pt x="13870" y="7459"/>
                    </a:cubicBezTo>
                    <a:lnTo>
                      <a:pt x="13870" y="9083"/>
                    </a:lnTo>
                    <a:lnTo>
                      <a:pt x="112" y="9083"/>
                    </a:lnTo>
                    <a:lnTo>
                      <a:pt x="112" y="121"/>
                    </a:lnTo>
                    <a:lnTo>
                      <a:pt x="13870" y="121"/>
                    </a:lnTo>
                    <a:lnTo>
                      <a:pt x="13870" y="2162"/>
                    </a:lnTo>
                    <a:cubicBezTo>
                      <a:pt x="13870" y="2190"/>
                      <a:pt x="13897" y="2218"/>
                      <a:pt x="13935" y="2218"/>
                    </a:cubicBezTo>
                    <a:cubicBezTo>
                      <a:pt x="13962" y="2218"/>
                      <a:pt x="13990" y="2190"/>
                      <a:pt x="13990" y="2162"/>
                    </a:cubicBezTo>
                    <a:lnTo>
                      <a:pt x="13990" y="66"/>
                    </a:lnTo>
                    <a:cubicBezTo>
                      <a:pt x="13990" y="29"/>
                      <a:pt x="13962" y="1"/>
                      <a:pt x="13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0" name="Google Shape;290;p19"/>
              <p:cNvSpPr/>
              <p:nvPr/>
            </p:nvSpPr>
            <p:spPr>
              <a:xfrm>
                <a:off x="7459600" y="1907275"/>
                <a:ext cx="3050" cy="76075"/>
              </a:xfrm>
              <a:custGeom>
                <a:avLst/>
                <a:gdLst/>
                <a:ahLst/>
                <a:cxnLst/>
                <a:rect l="l" t="t" r="r" b="b"/>
                <a:pathLst>
                  <a:path w="122" h="3043" extrusionOk="0">
                    <a:moveTo>
                      <a:pt x="66" y="0"/>
                    </a:moveTo>
                    <a:cubicBezTo>
                      <a:pt x="28" y="0"/>
                      <a:pt x="1" y="19"/>
                      <a:pt x="1" y="56"/>
                    </a:cubicBezTo>
                    <a:lnTo>
                      <a:pt x="1" y="2987"/>
                    </a:lnTo>
                    <a:cubicBezTo>
                      <a:pt x="1" y="3015"/>
                      <a:pt x="28" y="3043"/>
                      <a:pt x="66" y="3043"/>
                    </a:cubicBezTo>
                    <a:cubicBezTo>
                      <a:pt x="93" y="3043"/>
                      <a:pt x="121" y="3015"/>
                      <a:pt x="121" y="2987"/>
                    </a:cubicBezTo>
                    <a:lnTo>
                      <a:pt x="121" y="56"/>
                    </a:lnTo>
                    <a:cubicBezTo>
                      <a:pt x="121" y="19"/>
                      <a:pt x="93" y="0"/>
                      <a:pt x="6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1" name="Google Shape;291;p19"/>
              <p:cNvSpPr/>
              <p:nvPr/>
            </p:nvSpPr>
            <p:spPr>
              <a:xfrm>
                <a:off x="7283100" y="1818675"/>
                <a:ext cx="9325" cy="9075"/>
              </a:xfrm>
              <a:custGeom>
                <a:avLst/>
                <a:gdLst/>
                <a:ahLst/>
                <a:cxnLst/>
                <a:rect l="l" t="t" r="r" b="b"/>
                <a:pathLst>
                  <a:path w="373" h="363" extrusionOk="0">
                    <a:moveTo>
                      <a:pt x="187" y="121"/>
                    </a:moveTo>
                    <a:cubicBezTo>
                      <a:pt x="224" y="121"/>
                      <a:pt x="251" y="149"/>
                      <a:pt x="251" y="186"/>
                    </a:cubicBezTo>
                    <a:cubicBezTo>
                      <a:pt x="251" y="223"/>
                      <a:pt x="224" y="251"/>
                      <a:pt x="187" y="251"/>
                    </a:cubicBezTo>
                    <a:cubicBezTo>
                      <a:pt x="149" y="251"/>
                      <a:pt x="122" y="223"/>
                      <a:pt x="122" y="186"/>
                    </a:cubicBezTo>
                    <a:cubicBezTo>
                      <a:pt x="122" y="149"/>
                      <a:pt x="149" y="121"/>
                      <a:pt x="187" y="121"/>
                    </a:cubicBezTo>
                    <a:close/>
                    <a:moveTo>
                      <a:pt x="187" y="0"/>
                    </a:moveTo>
                    <a:cubicBezTo>
                      <a:pt x="84" y="0"/>
                      <a:pt x="1" y="84"/>
                      <a:pt x="1" y="186"/>
                    </a:cubicBezTo>
                    <a:cubicBezTo>
                      <a:pt x="1" y="279"/>
                      <a:pt x="84" y="362"/>
                      <a:pt x="187" y="362"/>
                    </a:cubicBezTo>
                    <a:cubicBezTo>
                      <a:pt x="289" y="362"/>
                      <a:pt x="372" y="288"/>
                      <a:pt x="372" y="186"/>
                    </a:cubicBezTo>
                    <a:cubicBezTo>
                      <a:pt x="372" y="84"/>
                      <a:pt x="289" y="0"/>
                      <a:pt x="18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2" name="Google Shape;292;p19"/>
              <p:cNvSpPr/>
              <p:nvPr/>
            </p:nvSpPr>
            <p:spPr>
              <a:xfrm>
                <a:off x="7018025" y="2088150"/>
                <a:ext cx="539250" cy="36450"/>
              </a:xfrm>
              <a:custGeom>
                <a:avLst/>
                <a:gdLst/>
                <a:ahLst/>
                <a:cxnLst/>
                <a:rect l="l" t="t" r="r" b="b"/>
                <a:pathLst>
                  <a:path w="21570" h="1458" extrusionOk="0">
                    <a:moveTo>
                      <a:pt x="1" y="1"/>
                    </a:moveTo>
                    <a:lnTo>
                      <a:pt x="1" y="891"/>
                    </a:lnTo>
                    <a:cubicBezTo>
                      <a:pt x="1" y="1207"/>
                      <a:pt x="260" y="1457"/>
                      <a:pt x="576" y="1457"/>
                    </a:cubicBezTo>
                    <a:lnTo>
                      <a:pt x="21003" y="1457"/>
                    </a:lnTo>
                    <a:cubicBezTo>
                      <a:pt x="21319" y="1457"/>
                      <a:pt x="21569" y="1207"/>
                      <a:pt x="21569" y="891"/>
                    </a:cubicBezTo>
                    <a:lnTo>
                      <a:pt x="2156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3" name="Google Shape;293;p19"/>
              <p:cNvSpPr/>
              <p:nvPr/>
            </p:nvSpPr>
            <p:spPr>
              <a:xfrm>
                <a:off x="7016650" y="2086775"/>
                <a:ext cx="542225" cy="39200"/>
              </a:xfrm>
              <a:custGeom>
                <a:avLst/>
                <a:gdLst/>
                <a:ahLst/>
                <a:cxnLst/>
                <a:rect l="l" t="t" r="r" b="b"/>
                <a:pathLst>
                  <a:path w="21689" h="1568" extrusionOk="0">
                    <a:moveTo>
                      <a:pt x="21568" y="111"/>
                    </a:moveTo>
                    <a:lnTo>
                      <a:pt x="21568" y="946"/>
                    </a:lnTo>
                    <a:cubicBezTo>
                      <a:pt x="21568" y="1225"/>
                      <a:pt x="21336" y="1457"/>
                      <a:pt x="21058" y="1457"/>
                    </a:cubicBezTo>
                    <a:lnTo>
                      <a:pt x="631" y="1457"/>
                    </a:lnTo>
                    <a:cubicBezTo>
                      <a:pt x="343" y="1457"/>
                      <a:pt x="121" y="1225"/>
                      <a:pt x="121" y="946"/>
                    </a:cubicBezTo>
                    <a:lnTo>
                      <a:pt x="121" y="111"/>
                    </a:lnTo>
                    <a:close/>
                    <a:moveTo>
                      <a:pt x="56" y="0"/>
                    </a:moveTo>
                    <a:cubicBezTo>
                      <a:pt x="28" y="0"/>
                      <a:pt x="0" y="28"/>
                      <a:pt x="0" y="56"/>
                    </a:cubicBezTo>
                    <a:lnTo>
                      <a:pt x="0" y="946"/>
                    </a:lnTo>
                    <a:cubicBezTo>
                      <a:pt x="0" y="1290"/>
                      <a:pt x="278" y="1568"/>
                      <a:pt x="631" y="1568"/>
                    </a:cubicBezTo>
                    <a:lnTo>
                      <a:pt x="21058" y="1568"/>
                    </a:lnTo>
                    <a:cubicBezTo>
                      <a:pt x="21401" y="1568"/>
                      <a:pt x="21689" y="1290"/>
                      <a:pt x="21689" y="946"/>
                    </a:cubicBezTo>
                    <a:lnTo>
                      <a:pt x="21689" y="56"/>
                    </a:lnTo>
                    <a:cubicBezTo>
                      <a:pt x="21689" y="28"/>
                      <a:pt x="21661" y="0"/>
                      <a:pt x="2162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4" name="Google Shape;294;p19"/>
              <p:cNvSpPr/>
              <p:nvPr/>
            </p:nvSpPr>
            <p:spPr>
              <a:xfrm>
                <a:off x="7021750" y="2114600"/>
                <a:ext cx="531800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21272" h="112" extrusionOk="0">
                    <a:moveTo>
                      <a:pt x="65" y="0"/>
                    </a:moveTo>
                    <a:cubicBezTo>
                      <a:pt x="28" y="0"/>
                      <a:pt x="0" y="28"/>
                      <a:pt x="0" y="56"/>
                    </a:cubicBezTo>
                    <a:cubicBezTo>
                      <a:pt x="0" y="93"/>
                      <a:pt x="28" y="112"/>
                      <a:pt x="65" y="112"/>
                    </a:cubicBezTo>
                    <a:lnTo>
                      <a:pt x="21216" y="112"/>
                    </a:lnTo>
                    <a:cubicBezTo>
                      <a:pt x="21253" y="112"/>
                      <a:pt x="21272" y="93"/>
                      <a:pt x="21272" y="56"/>
                    </a:cubicBezTo>
                    <a:cubicBezTo>
                      <a:pt x="21272" y="28"/>
                      <a:pt x="21253" y="0"/>
                      <a:pt x="2121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5" name="Google Shape;295;p19"/>
              <p:cNvSpPr/>
              <p:nvPr/>
            </p:nvSpPr>
            <p:spPr>
              <a:xfrm>
                <a:off x="7236275" y="2090475"/>
                <a:ext cx="102975" cy="11400"/>
              </a:xfrm>
              <a:custGeom>
                <a:avLst/>
                <a:gdLst/>
                <a:ahLst/>
                <a:cxnLst/>
                <a:rect l="l" t="t" r="r" b="b"/>
                <a:pathLst>
                  <a:path w="4119" h="456" extrusionOk="0">
                    <a:moveTo>
                      <a:pt x="0" y="1"/>
                    </a:moveTo>
                    <a:lnTo>
                      <a:pt x="0" y="455"/>
                    </a:lnTo>
                    <a:lnTo>
                      <a:pt x="4119" y="455"/>
                    </a:lnTo>
                    <a:lnTo>
                      <a:pt x="41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6" name="Google Shape;296;p19"/>
              <p:cNvSpPr/>
              <p:nvPr/>
            </p:nvSpPr>
            <p:spPr>
              <a:xfrm>
                <a:off x="7234875" y="2089075"/>
                <a:ext cx="105775" cy="14175"/>
              </a:xfrm>
              <a:custGeom>
                <a:avLst/>
                <a:gdLst/>
                <a:ahLst/>
                <a:cxnLst/>
                <a:rect l="l" t="t" r="r" b="b"/>
                <a:pathLst>
                  <a:path w="4231" h="567" extrusionOk="0">
                    <a:moveTo>
                      <a:pt x="4119" y="112"/>
                    </a:moveTo>
                    <a:lnTo>
                      <a:pt x="4119" y="455"/>
                    </a:lnTo>
                    <a:lnTo>
                      <a:pt x="112" y="455"/>
                    </a:lnTo>
                    <a:lnTo>
                      <a:pt x="112" y="112"/>
                    </a:lnTo>
                    <a:close/>
                    <a:moveTo>
                      <a:pt x="56" y="1"/>
                    </a:moveTo>
                    <a:cubicBezTo>
                      <a:pt x="28" y="1"/>
                      <a:pt x="0" y="19"/>
                      <a:pt x="0" y="57"/>
                    </a:cubicBezTo>
                    <a:lnTo>
                      <a:pt x="0" y="511"/>
                    </a:lnTo>
                    <a:cubicBezTo>
                      <a:pt x="0" y="539"/>
                      <a:pt x="28" y="567"/>
                      <a:pt x="56" y="567"/>
                    </a:cubicBezTo>
                    <a:lnTo>
                      <a:pt x="4175" y="567"/>
                    </a:lnTo>
                    <a:cubicBezTo>
                      <a:pt x="4203" y="567"/>
                      <a:pt x="4231" y="539"/>
                      <a:pt x="4231" y="511"/>
                    </a:cubicBezTo>
                    <a:lnTo>
                      <a:pt x="4231" y="57"/>
                    </a:lnTo>
                    <a:cubicBezTo>
                      <a:pt x="4231" y="19"/>
                      <a:pt x="4203" y="1"/>
                      <a:pt x="417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7" name="Google Shape;297;p19"/>
              <p:cNvSpPr/>
              <p:nvPr/>
            </p:nvSpPr>
            <p:spPr>
              <a:xfrm>
                <a:off x="7183625" y="1879425"/>
                <a:ext cx="185775" cy="159125"/>
              </a:xfrm>
              <a:custGeom>
                <a:avLst/>
                <a:gdLst/>
                <a:ahLst/>
                <a:cxnLst/>
                <a:rect l="l" t="t" r="r" b="b"/>
                <a:pathLst>
                  <a:path w="7431" h="6365" extrusionOk="0">
                    <a:moveTo>
                      <a:pt x="297" y="1"/>
                    </a:moveTo>
                    <a:cubicBezTo>
                      <a:pt x="130" y="1"/>
                      <a:pt x="0" y="140"/>
                      <a:pt x="0" y="298"/>
                    </a:cubicBezTo>
                    <a:lnTo>
                      <a:pt x="0" y="6068"/>
                    </a:lnTo>
                    <a:cubicBezTo>
                      <a:pt x="0" y="6235"/>
                      <a:pt x="130" y="6365"/>
                      <a:pt x="297" y="6365"/>
                    </a:cubicBezTo>
                    <a:lnTo>
                      <a:pt x="7134" y="6365"/>
                    </a:lnTo>
                    <a:cubicBezTo>
                      <a:pt x="7301" y="6365"/>
                      <a:pt x="7431" y="6235"/>
                      <a:pt x="7431" y="6068"/>
                    </a:cubicBezTo>
                    <a:lnTo>
                      <a:pt x="7431" y="298"/>
                    </a:lnTo>
                    <a:cubicBezTo>
                      <a:pt x="7431" y="140"/>
                      <a:pt x="7301" y="1"/>
                      <a:pt x="7134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8" name="Google Shape;298;p19"/>
              <p:cNvSpPr/>
              <p:nvPr/>
            </p:nvSpPr>
            <p:spPr>
              <a:xfrm>
                <a:off x="7195900" y="1866900"/>
                <a:ext cx="185800" cy="159125"/>
              </a:xfrm>
              <a:custGeom>
                <a:avLst/>
                <a:gdLst/>
                <a:ahLst/>
                <a:cxnLst/>
                <a:rect l="l" t="t" r="r" b="b"/>
                <a:pathLst>
                  <a:path w="7432" h="6365" extrusionOk="0">
                    <a:moveTo>
                      <a:pt x="353" y="1"/>
                    </a:moveTo>
                    <a:cubicBezTo>
                      <a:pt x="159" y="1"/>
                      <a:pt x="1" y="159"/>
                      <a:pt x="1" y="353"/>
                    </a:cubicBezTo>
                    <a:lnTo>
                      <a:pt x="1" y="6012"/>
                    </a:lnTo>
                    <a:cubicBezTo>
                      <a:pt x="1" y="6207"/>
                      <a:pt x="159" y="6365"/>
                      <a:pt x="353" y="6365"/>
                    </a:cubicBezTo>
                    <a:lnTo>
                      <a:pt x="7088" y="6365"/>
                    </a:lnTo>
                    <a:cubicBezTo>
                      <a:pt x="7274" y="6365"/>
                      <a:pt x="7432" y="6207"/>
                      <a:pt x="7432" y="6012"/>
                    </a:cubicBezTo>
                    <a:lnTo>
                      <a:pt x="7432" y="353"/>
                    </a:lnTo>
                    <a:cubicBezTo>
                      <a:pt x="7432" y="159"/>
                      <a:pt x="7274" y="1"/>
                      <a:pt x="7088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299" name="Google Shape;299;p19"/>
              <p:cNvSpPr/>
              <p:nvPr/>
            </p:nvSpPr>
            <p:spPr>
              <a:xfrm>
                <a:off x="7194525" y="1865525"/>
                <a:ext cx="188800" cy="161900"/>
              </a:xfrm>
              <a:custGeom>
                <a:avLst/>
                <a:gdLst/>
                <a:ahLst/>
                <a:cxnLst/>
                <a:rect l="l" t="t" r="r" b="b"/>
                <a:pathLst>
                  <a:path w="7552" h="6476" extrusionOk="0">
                    <a:moveTo>
                      <a:pt x="7143" y="112"/>
                    </a:moveTo>
                    <a:cubicBezTo>
                      <a:pt x="7301" y="112"/>
                      <a:pt x="7431" y="241"/>
                      <a:pt x="7431" y="408"/>
                    </a:cubicBezTo>
                    <a:lnTo>
                      <a:pt x="7431" y="6067"/>
                    </a:lnTo>
                    <a:cubicBezTo>
                      <a:pt x="7431" y="6225"/>
                      <a:pt x="7301" y="6355"/>
                      <a:pt x="7143" y="6355"/>
                    </a:cubicBezTo>
                    <a:lnTo>
                      <a:pt x="408" y="6355"/>
                    </a:lnTo>
                    <a:cubicBezTo>
                      <a:pt x="241" y="6355"/>
                      <a:pt x="112" y="6225"/>
                      <a:pt x="112" y="6067"/>
                    </a:cubicBezTo>
                    <a:lnTo>
                      <a:pt x="112" y="408"/>
                    </a:lnTo>
                    <a:cubicBezTo>
                      <a:pt x="112" y="241"/>
                      <a:pt x="241" y="112"/>
                      <a:pt x="408" y="112"/>
                    </a:cubicBezTo>
                    <a:close/>
                    <a:moveTo>
                      <a:pt x="408" y="0"/>
                    </a:moveTo>
                    <a:cubicBezTo>
                      <a:pt x="177" y="0"/>
                      <a:pt x="0" y="176"/>
                      <a:pt x="0" y="408"/>
                    </a:cubicBezTo>
                    <a:lnTo>
                      <a:pt x="0" y="6067"/>
                    </a:lnTo>
                    <a:cubicBezTo>
                      <a:pt x="0" y="6290"/>
                      <a:pt x="177" y="6475"/>
                      <a:pt x="408" y="6475"/>
                    </a:cubicBezTo>
                    <a:lnTo>
                      <a:pt x="7143" y="6475"/>
                    </a:lnTo>
                    <a:cubicBezTo>
                      <a:pt x="7366" y="6475"/>
                      <a:pt x="7552" y="6290"/>
                      <a:pt x="7542" y="6067"/>
                    </a:cubicBezTo>
                    <a:lnTo>
                      <a:pt x="7542" y="408"/>
                    </a:lnTo>
                    <a:cubicBezTo>
                      <a:pt x="7542" y="186"/>
                      <a:pt x="7366" y="0"/>
                      <a:pt x="714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0" name="Google Shape;300;p19"/>
              <p:cNvSpPr/>
              <p:nvPr/>
            </p:nvSpPr>
            <p:spPr>
              <a:xfrm>
                <a:off x="7224425" y="1950625"/>
                <a:ext cx="128275" cy="17200"/>
              </a:xfrm>
              <a:custGeom>
                <a:avLst/>
                <a:gdLst/>
                <a:ahLst/>
                <a:cxnLst/>
                <a:rect l="l" t="t" r="r" b="b"/>
                <a:pathLst>
                  <a:path w="5131" h="688" extrusionOk="0">
                    <a:moveTo>
                      <a:pt x="326" y="1"/>
                    </a:moveTo>
                    <a:cubicBezTo>
                      <a:pt x="149" y="1"/>
                      <a:pt x="1" y="149"/>
                      <a:pt x="1" y="325"/>
                    </a:cubicBezTo>
                    <a:lnTo>
                      <a:pt x="1" y="363"/>
                    </a:lnTo>
                    <a:cubicBezTo>
                      <a:pt x="1" y="548"/>
                      <a:pt x="149" y="687"/>
                      <a:pt x="326" y="687"/>
                    </a:cubicBezTo>
                    <a:lnTo>
                      <a:pt x="4806" y="687"/>
                    </a:lnTo>
                    <a:cubicBezTo>
                      <a:pt x="4992" y="687"/>
                      <a:pt x="5131" y="548"/>
                      <a:pt x="5131" y="363"/>
                    </a:cubicBezTo>
                    <a:lnTo>
                      <a:pt x="5131" y="325"/>
                    </a:lnTo>
                    <a:cubicBezTo>
                      <a:pt x="5131" y="149"/>
                      <a:pt x="4992" y="1"/>
                      <a:pt x="480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1" name="Google Shape;301;p19"/>
              <p:cNvSpPr/>
              <p:nvPr/>
            </p:nvSpPr>
            <p:spPr>
              <a:xfrm>
                <a:off x="7223050" y="1949250"/>
                <a:ext cx="131275" cy="19950"/>
              </a:xfrm>
              <a:custGeom>
                <a:avLst/>
                <a:gdLst/>
                <a:ahLst/>
                <a:cxnLst/>
                <a:rect l="l" t="t" r="r" b="b"/>
                <a:pathLst>
                  <a:path w="5251" h="798" extrusionOk="0">
                    <a:moveTo>
                      <a:pt x="4861" y="111"/>
                    </a:moveTo>
                    <a:cubicBezTo>
                      <a:pt x="5010" y="111"/>
                      <a:pt x="5130" y="232"/>
                      <a:pt x="5130" y="380"/>
                    </a:cubicBezTo>
                    <a:lnTo>
                      <a:pt x="5130" y="418"/>
                    </a:lnTo>
                    <a:cubicBezTo>
                      <a:pt x="5130" y="566"/>
                      <a:pt x="5010" y="687"/>
                      <a:pt x="4861" y="687"/>
                    </a:cubicBezTo>
                    <a:lnTo>
                      <a:pt x="381" y="687"/>
                    </a:lnTo>
                    <a:cubicBezTo>
                      <a:pt x="232" y="687"/>
                      <a:pt x="112" y="566"/>
                      <a:pt x="112" y="418"/>
                    </a:cubicBezTo>
                    <a:lnTo>
                      <a:pt x="112" y="380"/>
                    </a:lnTo>
                    <a:cubicBezTo>
                      <a:pt x="112" y="232"/>
                      <a:pt x="232" y="111"/>
                      <a:pt x="381" y="111"/>
                    </a:cubicBezTo>
                    <a:close/>
                    <a:moveTo>
                      <a:pt x="381" y="0"/>
                    </a:moveTo>
                    <a:cubicBezTo>
                      <a:pt x="167" y="0"/>
                      <a:pt x="0" y="167"/>
                      <a:pt x="0" y="380"/>
                    </a:cubicBezTo>
                    <a:lnTo>
                      <a:pt x="0" y="418"/>
                    </a:lnTo>
                    <a:cubicBezTo>
                      <a:pt x="0" y="631"/>
                      <a:pt x="167" y="798"/>
                      <a:pt x="381" y="798"/>
                    </a:cubicBezTo>
                    <a:lnTo>
                      <a:pt x="4861" y="798"/>
                    </a:lnTo>
                    <a:cubicBezTo>
                      <a:pt x="5075" y="798"/>
                      <a:pt x="5251" y="631"/>
                      <a:pt x="5251" y="418"/>
                    </a:cubicBezTo>
                    <a:lnTo>
                      <a:pt x="5251" y="380"/>
                    </a:lnTo>
                    <a:cubicBezTo>
                      <a:pt x="5251" y="167"/>
                      <a:pt x="5075" y="0"/>
                      <a:pt x="48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2" name="Google Shape;302;p19"/>
              <p:cNvSpPr/>
              <p:nvPr/>
            </p:nvSpPr>
            <p:spPr>
              <a:xfrm>
                <a:off x="7238350" y="1955275"/>
                <a:ext cx="99750" cy="7200"/>
              </a:xfrm>
              <a:custGeom>
                <a:avLst/>
                <a:gdLst/>
                <a:ahLst/>
                <a:cxnLst/>
                <a:rect l="l" t="t" r="r" b="b"/>
                <a:pathLst>
                  <a:path w="3990" h="288" extrusionOk="0">
                    <a:moveTo>
                      <a:pt x="3850" y="56"/>
                    </a:moveTo>
                    <a:cubicBezTo>
                      <a:pt x="3897" y="56"/>
                      <a:pt x="3934" y="93"/>
                      <a:pt x="3934" y="139"/>
                    </a:cubicBezTo>
                    <a:lnTo>
                      <a:pt x="3934" y="149"/>
                    </a:lnTo>
                    <a:cubicBezTo>
                      <a:pt x="3934" y="195"/>
                      <a:pt x="3897" y="232"/>
                      <a:pt x="3850" y="232"/>
                    </a:cubicBezTo>
                    <a:lnTo>
                      <a:pt x="140" y="232"/>
                    </a:lnTo>
                    <a:cubicBezTo>
                      <a:pt x="93" y="232"/>
                      <a:pt x="56" y="195"/>
                      <a:pt x="56" y="149"/>
                    </a:cubicBezTo>
                    <a:lnTo>
                      <a:pt x="56" y="139"/>
                    </a:lnTo>
                    <a:cubicBezTo>
                      <a:pt x="56" y="93"/>
                      <a:pt x="93" y="56"/>
                      <a:pt x="140" y="56"/>
                    </a:cubicBezTo>
                    <a:close/>
                    <a:moveTo>
                      <a:pt x="140" y="0"/>
                    </a:moveTo>
                    <a:cubicBezTo>
                      <a:pt x="66" y="0"/>
                      <a:pt x="1" y="65"/>
                      <a:pt x="1" y="139"/>
                    </a:cubicBezTo>
                    <a:lnTo>
                      <a:pt x="1" y="149"/>
                    </a:lnTo>
                    <a:cubicBezTo>
                      <a:pt x="1" y="223"/>
                      <a:pt x="66" y="288"/>
                      <a:pt x="140" y="288"/>
                    </a:cubicBezTo>
                    <a:lnTo>
                      <a:pt x="3850" y="288"/>
                    </a:lnTo>
                    <a:cubicBezTo>
                      <a:pt x="3925" y="288"/>
                      <a:pt x="3990" y="232"/>
                      <a:pt x="3990" y="149"/>
                    </a:cubicBezTo>
                    <a:lnTo>
                      <a:pt x="3990" y="139"/>
                    </a:lnTo>
                    <a:cubicBezTo>
                      <a:pt x="3990" y="65"/>
                      <a:pt x="3925" y="0"/>
                      <a:pt x="385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3" name="Google Shape;303;p19"/>
              <p:cNvSpPr/>
              <p:nvPr/>
            </p:nvSpPr>
            <p:spPr>
              <a:xfrm>
                <a:off x="7246700" y="1977525"/>
                <a:ext cx="83975" cy="10000"/>
              </a:xfrm>
              <a:custGeom>
                <a:avLst/>
                <a:gdLst/>
                <a:ahLst/>
                <a:cxnLst/>
                <a:rect l="l" t="t" r="r" b="b"/>
                <a:pathLst>
                  <a:path w="3359" h="400" extrusionOk="0">
                    <a:moveTo>
                      <a:pt x="195" y="1"/>
                    </a:moveTo>
                    <a:cubicBezTo>
                      <a:pt x="93" y="1"/>
                      <a:pt x="1" y="84"/>
                      <a:pt x="1" y="196"/>
                    </a:cubicBezTo>
                    <a:cubicBezTo>
                      <a:pt x="1" y="307"/>
                      <a:pt x="93" y="400"/>
                      <a:pt x="195" y="400"/>
                    </a:cubicBezTo>
                    <a:lnTo>
                      <a:pt x="3155" y="400"/>
                    </a:lnTo>
                    <a:cubicBezTo>
                      <a:pt x="3266" y="400"/>
                      <a:pt x="3359" y="307"/>
                      <a:pt x="3359" y="196"/>
                    </a:cubicBezTo>
                    <a:cubicBezTo>
                      <a:pt x="3359" y="84"/>
                      <a:pt x="3266" y="1"/>
                      <a:pt x="315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4" name="Google Shape;304;p19"/>
              <p:cNvSpPr/>
              <p:nvPr/>
            </p:nvSpPr>
            <p:spPr>
              <a:xfrm>
                <a:off x="7245300" y="1976150"/>
                <a:ext cx="8677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3471" h="511" extrusionOk="0">
                    <a:moveTo>
                      <a:pt x="3211" y="112"/>
                    </a:moveTo>
                    <a:cubicBezTo>
                      <a:pt x="3285" y="112"/>
                      <a:pt x="3350" y="176"/>
                      <a:pt x="3350" y="251"/>
                    </a:cubicBezTo>
                    <a:cubicBezTo>
                      <a:pt x="3350" y="334"/>
                      <a:pt x="3285" y="390"/>
                      <a:pt x="3211" y="390"/>
                    </a:cubicBezTo>
                    <a:lnTo>
                      <a:pt x="251" y="390"/>
                    </a:lnTo>
                    <a:cubicBezTo>
                      <a:pt x="177" y="390"/>
                      <a:pt x="112" y="334"/>
                      <a:pt x="112" y="251"/>
                    </a:cubicBezTo>
                    <a:cubicBezTo>
                      <a:pt x="112" y="176"/>
                      <a:pt x="177" y="112"/>
                      <a:pt x="251" y="112"/>
                    </a:cubicBezTo>
                    <a:close/>
                    <a:moveTo>
                      <a:pt x="251" y="0"/>
                    </a:moveTo>
                    <a:cubicBezTo>
                      <a:pt x="112" y="0"/>
                      <a:pt x="1" y="112"/>
                      <a:pt x="1" y="251"/>
                    </a:cubicBezTo>
                    <a:cubicBezTo>
                      <a:pt x="1" y="399"/>
                      <a:pt x="112" y="510"/>
                      <a:pt x="251" y="510"/>
                    </a:cubicBezTo>
                    <a:lnTo>
                      <a:pt x="3211" y="510"/>
                    </a:lnTo>
                    <a:cubicBezTo>
                      <a:pt x="3350" y="510"/>
                      <a:pt x="3470" y="399"/>
                      <a:pt x="3470" y="251"/>
                    </a:cubicBezTo>
                    <a:cubicBezTo>
                      <a:pt x="3470" y="112"/>
                      <a:pt x="3350" y="0"/>
                      <a:pt x="321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5" name="Google Shape;305;p19"/>
              <p:cNvSpPr/>
              <p:nvPr/>
            </p:nvSpPr>
            <p:spPr>
              <a:xfrm>
                <a:off x="7263625" y="1980075"/>
                <a:ext cx="4675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87" h="196" extrusionOk="0">
                    <a:moveTo>
                      <a:pt x="94" y="57"/>
                    </a:moveTo>
                    <a:cubicBezTo>
                      <a:pt x="112" y="57"/>
                      <a:pt x="131" y="75"/>
                      <a:pt x="131" y="94"/>
                    </a:cubicBezTo>
                    <a:cubicBezTo>
                      <a:pt x="131" y="112"/>
                      <a:pt x="112" y="131"/>
                      <a:pt x="94" y="131"/>
                    </a:cubicBezTo>
                    <a:cubicBezTo>
                      <a:pt x="75" y="131"/>
                      <a:pt x="56" y="112"/>
                      <a:pt x="56" y="94"/>
                    </a:cubicBezTo>
                    <a:cubicBezTo>
                      <a:pt x="56" y="75"/>
                      <a:pt x="75" y="57"/>
                      <a:pt x="94" y="57"/>
                    </a:cubicBezTo>
                    <a:close/>
                    <a:moveTo>
                      <a:pt x="94" y="1"/>
                    </a:moveTo>
                    <a:cubicBezTo>
                      <a:pt x="38" y="1"/>
                      <a:pt x="1" y="38"/>
                      <a:pt x="1" y="94"/>
                    </a:cubicBezTo>
                    <a:cubicBezTo>
                      <a:pt x="1" y="149"/>
                      <a:pt x="38" y="196"/>
                      <a:pt x="94" y="196"/>
                    </a:cubicBezTo>
                    <a:cubicBezTo>
                      <a:pt x="149" y="196"/>
                      <a:pt x="186" y="149"/>
                      <a:pt x="186" y="94"/>
                    </a:cubicBezTo>
                    <a:cubicBezTo>
                      <a:pt x="186" y="38"/>
                      <a:pt x="149" y="1"/>
                      <a:pt x="9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6" name="Google Shape;306;p19"/>
              <p:cNvSpPr/>
              <p:nvPr/>
            </p:nvSpPr>
            <p:spPr>
              <a:xfrm>
                <a:off x="7272900" y="1980075"/>
                <a:ext cx="4675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87" h="196" extrusionOk="0">
                    <a:moveTo>
                      <a:pt x="94" y="57"/>
                    </a:moveTo>
                    <a:cubicBezTo>
                      <a:pt x="112" y="57"/>
                      <a:pt x="131" y="75"/>
                      <a:pt x="131" y="94"/>
                    </a:cubicBezTo>
                    <a:cubicBezTo>
                      <a:pt x="131" y="112"/>
                      <a:pt x="112" y="131"/>
                      <a:pt x="94" y="131"/>
                    </a:cubicBezTo>
                    <a:cubicBezTo>
                      <a:pt x="75" y="131"/>
                      <a:pt x="56" y="112"/>
                      <a:pt x="56" y="94"/>
                    </a:cubicBezTo>
                    <a:cubicBezTo>
                      <a:pt x="56" y="75"/>
                      <a:pt x="75" y="57"/>
                      <a:pt x="94" y="57"/>
                    </a:cubicBezTo>
                    <a:close/>
                    <a:moveTo>
                      <a:pt x="94" y="1"/>
                    </a:moveTo>
                    <a:cubicBezTo>
                      <a:pt x="38" y="1"/>
                      <a:pt x="1" y="38"/>
                      <a:pt x="1" y="94"/>
                    </a:cubicBezTo>
                    <a:cubicBezTo>
                      <a:pt x="1" y="149"/>
                      <a:pt x="38" y="196"/>
                      <a:pt x="94" y="196"/>
                    </a:cubicBezTo>
                    <a:cubicBezTo>
                      <a:pt x="149" y="196"/>
                      <a:pt x="186" y="149"/>
                      <a:pt x="186" y="94"/>
                    </a:cubicBezTo>
                    <a:cubicBezTo>
                      <a:pt x="186" y="38"/>
                      <a:pt x="149" y="1"/>
                      <a:pt x="9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7" name="Google Shape;307;p19"/>
              <p:cNvSpPr/>
              <p:nvPr/>
            </p:nvSpPr>
            <p:spPr>
              <a:xfrm>
                <a:off x="7281500" y="1980075"/>
                <a:ext cx="4875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5" h="196" extrusionOk="0">
                    <a:moveTo>
                      <a:pt x="93" y="57"/>
                    </a:moveTo>
                    <a:cubicBezTo>
                      <a:pt x="121" y="57"/>
                      <a:pt x="139" y="75"/>
                      <a:pt x="139" y="94"/>
                    </a:cubicBezTo>
                    <a:cubicBezTo>
                      <a:pt x="139" y="112"/>
                      <a:pt x="121" y="131"/>
                      <a:pt x="93" y="131"/>
                    </a:cubicBezTo>
                    <a:cubicBezTo>
                      <a:pt x="74" y="131"/>
                      <a:pt x="56" y="112"/>
                      <a:pt x="56" y="94"/>
                    </a:cubicBezTo>
                    <a:cubicBezTo>
                      <a:pt x="56" y="75"/>
                      <a:pt x="74" y="57"/>
                      <a:pt x="93" y="57"/>
                    </a:cubicBezTo>
                    <a:close/>
                    <a:moveTo>
                      <a:pt x="93" y="1"/>
                    </a:moveTo>
                    <a:cubicBezTo>
                      <a:pt x="46" y="1"/>
                      <a:pt x="0" y="38"/>
                      <a:pt x="0" y="94"/>
                    </a:cubicBezTo>
                    <a:cubicBezTo>
                      <a:pt x="0" y="149"/>
                      <a:pt x="46" y="196"/>
                      <a:pt x="93" y="196"/>
                    </a:cubicBezTo>
                    <a:cubicBezTo>
                      <a:pt x="148" y="196"/>
                      <a:pt x="195" y="149"/>
                      <a:pt x="195" y="94"/>
                    </a:cubicBezTo>
                    <a:cubicBezTo>
                      <a:pt x="195" y="38"/>
                      <a:pt x="148" y="1"/>
                      <a:pt x="9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8" name="Google Shape;308;p19"/>
              <p:cNvSpPr/>
              <p:nvPr/>
            </p:nvSpPr>
            <p:spPr>
              <a:xfrm>
                <a:off x="7290775" y="1980075"/>
                <a:ext cx="4875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5" h="196" extrusionOk="0">
                    <a:moveTo>
                      <a:pt x="93" y="57"/>
                    </a:moveTo>
                    <a:cubicBezTo>
                      <a:pt x="121" y="57"/>
                      <a:pt x="139" y="75"/>
                      <a:pt x="139" y="94"/>
                    </a:cubicBezTo>
                    <a:cubicBezTo>
                      <a:pt x="139" y="112"/>
                      <a:pt x="121" y="131"/>
                      <a:pt x="93" y="131"/>
                    </a:cubicBezTo>
                    <a:cubicBezTo>
                      <a:pt x="74" y="131"/>
                      <a:pt x="56" y="112"/>
                      <a:pt x="56" y="94"/>
                    </a:cubicBezTo>
                    <a:cubicBezTo>
                      <a:pt x="56" y="75"/>
                      <a:pt x="74" y="57"/>
                      <a:pt x="93" y="57"/>
                    </a:cubicBezTo>
                    <a:close/>
                    <a:moveTo>
                      <a:pt x="93" y="1"/>
                    </a:moveTo>
                    <a:cubicBezTo>
                      <a:pt x="47" y="1"/>
                      <a:pt x="0" y="38"/>
                      <a:pt x="0" y="94"/>
                    </a:cubicBezTo>
                    <a:cubicBezTo>
                      <a:pt x="0" y="149"/>
                      <a:pt x="47" y="196"/>
                      <a:pt x="93" y="196"/>
                    </a:cubicBezTo>
                    <a:cubicBezTo>
                      <a:pt x="149" y="196"/>
                      <a:pt x="195" y="149"/>
                      <a:pt x="195" y="94"/>
                    </a:cubicBezTo>
                    <a:cubicBezTo>
                      <a:pt x="195" y="38"/>
                      <a:pt x="149" y="1"/>
                      <a:pt x="9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09" name="Google Shape;309;p19"/>
              <p:cNvSpPr/>
              <p:nvPr/>
            </p:nvSpPr>
            <p:spPr>
              <a:xfrm>
                <a:off x="7299800" y="19800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94" y="57"/>
                    </a:moveTo>
                    <a:cubicBezTo>
                      <a:pt x="122" y="57"/>
                      <a:pt x="131" y="75"/>
                      <a:pt x="131" y="94"/>
                    </a:cubicBezTo>
                    <a:cubicBezTo>
                      <a:pt x="131" y="112"/>
                      <a:pt x="122" y="131"/>
                      <a:pt x="94" y="131"/>
                    </a:cubicBezTo>
                    <a:cubicBezTo>
                      <a:pt x="75" y="131"/>
                      <a:pt x="57" y="112"/>
                      <a:pt x="57" y="94"/>
                    </a:cubicBezTo>
                    <a:cubicBezTo>
                      <a:pt x="57" y="75"/>
                      <a:pt x="75" y="57"/>
                      <a:pt x="94" y="57"/>
                    </a:cubicBezTo>
                    <a:close/>
                    <a:moveTo>
                      <a:pt x="94" y="1"/>
                    </a:moveTo>
                    <a:cubicBezTo>
                      <a:pt x="47" y="1"/>
                      <a:pt x="1" y="38"/>
                      <a:pt x="1" y="94"/>
                    </a:cubicBezTo>
                    <a:cubicBezTo>
                      <a:pt x="1" y="149"/>
                      <a:pt x="47" y="196"/>
                      <a:pt x="94" y="196"/>
                    </a:cubicBezTo>
                    <a:cubicBezTo>
                      <a:pt x="149" y="196"/>
                      <a:pt x="196" y="149"/>
                      <a:pt x="196" y="94"/>
                    </a:cubicBezTo>
                    <a:cubicBezTo>
                      <a:pt x="196" y="38"/>
                      <a:pt x="149" y="1"/>
                      <a:pt x="9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0" name="Google Shape;310;p19"/>
              <p:cNvSpPr/>
              <p:nvPr/>
            </p:nvSpPr>
            <p:spPr>
              <a:xfrm>
                <a:off x="7309075" y="1980075"/>
                <a:ext cx="4900" cy="4900"/>
              </a:xfrm>
              <a:custGeom>
                <a:avLst/>
                <a:gdLst/>
                <a:ahLst/>
                <a:cxnLst/>
                <a:rect l="l" t="t" r="r" b="b"/>
                <a:pathLst>
                  <a:path w="196" h="196" extrusionOk="0">
                    <a:moveTo>
                      <a:pt x="94" y="57"/>
                    </a:moveTo>
                    <a:cubicBezTo>
                      <a:pt x="122" y="57"/>
                      <a:pt x="131" y="75"/>
                      <a:pt x="131" y="94"/>
                    </a:cubicBezTo>
                    <a:cubicBezTo>
                      <a:pt x="131" y="112"/>
                      <a:pt x="112" y="131"/>
                      <a:pt x="94" y="131"/>
                    </a:cubicBezTo>
                    <a:cubicBezTo>
                      <a:pt x="75" y="131"/>
                      <a:pt x="57" y="112"/>
                      <a:pt x="57" y="94"/>
                    </a:cubicBezTo>
                    <a:cubicBezTo>
                      <a:pt x="57" y="75"/>
                      <a:pt x="75" y="57"/>
                      <a:pt x="94" y="57"/>
                    </a:cubicBezTo>
                    <a:close/>
                    <a:moveTo>
                      <a:pt x="94" y="1"/>
                    </a:moveTo>
                    <a:cubicBezTo>
                      <a:pt x="47" y="1"/>
                      <a:pt x="1" y="38"/>
                      <a:pt x="1" y="94"/>
                    </a:cubicBezTo>
                    <a:cubicBezTo>
                      <a:pt x="1" y="149"/>
                      <a:pt x="47" y="196"/>
                      <a:pt x="94" y="196"/>
                    </a:cubicBezTo>
                    <a:cubicBezTo>
                      <a:pt x="149" y="196"/>
                      <a:pt x="196" y="149"/>
                      <a:pt x="196" y="94"/>
                    </a:cubicBezTo>
                    <a:cubicBezTo>
                      <a:pt x="196" y="38"/>
                      <a:pt x="149" y="1"/>
                      <a:pt x="9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1" name="Google Shape;311;p19"/>
              <p:cNvSpPr/>
              <p:nvPr/>
            </p:nvSpPr>
            <p:spPr>
              <a:xfrm>
                <a:off x="7261775" y="1885700"/>
                <a:ext cx="53825" cy="53600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44" extrusionOk="0">
                    <a:moveTo>
                      <a:pt x="1077" y="0"/>
                    </a:moveTo>
                    <a:cubicBezTo>
                      <a:pt x="483" y="0"/>
                      <a:pt x="1" y="473"/>
                      <a:pt x="1" y="1067"/>
                    </a:cubicBezTo>
                    <a:cubicBezTo>
                      <a:pt x="1" y="1661"/>
                      <a:pt x="483" y="2143"/>
                      <a:pt x="1077" y="2143"/>
                    </a:cubicBezTo>
                    <a:cubicBezTo>
                      <a:pt x="1670" y="2143"/>
                      <a:pt x="2153" y="1661"/>
                      <a:pt x="2153" y="1067"/>
                    </a:cubicBezTo>
                    <a:cubicBezTo>
                      <a:pt x="2153" y="473"/>
                      <a:pt x="1670" y="0"/>
                      <a:pt x="107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2" name="Google Shape;312;p19"/>
              <p:cNvSpPr/>
              <p:nvPr/>
            </p:nvSpPr>
            <p:spPr>
              <a:xfrm>
                <a:off x="7260375" y="1884075"/>
                <a:ext cx="56625" cy="56850"/>
              </a:xfrm>
              <a:custGeom>
                <a:avLst/>
                <a:gdLst/>
                <a:ahLst/>
                <a:cxnLst/>
                <a:rect l="l" t="t" r="r" b="b"/>
                <a:pathLst>
                  <a:path w="2265" h="2274" extrusionOk="0">
                    <a:moveTo>
                      <a:pt x="1133" y="121"/>
                    </a:moveTo>
                    <a:cubicBezTo>
                      <a:pt x="1689" y="121"/>
                      <a:pt x="2144" y="576"/>
                      <a:pt x="2144" y="1132"/>
                    </a:cubicBezTo>
                    <a:cubicBezTo>
                      <a:pt x="2144" y="1698"/>
                      <a:pt x="1689" y="2153"/>
                      <a:pt x="1133" y="2153"/>
                    </a:cubicBezTo>
                    <a:cubicBezTo>
                      <a:pt x="567" y="2153"/>
                      <a:pt x="112" y="1698"/>
                      <a:pt x="112" y="1132"/>
                    </a:cubicBezTo>
                    <a:cubicBezTo>
                      <a:pt x="112" y="576"/>
                      <a:pt x="567" y="121"/>
                      <a:pt x="1133" y="121"/>
                    </a:cubicBezTo>
                    <a:close/>
                    <a:moveTo>
                      <a:pt x="1133" y="0"/>
                    </a:moveTo>
                    <a:cubicBezTo>
                      <a:pt x="502" y="0"/>
                      <a:pt x="1" y="511"/>
                      <a:pt x="1" y="1132"/>
                    </a:cubicBezTo>
                    <a:cubicBezTo>
                      <a:pt x="1" y="1763"/>
                      <a:pt x="502" y="2273"/>
                      <a:pt x="1133" y="2273"/>
                    </a:cubicBezTo>
                    <a:cubicBezTo>
                      <a:pt x="1754" y="2273"/>
                      <a:pt x="2264" y="1763"/>
                      <a:pt x="2264" y="1132"/>
                    </a:cubicBezTo>
                    <a:cubicBezTo>
                      <a:pt x="2264" y="511"/>
                      <a:pt x="1754" y="0"/>
                      <a:pt x="11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3" name="Google Shape;313;p19"/>
              <p:cNvSpPr/>
              <p:nvPr/>
            </p:nvSpPr>
            <p:spPr>
              <a:xfrm>
                <a:off x="7276625" y="1914000"/>
                <a:ext cx="23900" cy="12075"/>
              </a:xfrm>
              <a:custGeom>
                <a:avLst/>
                <a:gdLst/>
                <a:ahLst/>
                <a:cxnLst/>
                <a:rect l="l" t="t" r="r" b="b"/>
                <a:pathLst>
                  <a:path w="956" h="483" extrusionOk="0">
                    <a:moveTo>
                      <a:pt x="483" y="0"/>
                    </a:moveTo>
                    <a:cubicBezTo>
                      <a:pt x="214" y="0"/>
                      <a:pt x="0" y="213"/>
                      <a:pt x="0" y="482"/>
                    </a:cubicBezTo>
                    <a:lnTo>
                      <a:pt x="956" y="482"/>
                    </a:lnTo>
                    <a:cubicBezTo>
                      <a:pt x="956" y="213"/>
                      <a:pt x="742" y="0"/>
                      <a:pt x="48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4" name="Google Shape;314;p19"/>
              <p:cNvSpPr/>
              <p:nvPr/>
            </p:nvSpPr>
            <p:spPr>
              <a:xfrm>
                <a:off x="7275225" y="1912600"/>
                <a:ext cx="26925" cy="14875"/>
              </a:xfrm>
              <a:custGeom>
                <a:avLst/>
                <a:gdLst/>
                <a:ahLst/>
                <a:cxnLst/>
                <a:rect l="l" t="t" r="r" b="b"/>
                <a:pathLst>
                  <a:path w="1077" h="595" extrusionOk="0">
                    <a:moveTo>
                      <a:pt x="539" y="121"/>
                    </a:moveTo>
                    <a:cubicBezTo>
                      <a:pt x="743" y="121"/>
                      <a:pt x="919" y="279"/>
                      <a:pt x="947" y="483"/>
                    </a:cubicBezTo>
                    <a:lnTo>
                      <a:pt x="121" y="483"/>
                    </a:lnTo>
                    <a:cubicBezTo>
                      <a:pt x="149" y="279"/>
                      <a:pt x="325" y="121"/>
                      <a:pt x="539" y="121"/>
                    </a:cubicBezTo>
                    <a:close/>
                    <a:moveTo>
                      <a:pt x="539" y="0"/>
                    </a:moveTo>
                    <a:cubicBezTo>
                      <a:pt x="242" y="0"/>
                      <a:pt x="1" y="242"/>
                      <a:pt x="1" y="538"/>
                    </a:cubicBezTo>
                    <a:cubicBezTo>
                      <a:pt x="1" y="594"/>
                      <a:pt x="1" y="594"/>
                      <a:pt x="233" y="594"/>
                    </a:cubicBezTo>
                    <a:lnTo>
                      <a:pt x="585" y="594"/>
                    </a:lnTo>
                    <a:cubicBezTo>
                      <a:pt x="1067" y="594"/>
                      <a:pt x="1067" y="594"/>
                      <a:pt x="1077" y="538"/>
                    </a:cubicBezTo>
                    <a:cubicBezTo>
                      <a:pt x="1077" y="242"/>
                      <a:pt x="835" y="0"/>
                      <a:pt x="53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5" name="Google Shape;315;p19"/>
              <p:cNvSpPr/>
              <p:nvPr/>
            </p:nvSpPr>
            <p:spPr>
              <a:xfrm>
                <a:off x="7281950" y="1898925"/>
                <a:ext cx="13475" cy="13475"/>
              </a:xfrm>
              <a:custGeom>
                <a:avLst/>
                <a:gdLst/>
                <a:ahLst/>
                <a:cxnLst/>
                <a:rect l="l" t="t" r="r" b="b"/>
                <a:pathLst>
                  <a:path w="539" h="539" extrusionOk="0">
                    <a:moveTo>
                      <a:pt x="270" y="0"/>
                    </a:moveTo>
                    <a:cubicBezTo>
                      <a:pt x="121" y="0"/>
                      <a:pt x="1" y="121"/>
                      <a:pt x="1" y="269"/>
                    </a:cubicBezTo>
                    <a:cubicBezTo>
                      <a:pt x="1" y="418"/>
                      <a:pt x="121" y="538"/>
                      <a:pt x="270" y="538"/>
                    </a:cubicBezTo>
                    <a:cubicBezTo>
                      <a:pt x="418" y="538"/>
                      <a:pt x="539" y="418"/>
                      <a:pt x="539" y="269"/>
                    </a:cubicBezTo>
                    <a:cubicBezTo>
                      <a:pt x="539" y="121"/>
                      <a:pt x="418" y="0"/>
                      <a:pt x="27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6" name="Google Shape;316;p19"/>
              <p:cNvSpPr/>
              <p:nvPr/>
            </p:nvSpPr>
            <p:spPr>
              <a:xfrm>
                <a:off x="7280550" y="1897525"/>
                <a:ext cx="16500" cy="16500"/>
              </a:xfrm>
              <a:custGeom>
                <a:avLst/>
                <a:gdLst/>
                <a:ahLst/>
                <a:cxnLst/>
                <a:rect l="l" t="t" r="r" b="b"/>
                <a:pathLst>
                  <a:path w="660" h="660" extrusionOk="0">
                    <a:moveTo>
                      <a:pt x="326" y="112"/>
                    </a:moveTo>
                    <a:cubicBezTo>
                      <a:pt x="446" y="112"/>
                      <a:pt x="539" y="204"/>
                      <a:pt x="539" y="325"/>
                    </a:cubicBezTo>
                    <a:cubicBezTo>
                      <a:pt x="539" y="446"/>
                      <a:pt x="446" y="538"/>
                      <a:pt x="326" y="538"/>
                    </a:cubicBezTo>
                    <a:cubicBezTo>
                      <a:pt x="205" y="538"/>
                      <a:pt x="112" y="446"/>
                      <a:pt x="112" y="325"/>
                    </a:cubicBezTo>
                    <a:cubicBezTo>
                      <a:pt x="112" y="204"/>
                      <a:pt x="205" y="112"/>
                      <a:pt x="326" y="112"/>
                    </a:cubicBezTo>
                    <a:close/>
                    <a:moveTo>
                      <a:pt x="326" y="0"/>
                    </a:moveTo>
                    <a:cubicBezTo>
                      <a:pt x="140" y="0"/>
                      <a:pt x="1" y="140"/>
                      <a:pt x="1" y="325"/>
                    </a:cubicBezTo>
                    <a:cubicBezTo>
                      <a:pt x="1" y="511"/>
                      <a:pt x="140" y="659"/>
                      <a:pt x="326" y="659"/>
                    </a:cubicBezTo>
                    <a:cubicBezTo>
                      <a:pt x="511" y="659"/>
                      <a:pt x="660" y="511"/>
                      <a:pt x="660" y="325"/>
                    </a:cubicBezTo>
                    <a:cubicBezTo>
                      <a:pt x="660" y="140"/>
                      <a:pt x="511" y="0"/>
                      <a:pt x="32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7" name="Google Shape;317;p19"/>
              <p:cNvSpPr/>
              <p:nvPr/>
            </p:nvSpPr>
            <p:spPr>
              <a:xfrm>
                <a:off x="7268725" y="1995400"/>
                <a:ext cx="39700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1588" h="492" extrusionOk="0">
                    <a:moveTo>
                      <a:pt x="251" y="0"/>
                    </a:moveTo>
                    <a:cubicBezTo>
                      <a:pt x="112" y="0"/>
                      <a:pt x="1" y="111"/>
                      <a:pt x="1" y="251"/>
                    </a:cubicBezTo>
                    <a:cubicBezTo>
                      <a:pt x="1" y="390"/>
                      <a:pt x="112" y="492"/>
                      <a:pt x="251" y="492"/>
                    </a:cubicBezTo>
                    <a:lnTo>
                      <a:pt x="1346" y="492"/>
                    </a:lnTo>
                    <a:cubicBezTo>
                      <a:pt x="1476" y="492"/>
                      <a:pt x="1587" y="390"/>
                      <a:pt x="1587" y="251"/>
                    </a:cubicBezTo>
                    <a:cubicBezTo>
                      <a:pt x="1587" y="111"/>
                      <a:pt x="1476" y="0"/>
                      <a:pt x="1346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8" name="Google Shape;318;p19"/>
              <p:cNvSpPr/>
              <p:nvPr/>
            </p:nvSpPr>
            <p:spPr>
              <a:xfrm>
                <a:off x="7267350" y="1994000"/>
                <a:ext cx="42450" cy="15325"/>
              </a:xfrm>
              <a:custGeom>
                <a:avLst/>
                <a:gdLst/>
                <a:ahLst/>
                <a:cxnLst/>
                <a:rect l="l" t="t" r="r" b="b"/>
                <a:pathLst>
                  <a:path w="1698" h="613" extrusionOk="0">
                    <a:moveTo>
                      <a:pt x="1401" y="121"/>
                    </a:moveTo>
                    <a:cubicBezTo>
                      <a:pt x="1503" y="121"/>
                      <a:pt x="1586" y="205"/>
                      <a:pt x="1586" y="307"/>
                    </a:cubicBezTo>
                    <a:cubicBezTo>
                      <a:pt x="1586" y="409"/>
                      <a:pt x="1503" y="492"/>
                      <a:pt x="1401" y="492"/>
                    </a:cubicBezTo>
                    <a:lnTo>
                      <a:pt x="306" y="492"/>
                    </a:lnTo>
                    <a:cubicBezTo>
                      <a:pt x="204" y="492"/>
                      <a:pt x="112" y="409"/>
                      <a:pt x="112" y="307"/>
                    </a:cubicBezTo>
                    <a:cubicBezTo>
                      <a:pt x="112" y="205"/>
                      <a:pt x="195" y="121"/>
                      <a:pt x="306" y="121"/>
                    </a:cubicBezTo>
                    <a:close/>
                    <a:moveTo>
                      <a:pt x="306" y="0"/>
                    </a:moveTo>
                    <a:cubicBezTo>
                      <a:pt x="139" y="0"/>
                      <a:pt x="0" y="140"/>
                      <a:pt x="0" y="307"/>
                    </a:cubicBezTo>
                    <a:cubicBezTo>
                      <a:pt x="0" y="474"/>
                      <a:pt x="130" y="613"/>
                      <a:pt x="306" y="613"/>
                    </a:cubicBezTo>
                    <a:lnTo>
                      <a:pt x="1401" y="613"/>
                    </a:lnTo>
                    <a:cubicBezTo>
                      <a:pt x="1568" y="613"/>
                      <a:pt x="1698" y="474"/>
                      <a:pt x="1698" y="307"/>
                    </a:cubicBezTo>
                    <a:cubicBezTo>
                      <a:pt x="1698" y="140"/>
                      <a:pt x="1568" y="0"/>
                      <a:pt x="140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19" name="Google Shape;319;p19"/>
              <p:cNvSpPr/>
              <p:nvPr/>
            </p:nvSpPr>
            <p:spPr>
              <a:xfrm>
                <a:off x="7284275" y="2327500"/>
                <a:ext cx="305000" cy="222425"/>
              </a:xfrm>
              <a:custGeom>
                <a:avLst/>
                <a:gdLst/>
                <a:ahLst/>
                <a:cxnLst/>
                <a:rect l="l" t="t" r="r" b="b"/>
                <a:pathLst>
                  <a:path w="12200" h="8897" extrusionOk="0">
                    <a:moveTo>
                      <a:pt x="232" y="0"/>
                    </a:moveTo>
                    <a:cubicBezTo>
                      <a:pt x="102" y="0"/>
                      <a:pt x="0" y="102"/>
                      <a:pt x="0" y="223"/>
                    </a:cubicBezTo>
                    <a:lnTo>
                      <a:pt x="0" y="8674"/>
                    </a:lnTo>
                    <a:cubicBezTo>
                      <a:pt x="0" y="8795"/>
                      <a:pt x="102" y="8897"/>
                      <a:pt x="232" y="8897"/>
                    </a:cubicBezTo>
                    <a:lnTo>
                      <a:pt x="11977" y="8897"/>
                    </a:lnTo>
                    <a:cubicBezTo>
                      <a:pt x="12097" y="8897"/>
                      <a:pt x="12199" y="8795"/>
                      <a:pt x="12199" y="8674"/>
                    </a:cubicBezTo>
                    <a:lnTo>
                      <a:pt x="12199" y="223"/>
                    </a:lnTo>
                    <a:cubicBezTo>
                      <a:pt x="12199" y="102"/>
                      <a:pt x="12097" y="0"/>
                      <a:pt x="119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0" name="Google Shape;320;p19"/>
              <p:cNvSpPr/>
              <p:nvPr/>
            </p:nvSpPr>
            <p:spPr>
              <a:xfrm>
                <a:off x="7301425" y="2310575"/>
                <a:ext cx="305000" cy="37575"/>
              </a:xfrm>
              <a:custGeom>
                <a:avLst/>
                <a:gdLst/>
                <a:ahLst/>
                <a:cxnLst/>
                <a:rect l="l" t="t" r="r" b="b"/>
                <a:pathLst>
                  <a:path w="12200" h="1503" extrusionOk="0">
                    <a:moveTo>
                      <a:pt x="270" y="0"/>
                    </a:moveTo>
                    <a:cubicBezTo>
                      <a:pt x="121" y="0"/>
                      <a:pt x="1" y="121"/>
                      <a:pt x="1" y="269"/>
                    </a:cubicBezTo>
                    <a:lnTo>
                      <a:pt x="1" y="1503"/>
                    </a:lnTo>
                    <a:lnTo>
                      <a:pt x="12200" y="1503"/>
                    </a:lnTo>
                    <a:lnTo>
                      <a:pt x="12200" y="353"/>
                    </a:lnTo>
                    <a:cubicBezTo>
                      <a:pt x="12200" y="158"/>
                      <a:pt x="12042" y="0"/>
                      <a:pt x="11847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1" name="Google Shape;321;p19"/>
              <p:cNvSpPr/>
              <p:nvPr/>
            </p:nvSpPr>
            <p:spPr>
              <a:xfrm>
                <a:off x="7299800" y="2309175"/>
                <a:ext cx="308025" cy="40375"/>
              </a:xfrm>
              <a:custGeom>
                <a:avLst/>
                <a:gdLst/>
                <a:ahLst/>
                <a:cxnLst/>
                <a:rect l="l" t="t" r="r" b="b"/>
                <a:pathLst>
                  <a:path w="12321" h="1615" extrusionOk="0">
                    <a:moveTo>
                      <a:pt x="11912" y="112"/>
                    </a:moveTo>
                    <a:cubicBezTo>
                      <a:pt x="12070" y="112"/>
                      <a:pt x="12209" y="251"/>
                      <a:pt x="12209" y="409"/>
                    </a:cubicBezTo>
                    <a:lnTo>
                      <a:pt x="12209" y="1494"/>
                    </a:lnTo>
                    <a:lnTo>
                      <a:pt x="122" y="1494"/>
                    </a:lnTo>
                    <a:lnTo>
                      <a:pt x="122" y="325"/>
                    </a:lnTo>
                    <a:cubicBezTo>
                      <a:pt x="122" y="214"/>
                      <a:pt x="214" y="112"/>
                      <a:pt x="335" y="112"/>
                    </a:cubicBezTo>
                    <a:close/>
                    <a:moveTo>
                      <a:pt x="335" y="0"/>
                    </a:moveTo>
                    <a:cubicBezTo>
                      <a:pt x="149" y="0"/>
                      <a:pt x="1" y="149"/>
                      <a:pt x="1" y="325"/>
                    </a:cubicBezTo>
                    <a:lnTo>
                      <a:pt x="1" y="1615"/>
                    </a:lnTo>
                    <a:lnTo>
                      <a:pt x="12320" y="1615"/>
                    </a:lnTo>
                    <a:lnTo>
                      <a:pt x="12320" y="409"/>
                    </a:lnTo>
                    <a:cubicBezTo>
                      <a:pt x="12320" y="186"/>
                      <a:pt x="12135" y="0"/>
                      <a:pt x="1191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2" name="Google Shape;322;p19"/>
              <p:cNvSpPr/>
              <p:nvPr/>
            </p:nvSpPr>
            <p:spPr>
              <a:xfrm>
                <a:off x="7553750" y="2321700"/>
                <a:ext cx="14650" cy="14400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76" extrusionOk="0">
                    <a:moveTo>
                      <a:pt x="298" y="112"/>
                    </a:moveTo>
                    <a:cubicBezTo>
                      <a:pt x="391" y="112"/>
                      <a:pt x="465" y="195"/>
                      <a:pt x="465" y="288"/>
                    </a:cubicBezTo>
                    <a:cubicBezTo>
                      <a:pt x="465" y="381"/>
                      <a:pt x="391" y="464"/>
                      <a:pt x="298" y="464"/>
                    </a:cubicBezTo>
                    <a:cubicBezTo>
                      <a:pt x="196" y="464"/>
                      <a:pt x="122" y="381"/>
                      <a:pt x="122" y="288"/>
                    </a:cubicBezTo>
                    <a:cubicBezTo>
                      <a:pt x="122" y="195"/>
                      <a:pt x="196" y="112"/>
                      <a:pt x="298" y="112"/>
                    </a:cubicBezTo>
                    <a:close/>
                    <a:moveTo>
                      <a:pt x="298" y="0"/>
                    </a:moveTo>
                    <a:cubicBezTo>
                      <a:pt x="131" y="0"/>
                      <a:pt x="1" y="130"/>
                      <a:pt x="1" y="288"/>
                    </a:cubicBezTo>
                    <a:cubicBezTo>
                      <a:pt x="1" y="446"/>
                      <a:pt x="131" y="576"/>
                      <a:pt x="298" y="576"/>
                    </a:cubicBezTo>
                    <a:cubicBezTo>
                      <a:pt x="455" y="576"/>
                      <a:pt x="585" y="446"/>
                      <a:pt x="585" y="288"/>
                    </a:cubicBezTo>
                    <a:cubicBezTo>
                      <a:pt x="585" y="130"/>
                      <a:pt x="455" y="0"/>
                      <a:pt x="29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3" name="Google Shape;323;p19"/>
              <p:cNvSpPr/>
              <p:nvPr/>
            </p:nvSpPr>
            <p:spPr>
              <a:xfrm>
                <a:off x="7576250" y="2321700"/>
                <a:ext cx="14650" cy="14400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76" extrusionOk="0">
                    <a:moveTo>
                      <a:pt x="298" y="112"/>
                    </a:moveTo>
                    <a:cubicBezTo>
                      <a:pt x="390" y="112"/>
                      <a:pt x="465" y="195"/>
                      <a:pt x="465" y="288"/>
                    </a:cubicBezTo>
                    <a:cubicBezTo>
                      <a:pt x="465" y="381"/>
                      <a:pt x="390" y="464"/>
                      <a:pt x="298" y="464"/>
                    </a:cubicBezTo>
                    <a:cubicBezTo>
                      <a:pt x="196" y="464"/>
                      <a:pt x="121" y="381"/>
                      <a:pt x="121" y="288"/>
                    </a:cubicBezTo>
                    <a:cubicBezTo>
                      <a:pt x="121" y="195"/>
                      <a:pt x="196" y="112"/>
                      <a:pt x="298" y="112"/>
                    </a:cubicBezTo>
                    <a:close/>
                    <a:moveTo>
                      <a:pt x="298" y="0"/>
                    </a:moveTo>
                    <a:cubicBezTo>
                      <a:pt x="131" y="0"/>
                      <a:pt x="1" y="130"/>
                      <a:pt x="1" y="288"/>
                    </a:cubicBezTo>
                    <a:cubicBezTo>
                      <a:pt x="1" y="446"/>
                      <a:pt x="131" y="576"/>
                      <a:pt x="298" y="576"/>
                    </a:cubicBezTo>
                    <a:cubicBezTo>
                      <a:pt x="455" y="576"/>
                      <a:pt x="585" y="446"/>
                      <a:pt x="585" y="288"/>
                    </a:cubicBezTo>
                    <a:cubicBezTo>
                      <a:pt x="585" y="130"/>
                      <a:pt x="455" y="0"/>
                      <a:pt x="29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4" name="Google Shape;324;p19"/>
              <p:cNvSpPr/>
              <p:nvPr/>
            </p:nvSpPr>
            <p:spPr>
              <a:xfrm>
                <a:off x="7531500" y="2321700"/>
                <a:ext cx="14400" cy="14400"/>
              </a:xfrm>
              <a:custGeom>
                <a:avLst/>
                <a:gdLst/>
                <a:ahLst/>
                <a:cxnLst/>
                <a:rect l="l" t="t" r="r" b="b"/>
                <a:pathLst>
                  <a:path w="576" h="576" extrusionOk="0">
                    <a:moveTo>
                      <a:pt x="288" y="112"/>
                    </a:moveTo>
                    <a:cubicBezTo>
                      <a:pt x="381" y="112"/>
                      <a:pt x="464" y="195"/>
                      <a:pt x="464" y="288"/>
                    </a:cubicBezTo>
                    <a:cubicBezTo>
                      <a:pt x="464" y="381"/>
                      <a:pt x="381" y="464"/>
                      <a:pt x="288" y="464"/>
                    </a:cubicBezTo>
                    <a:cubicBezTo>
                      <a:pt x="195" y="464"/>
                      <a:pt x="121" y="381"/>
                      <a:pt x="121" y="288"/>
                    </a:cubicBezTo>
                    <a:cubicBezTo>
                      <a:pt x="121" y="195"/>
                      <a:pt x="195" y="112"/>
                      <a:pt x="288" y="112"/>
                    </a:cubicBezTo>
                    <a:close/>
                    <a:moveTo>
                      <a:pt x="288" y="0"/>
                    </a:moveTo>
                    <a:cubicBezTo>
                      <a:pt x="130" y="0"/>
                      <a:pt x="0" y="130"/>
                      <a:pt x="0" y="288"/>
                    </a:cubicBezTo>
                    <a:cubicBezTo>
                      <a:pt x="0" y="446"/>
                      <a:pt x="130" y="576"/>
                      <a:pt x="288" y="576"/>
                    </a:cubicBezTo>
                    <a:cubicBezTo>
                      <a:pt x="446" y="576"/>
                      <a:pt x="575" y="446"/>
                      <a:pt x="575" y="288"/>
                    </a:cubicBezTo>
                    <a:cubicBezTo>
                      <a:pt x="575" y="130"/>
                      <a:pt x="446" y="0"/>
                      <a:pt x="28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5" name="Google Shape;325;p19"/>
              <p:cNvSpPr/>
              <p:nvPr/>
            </p:nvSpPr>
            <p:spPr>
              <a:xfrm>
                <a:off x="7301200" y="2348125"/>
                <a:ext cx="305000" cy="183475"/>
              </a:xfrm>
              <a:custGeom>
                <a:avLst/>
                <a:gdLst/>
                <a:ahLst/>
                <a:cxnLst/>
                <a:rect l="l" t="t" r="r" b="b"/>
                <a:pathLst>
                  <a:path w="12200" h="7339" extrusionOk="0">
                    <a:moveTo>
                      <a:pt x="38" y="1"/>
                    </a:moveTo>
                    <a:cubicBezTo>
                      <a:pt x="19" y="1"/>
                      <a:pt x="1" y="19"/>
                      <a:pt x="1" y="38"/>
                    </a:cubicBezTo>
                    <a:lnTo>
                      <a:pt x="1" y="7302"/>
                    </a:lnTo>
                    <a:cubicBezTo>
                      <a:pt x="1" y="7320"/>
                      <a:pt x="19" y="7339"/>
                      <a:pt x="38" y="7339"/>
                    </a:cubicBezTo>
                    <a:lnTo>
                      <a:pt x="12162" y="7339"/>
                    </a:lnTo>
                    <a:cubicBezTo>
                      <a:pt x="12181" y="7339"/>
                      <a:pt x="12199" y="7320"/>
                      <a:pt x="12199" y="7302"/>
                    </a:cubicBezTo>
                    <a:lnTo>
                      <a:pt x="12199" y="38"/>
                    </a:lnTo>
                    <a:cubicBezTo>
                      <a:pt x="12199" y="19"/>
                      <a:pt x="12181" y="1"/>
                      <a:pt x="1216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6" name="Google Shape;326;p19"/>
              <p:cNvSpPr/>
              <p:nvPr/>
            </p:nvSpPr>
            <p:spPr>
              <a:xfrm>
                <a:off x="7299800" y="2346750"/>
                <a:ext cx="308025" cy="186250"/>
              </a:xfrm>
              <a:custGeom>
                <a:avLst/>
                <a:gdLst/>
                <a:ahLst/>
                <a:cxnLst/>
                <a:rect l="l" t="t" r="r" b="b"/>
                <a:pathLst>
                  <a:path w="12321" h="7450" extrusionOk="0">
                    <a:moveTo>
                      <a:pt x="12200" y="112"/>
                    </a:moveTo>
                    <a:lnTo>
                      <a:pt x="12200" y="7338"/>
                    </a:lnTo>
                    <a:lnTo>
                      <a:pt x="112" y="7338"/>
                    </a:lnTo>
                    <a:lnTo>
                      <a:pt x="112" y="112"/>
                    </a:lnTo>
                    <a:close/>
                    <a:moveTo>
                      <a:pt x="94" y="0"/>
                    </a:moveTo>
                    <a:cubicBezTo>
                      <a:pt x="47" y="0"/>
                      <a:pt x="1" y="37"/>
                      <a:pt x="1" y="93"/>
                    </a:cubicBezTo>
                    <a:lnTo>
                      <a:pt x="1" y="7357"/>
                    </a:lnTo>
                    <a:cubicBezTo>
                      <a:pt x="1" y="7412"/>
                      <a:pt x="47" y="7449"/>
                      <a:pt x="94" y="7449"/>
                    </a:cubicBezTo>
                    <a:lnTo>
                      <a:pt x="12218" y="7449"/>
                    </a:lnTo>
                    <a:cubicBezTo>
                      <a:pt x="12274" y="7449"/>
                      <a:pt x="12320" y="7412"/>
                      <a:pt x="12320" y="7357"/>
                    </a:cubicBezTo>
                    <a:lnTo>
                      <a:pt x="12320" y="93"/>
                    </a:lnTo>
                    <a:cubicBezTo>
                      <a:pt x="12320" y="37"/>
                      <a:pt x="12274" y="0"/>
                      <a:pt x="122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7" name="Google Shape;327;p19"/>
              <p:cNvSpPr/>
              <p:nvPr/>
            </p:nvSpPr>
            <p:spPr>
              <a:xfrm>
                <a:off x="7510150" y="2385250"/>
                <a:ext cx="67525" cy="103925"/>
              </a:xfrm>
              <a:custGeom>
                <a:avLst/>
                <a:gdLst/>
                <a:ahLst/>
                <a:cxnLst/>
                <a:rect l="l" t="t" r="r" b="b"/>
                <a:pathLst>
                  <a:path w="2701" h="4157" extrusionOk="0">
                    <a:moveTo>
                      <a:pt x="19" y="0"/>
                    </a:moveTo>
                    <a:cubicBezTo>
                      <a:pt x="10" y="0"/>
                      <a:pt x="1" y="9"/>
                      <a:pt x="1" y="19"/>
                    </a:cubicBezTo>
                    <a:lnTo>
                      <a:pt x="1" y="4138"/>
                    </a:lnTo>
                    <a:cubicBezTo>
                      <a:pt x="1" y="4147"/>
                      <a:pt x="10" y="4156"/>
                      <a:pt x="19" y="4156"/>
                    </a:cubicBezTo>
                    <a:lnTo>
                      <a:pt x="2682" y="4156"/>
                    </a:lnTo>
                    <a:cubicBezTo>
                      <a:pt x="2691" y="4156"/>
                      <a:pt x="2700" y="4147"/>
                      <a:pt x="2700" y="4138"/>
                    </a:cubicBezTo>
                    <a:lnTo>
                      <a:pt x="2700" y="19"/>
                    </a:lnTo>
                    <a:cubicBezTo>
                      <a:pt x="2700" y="0"/>
                      <a:pt x="2691" y="0"/>
                      <a:pt x="2682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8" name="Google Shape;328;p19"/>
              <p:cNvSpPr/>
              <p:nvPr/>
            </p:nvSpPr>
            <p:spPr>
              <a:xfrm>
                <a:off x="7508775" y="2383625"/>
                <a:ext cx="70300" cy="107175"/>
              </a:xfrm>
              <a:custGeom>
                <a:avLst/>
                <a:gdLst/>
                <a:ahLst/>
                <a:cxnLst/>
                <a:rect l="l" t="t" r="r" b="b"/>
                <a:pathLst>
                  <a:path w="2812" h="4287" extrusionOk="0">
                    <a:moveTo>
                      <a:pt x="2700" y="121"/>
                    </a:moveTo>
                    <a:lnTo>
                      <a:pt x="2700" y="4165"/>
                    </a:lnTo>
                    <a:lnTo>
                      <a:pt x="112" y="4165"/>
                    </a:lnTo>
                    <a:lnTo>
                      <a:pt x="112" y="121"/>
                    </a:lnTo>
                    <a:close/>
                    <a:moveTo>
                      <a:pt x="74" y="0"/>
                    </a:moveTo>
                    <a:cubicBezTo>
                      <a:pt x="37" y="0"/>
                      <a:pt x="0" y="37"/>
                      <a:pt x="0" y="84"/>
                    </a:cubicBezTo>
                    <a:lnTo>
                      <a:pt x="0" y="4203"/>
                    </a:lnTo>
                    <a:cubicBezTo>
                      <a:pt x="0" y="4249"/>
                      <a:pt x="37" y="4286"/>
                      <a:pt x="74" y="4286"/>
                    </a:cubicBezTo>
                    <a:lnTo>
                      <a:pt x="2737" y="4286"/>
                    </a:lnTo>
                    <a:cubicBezTo>
                      <a:pt x="2774" y="4286"/>
                      <a:pt x="2811" y="4249"/>
                      <a:pt x="2811" y="4203"/>
                    </a:cubicBezTo>
                    <a:lnTo>
                      <a:pt x="2811" y="84"/>
                    </a:lnTo>
                    <a:cubicBezTo>
                      <a:pt x="2811" y="37"/>
                      <a:pt x="2774" y="0"/>
                      <a:pt x="273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29" name="Google Shape;329;p19"/>
              <p:cNvSpPr/>
              <p:nvPr/>
            </p:nvSpPr>
            <p:spPr>
              <a:xfrm>
                <a:off x="7511775" y="2387100"/>
                <a:ext cx="65200" cy="100900"/>
              </a:xfrm>
              <a:custGeom>
                <a:avLst/>
                <a:gdLst/>
                <a:ahLst/>
                <a:cxnLst/>
                <a:rect l="l" t="t" r="r" b="b"/>
                <a:pathLst>
                  <a:path w="2608" h="4036" extrusionOk="0">
                    <a:moveTo>
                      <a:pt x="1" y="0"/>
                    </a:moveTo>
                    <a:lnTo>
                      <a:pt x="2608" y="4036"/>
                    </a:ln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0" name="Google Shape;330;p19"/>
              <p:cNvSpPr/>
              <p:nvPr/>
            </p:nvSpPr>
            <p:spPr>
              <a:xfrm>
                <a:off x="7510150" y="2385700"/>
                <a:ext cx="68450" cy="103700"/>
              </a:xfrm>
              <a:custGeom>
                <a:avLst/>
                <a:gdLst/>
                <a:ahLst/>
                <a:cxnLst/>
                <a:rect l="l" t="t" r="r" b="b"/>
                <a:pathLst>
                  <a:path w="2738" h="4148" extrusionOk="0">
                    <a:moveTo>
                      <a:pt x="70" y="0"/>
                    </a:moveTo>
                    <a:cubicBezTo>
                      <a:pt x="59" y="0"/>
                      <a:pt x="48" y="3"/>
                      <a:pt x="38" y="10"/>
                    </a:cubicBezTo>
                    <a:cubicBezTo>
                      <a:pt x="10" y="29"/>
                      <a:pt x="1" y="66"/>
                      <a:pt x="19" y="93"/>
                    </a:cubicBezTo>
                    <a:lnTo>
                      <a:pt x="2626" y="4120"/>
                    </a:lnTo>
                    <a:cubicBezTo>
                      <a:pt x="2635" y="4138"/>
                      <a:pt x="2654" y="4147"/>
                      <a:pt x="2673" y="4147"/>
                    </a:cubicBezTo>
                    <a:cubicBezTo>
                      <a:pt x="2682" y="4147"/>
                      <a:pt x="2691" y="4147"/>
                      <a:pt x="2700" y="4138"/>
                    </a:cubicBezTo>
                    <a:cubicBezTo>
                      <a:pt x="2728" y="4120"/>
                      <a:pt x="2738" y="4082"/>
                      <a:pt x="2719" y="4055"/>
                    </a:cubicBezTo>
                    <a:lnTo>
                      <a:pt x="121" y="29"/>
                    </a:lnTo>
                    <a:cubicBezTo>
                      <a:pt x="109" y="11"/>
                      <a:pt x="90" y="0"/>
                      <a:pt x="7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1" name="Google Shape;331;p19"/>
              <p:cNvSpPr/>
              <p:nvPr/>
            </p:nvSpPr>
            <p:spPr>
              <a:xfrm>
                <a:off x="7510625" y="2386875"/>
                <a:ext cx="64950" cy="102300"/>
              </a:xfrm>
              <a:custGeom>
                <a:avLst/>
                <a:gdLst/>
                <a:ahLst/>
                <a:cxnLst/>
                <a:rect l="l" t="t" r="r" b="b"/>
                <a:pathLst>
                  <a:path w="2598" h="4092" extrusionOk="0">
                    <a:moveTo>
                      <a:pt x="2598" y="0"/>
                    </a:moveTo>
                    <a:lnTo>
                      <a:pt x="0" y="4091"/>
                    </a:ln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2" name="Google Shape;332;p19"/>
              <p:cNvSpPr/>
              <p:nvPr/>
            </p:nvSpPr>
            <p:spPr>
              <a:xfrm>
                <a:off x="7509000" y="2385325"/>
                <a:ext cx="68200" cy="105475"/>
              </a:xfrm>
              <a:custGeom>
                <a:avLst/>
                <a:gdLst/>
                <a:ahLst/>
                <a:cxnLst/>
                <a:rect l="l" t="t" r="r" b="b"/>
                <a:pathLst>
                  <a:path w="2728" h="4219" extrusionOk="0">
                    <a:moveTo>
                      <a:pt x="2667" y="1"/>
                    </a:moveTo>
                    <a:cubicBezTo>
                      <a:pt x="2648" y="1"/>
                      <a:pt x="2628" y="7"/>
                      <a:pt x="2617" y="25"/>
                    </a:cubicBezTo>
                    <a:lnTo>
                      <a:pt x="19" y="4125"/>
                    </a:lnTo>
                    <a:cubicBezTo>
                      <a:pt x="0" y="4153"/>
                      <a:pt x="10" y="4190"/>
                      <a:pt x="38" y="4209"/>
                    </a:cubicBezTo>
                    <a:cubicBezTo>
                      <a:pt x="47" y="4209"/>
                      <a:pt x="56" y="4218"/>
                      <a:pt x="65" y="4218"/>
                    </a:cubicBezTo>
                    <a:cubicBezTo>
                      <a:pt x="84" y="4218"/>
                      <a:pt x="103" y="4209"/>
                      <a:pt x="121" y="4190"/>
                    </a:cubicBezTo>
                    <a:lnTo>
                      <a:pt x="2719" y="90"/>
                    </a:lnTo>
                    <a:cubicBezTo>
                      <a:pt x="2728" y="62"/>
                      <a:pt x="2728" y="25"/>
                      <a:pt x="2700" y="6"/>
                    </a:cubicBezTo>
                    <a:cubicBezTo>
                      <a:pt x="2690" y="3"/>
                      <a:pt x="2678" y="1"/>
                      <a:pt x="26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3" name="Google Shape;333;p19"/>
              <p:cNvSpPr/>
              <p:nvPr/>
            </p:nvSpPr>
            <p:spPr>
              <a:xfrm>
                <a:off x="7340175" y="2391050"/>
                <a:ext cx="143350" cy="3025"/>
              </a:xfrm>
              <a:custGeom>
                <a:avLst/>
                <a:gdLst/>
                <a:ahLst/>
                <a:cxnLst/>
                <a:rect l="l" t="t" r="r" b="b"/>
                <a:pathLst>
                  <a:path w="5734" h="121" extrusionOk="0">
                    <a:moveTo>
                      <a:pt x="56" y="0"/>
                    </a:moveTo>
                    <a:cubicBezTo>
                      <a:pt x="28" y="0"/>
                      <a:pt x="0" y="28"/>
                      <a:pt x="0" y="65"/>
                    </a:cubicBezTo>
                    <a:cubicBezTo>
                      <a:pt x="0" y="93"/>
                      <a:pt x="28" y="121"/>
                      <a:pt x="56" y="121"/>
                    </a:cubicBezTo>
                    <a:lnTo>
                      <a:pt x="5677" y="121"/>
                    </a:lnTo>
                    <a:cubicBezTo>
                      <a:pt x="5705" y="121"/>
                      <a:pt x="5733" y="93"/>
                      <a:pt x="5733" y="65"/>
                    </a:cubicBezTo>
                    <a:cubicBezTo>
                      <a:pt x="5733" y="28"/>
                      <a:pt x="5705" y="0"/>
                      <a:pt x="567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4" name="Google Shape;334;p19"/>
              <p:cNvSpPr/>
              <p:nvPr/>
            </p:nvSpPr>
            <p:spPr>
              <a:xfrm>
                <a:off x="7340175" y="2412375"/>
                <a:ext cx="52200" cy="3050"/>
              </a:xfrm>
              <a:custGeom>
                <a:avLst/>
                <a:gdLst/>
                <a:ahLst/>
                <a:cxnLst/>
                <a:rect l="l" t="t" r="r" b="b"/>
                <a:pathLst>
                  <a:path w="2088" h="122" extrusionOk="0">
                    <a:moveTo>
                      <a:pt x="56" y="1"/>
                    </a:moveTo>
                    <a:cubicBezTo>
                      <a:pt x="28" y="1"/>
                      <a:pt x="0" y="28"/>
                      <a:pt x="0" y="56"/>
                    </a:cubicBezTo>
                    <a:cubicBezTo>
                      <a:pt x="0" y="93"/>
                      <a:pt x="28" y="121"/>
                      <a:pt x="56" y="121"/>
                    </a:cubicBezTo>
                    <a:lnTo>
                      <a:pt x="2032" y="121"/>
                    </a:lnTo>
                    <a:cubicBezTo>
                      <a:pt x="2069" y="121"/>
                      <a:pt x="2087" y="93"/>
                      <a:pt x="2087" y="56"/>
                    </a:cubicBezTo>
                    <a:cubicBezTo>
                      <a:pt x="2087" y="28"/>
                      <a:pt x="2069" y="1"/>
                      <a:pt x="2032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5" name="Google Shape;335;p19"/>
              <p:cNvSpPr/>
              <p:nvPr/>
            </p:nvSpPr>
            <p:spPr>
              <a:xfrm>
                <a:off x="7409750" y="2412375"/>
                <a:ext cx="62875" cy="3050"/>
              </a:xfrm>
              <a:custGeom>
                <a:avLst/>
                <a:gdLst/>
                <a:ahLst/>
                <a:cxnLst/>
                <a:rect l="l" t="t" r="r" b="b"/>
                <a:pathLst>
                  <a:path w="2515" h="122" extrusionOk="0">
                    <a:moveTo>
                      <a:pt x="65" y="1"/>
                    </a:moveTo>
                    <a:cubicBezTo>
                      <a:pt x="28" y="1"/>
                      <a:pt x="0" y="28"/>
                      <a:pt x="0" y="56"/>
                    </a:cubicBezTo>
                    <a:cubicBezTo>
                      <a:pt x="0" y="93"/>
                      <a:pt x="28" y="121"/>
                      <a:pt x="65" y="121"/>
                    </a:cubicBezTo>
                    <a:lnTo>
                      <a:pt x="2458" y="121"/>
                    </a:lnTo>
                    <a:cubicBezTo>
                      <a:pt x="2486" y="121"/>
                      <a:pt x="2514" y="93"/>
                      <a:pt x="2514" y="56"/>
                    </a:cubicBezTo>
                    <a:cubicBezTo>
                      <a:pt x="2514" y="28"/>
                      <a:pt x="2486" y="1"/>
                      <a:pt x="245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6" name="Google Shape;336;p19"/>
              <p:cNvSpPr/>
              <p:nvPr/>
            </p:nvSpPr>
            <p:spPr>
              <a:xfrm>
                <a:off x="7340175" y="2477075"/>
                <a:ext cx="93025" cy="2825"/>
              </a:xfrm>
              <a:custGeom>
                <a:avLst/>
                <a:gdLst/>
                <a:ahLst/>
                <a:cxnLst/>
                <a:rect l="l" t="t" r="r" b="b"/>
                <a:pathLst>
                  <a:path w="3721" h="113" extrusionOk="0">
                    <a:moveTo>
                      <a:pt x="56" y="1"/>
                    </a:moveTo>
                    <a:cubicBezTo>
                      <a:pt x="28" y="1"/>
                      <a:pt x="0" y="29"/>
                      <a:pt x="0" y="56"/>
                    </a:cubicBezTo>
                    <a:cubicBezTo>
                      <a:pt x="0" y="93"/>
                      <a:pt x="28" y="112"/>
                      <a:pt x="56" y="112"/>
                    </a:cubicBezTo>
                    <a:lnTo>
                      <a:pt x="3655" y="112"/>
                    </a:lnTo>
                    <a:cubicBezTo>
                      <a:pt x="3692" y="112"/>
                      <a:pt x="3720" y="93"/>
                      <a:pt x="3720" y="56"/>
                    </a:cubicBezTo>
                    <a:cubicBezTo>
                      <a:pt x="3720" y="29"/>
                      <a:pt x="3692" y="1"/>
                      <a:pt x="3655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7" name="Google Shape;337;p19"/>
              <p:cNvSpPr/>
              <p:nvPr/>
            </p:nvSpPr>
            <p:spPr>
              <a:xfrm>
                <a:off x="7340175" y="2434875"/>
                <a:ext cx="144500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5780" h="112" extrusionOk="0">
                    <a:moveTo>
                      <a:pt x="56" y="0"/>
                    </a:moveTo>
                    <a:cubicBezTo>
                      <a:pt x="28" y="0"/>
                      <a:pt x="0" y="19"/>
                      <a:pt x="0" y="56"/>
                    </a:cubicBezTo>
                    <a:cubicBezTo>
                      <a:pt x="0" y="84"/>
                      <a:pt x="28" y="112"/>
                      <a:pt x="56" y="112"/>
                    </a:cubicBezTo>
                    <a:lnTo>
                      <a:pt x="5724" y="112"/>
                    </a:lnTo>
                    <a:cubicBezTo>
                      <a:pt x="5761" y="112"/>
                      <a:pt x="5779" y="84"/>
                      <a:pt x="5779" y="56"/>
                    </a:cubicBezTo>
                    <a:cubicBezTo>
                      <a:pt x="5779" y="19"/>
                      <a:pt x="5761" y="0"/>
                      <a:pt x="57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8" name="Google Shape;338;p19"/>
              <p:cNvSpPr/>
              <p:nvPr/>
            </p:nvSpPr>
            <p:spPr>
              <a:xfrm>
                <a:off x="7340175" y="2456200"/>
                <a:ext cx="47800" cy="2825"/>
              </a:xfrm>
              <a:custGeom>
                <a:avLst/>
                <a:gdLst/>
                <a:ahLst/>
                <a:cxnLst/>
                <a:rect l="l" t="t" r="r" b="b"/>
                <a:pathLst>
                  <a:path w="1912" h="113" extrusionOk="0">
                    <a:moveTo>
                      <a:pt x="56" y="1"/>
                    </a:moveTo>
                    <a:cubicBezTo>
                      <a:pt x="28" y="1"/>
                      <a:pt x="0" y="19"/>
                      <a:pt x="0" y="56"/>
                    </a:cubicBezTo>
                    <a:cubicBezTo>
                      <a:pt x="0" y="84"/>
                      <a:pt x="28" y="112"/>
                      <a:pt x="56" y="112"/>
                    </a:cubicBezTo>
                    <a:lnTo>
                      <a:pt x="1855" y="112"/>
                    </a:lnTo>
                    <a:cubicBezTo>
                      <a:pt x="1883" y="112"/>
                      <a:pt x="1911" y="84"/>
                      <a:pt x="1911" y="56"/>
                    </a:cubicBezTo>
                    <a:cubicBezTo>
                      <a:pt x="1911" y="19"/>
                      <a:pt x="1883" y="1"/>
                      <a:pt x="185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39" name="Google Shape;339;p19"/>
              <p:cNvSpPr/>
              <p:nvPr/>
            </p:nvSpPr>
            <p:spPr>
              <a:xfrm>
                <a:off x="7398850" y="2456200"/>
                <a:ext cx="84675" cy="2825"/>
              </a:xfrm>
              <a:custGeom>
                <a:avLst/>
                <a:gdLst/>
                <a:ahLst/>
                <a:cxnLst/>
                <a:rect l="l" t="t" r="r" b="b"/>
                <a:pathLst>
                  <a:path w="3387" h="113" extrusionOk="0">
                    <a:moveTo>
                      <a:pt x="56" y="1"/>
                    </a:moveTo>
                    <a:cubicBezTo>
                      <a:pt x="28" y="1"/>
                      <a:pt x="0" y="19"/>
                      <a:pt x="0" y="56"/>
                    </a:cubicBezTo>
                    <a:cubicBezTo>
                      <a:pt x="0" y="84"/>
                      <a:pt x="28" y="112"/>
                      <a:pt x="56" y="112"/>
                    </a:cubicBezTo>
                    <a:lnTo>
                      <a:pt x="3330" y="112"/>
                    </a:lnTo>
                    <a:cubicBezTo>
                      <a:pt x="3358" y="112"/>
                      <a:pt x="3386" y="84"/>
                      <a:pt x="3386" y="56"/>
                    </a:cubicBezTo>
                    <a:cubicBezTo>
                      <a:pt x="3386" y="19"/>
                      <a:pt x="3358" y="1"/>
                      <a:pt x="3330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0" name="Google Shape;340;p19"/>
              <p:cNvSpPr/>
              <p:nvPr/>
            </p:nvSpPr>
            <p:spPr>
              <a:xfrm>
                <a:off x="7414375" y="2425125"/>
                <a:ext cx="500" cy="8850"/>
              </a:xfrm>
              <a:custGeom>
                <a:avLst/>
                <a:gdLst/>
                <a:ahLst/>
                <a:cxnLst/>
                <a:rect l="l" t="t" r="r" b="b"/>
                <a:pathLst>
                  <a:path w="20" h="354" extrusionOk="0">
                    <a:moveTo>
                      <a:pt x="19" y="353"/>
                    </a:moveTo>
                    <a:cubicBezTo>
                      <a:pt x="19" y="233"/>
                      <a:pt x="19" y="121"/>
                      <a:pt x="1" y="1"/>
                    </a:cubicBezTo>
                    <a:lnTo>
                      <a:pt x="1" y="1"/>
                    </a:lnTo>
                    <a:lnTo>
                      <a:pt x="1" y="1"/>
                    </a:lnTo>
                    <a:cubicBezTo>
                      <a:pt x="19" y="121"/>
                      <a:pt x="19" y="233"/>
                      <a:pt x="19" y="35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1" name="Google Shape;341;p19"/>
              <p:cNvSpPr/>
              <p:nvPr/>
            </p:nvSpPr>
            <p:spPr>
              <a:xfrm>
                <a:off x="7106150" y="2233800"/>
                <a:ext cx="232650" cy="165625"/>
              </a:xfrm>
              <a:custGeom>
                <a:avLst/>
                <a:gdLst/>
                <a:ahLst/>
                <a:cxnLst/>
                <a:rect l="l" t="t" r="r" b="b"/>
                <a:pathLst>
                  <a:path w="9306" h="6625" extrusionOk="0">
                    <a:moveTo>
                      <a:pt x="168" y="1"/>
                    </a:moveTo>
                    <a:cubicBezTo>
                      <a:pt x="75" y="1"/>
                      <a:pt x="1" y="75"/>
                      <a:pt x="1" y="168"/>
                    </a:cubicBezTo>
                    <a:lnTo>
                      <a:pt x="1" y="6457"/>
                    </a:lnTo>
                    <a:cubicBezTo>
                      <a:pt x="1" y="6550"/>
                      <a:pt x="75" y="6624"/>
                      <a:pt x="168" y="6624"/>
                    </a:cubicBezTo>
                    <a:lnTo>
                      <a:pt x="9129" y="6624"/>
                    </a:lnTo>
                    <a:cubicBezTo>
                      <a:pt x="9222" y="6624"/>
                      <a:pt x="9305" y="6550"/>
                      <a:pt x="9305" y="6457"/>
                    </a:cubicBezTo>
                    <a:lnTo>
                      <a:pt x="9305" y="168"/>
                    </a:lnTo>
                    <a:cubicBezTo>
                      <a:pt x="9305" y="75"/>
                      <a:pt x="9222" y="1"/>
                      <a:pt x="912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2" name="Google Shape;342;p19"/>
              <p:cNvSpPr/>
              <p:nvPr/>
            </p:nvSpPr>
            <p:spPr>
              <a:xfrm>
                <a:off x="7104525" y="2232175"/>
                <a:ext cx="235675" cy="168850"/>
              </a:xfrm>
              <a:custGeom>
                <a:avLst/>
                <a:gdLst/>
                <a:ahLst/>
                <a:cxnLst/>
                <a:rect l="l" t="t" r="r" b="b"/>
                <a:pathLst>
                  <a:path w="9427" h="6754" extrusionOk="0">
                    <a:moveTo>
                      <a:pt x="9194" y="121"/>
                    </a:moveTo>
                    <a:cubicBezTo>
                      <a:pt x="9259" y="121"/>
                      <a:pt x="9305" y="177"/>
                      <a:pt x="9305" y="233"/>
                    </a:cubicBezTo>
                    <a:lnTo>
                      <a:pt x="9305" y="6522"/>
                    </a:lnTo>
                    <a:cubicBezTo>
                      <a:pt x="9305" y="6587"/>
                      <a:pt x="9259" y="6633"/>
                      <a:pt x="9194" y="6633"/>
                    </a:cubicBezTo>
                    <a:lnTo>
                      <a:pt x="233" y="6633"/>
                    </a:lnTo>
                    <a:cubicBezTo>
                      <a:pt x="168" y="6633"/>
                      <a:pt x="122" y="6587"/>
                      <a:pt x="122" y="6522"/>
                    </a:cubicBezTo>
                    <a:lnTo>
                      <a:pt x="122" y="233"/>
                    </a:lnTo>
                    <a:cubicBezTo>
                      <a:pt x="122" y="177"/>
                      <a:pt x="177" y="121"/>
                      <a:pt x="233" y="121"/>
                    </a:cubicBezTo>
                    <a:close/>
                    <a:moveTo>
                      <a:pt x="233" y="1"/>
                    </a:moveTo>
                    <a:cubicBezTo>
                      <a:pt x="103" y="1"/>
                      <a:pt x="1" y="112"/>
                      <a:pt x="1" y="233"/>
                    </a:cubicBezTo>
                    <a:lnTo>
                      <a:pt x="1" y="6522"/>
                    </a:lnTo>
                    <a:cubicBezTo>
                      <a:pt x="1" y="6652"/>
                      <a:pt x="103" y="6754"/>
                      <a:pt x="233" y="6754"/>
                    </a:cubicBezTo>
                    <a:lnTo>
                      <a:pt x="9194" y="6754"/>
                    </a:lnTo>
                    <a:cubicBezTo>
                      <a:pt x="9324" y="6754"/>
                      <a:pt x="9426" y="6652"/>
                      <a:pt x="9426" y="6522"/>
                    </a:cubicBezTo>
                    <a:lnTo>
                      <a:pt x="9426" y="233"/>
                    </a:lnTo>
                    <a:cubicBezTo>
                      <a:pt x="9426" y="112"/>
                      <a:pt x="9324" y="1"/>
                      <a:pt x="919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3" name="Google Shape;343;p19"/>
              <p:cNvSpPr/>
              <p:nvPr/>
            </p:nvSpPr>
            <p:spPr>
              <a:xfrm>
                <a:off x="7119150" y="2221275"/>
                <a:ext cx="232625" cy="27850"/>
              </a:xfrm>
              <a:custGeom>
                <a:avLst/>
                <a:gdLst/>
                <a:ahLst/>
                <a:cxnLst/>
                <a:rect l="l" t="t" r="r" b="b"/>
                <a:pathLst>
                  <a:path w="9305" h="1114" extrusionOk="0">
                    <a:moveTo>
                      <a:pt x="204" y="1"/>
                    </a:moveTo>
                    <a:cubicBezTo>
                      <a:pt x="93" y="1"/>
                      <a:pt x="0" y="93"/>
                      <a:pt x="0" y="205"/>
                    </a:cubicBezTo>
                    <a:lnTo>
                      <a:pt x="0" y="1114"/>
                    </a:lnTo>
                    <a:lnTo>
                      <a:pt x="9305" y="1114"/>
                    </a:lnTo>
                    <a:lnTo>
                      <a:pt x="9305" y="260"/>
                    </a:lnTo>
                    <a:cubicBezTo>
                      <a:pt x="9305" y="112"/>
                      <a:pt x="9184" y="1"/>
                      <a:pt x="903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4" name="Google Shape;344;p19"/>
              <p:cNvSpPr/>
              <p:nvPr/>
            </p:nvSpPr>
            <p:spPr>
              <a:xfrm>
                <a:off x="7117750" y="2219650"/>
                <a:ext cx="235425" cy="30875"/>
              </a:xfrm>
              <a:custGeom>
                <a:avLst/>
                <a:gdLst/>
                <a:ahLst/>
                <a:cxnLst/>
                <a:rect l="l" t="t" r="r" b="b"/>
                <a:pathLst>
                  <a:path w="9417" h="1235" extrusionOk="0">
                    <a:moveTo>
                      <a:pt x="9092" y="121"/>
                    </a:moveTo>
                    <a:cubicBezTo>
                      <a:pt x="9203" y="121"/>
                      <a:pt x="9296" y="214"/>
                      <a:pt x="9296" y="325"/>
                    </a:cubicBezTo>
                    <a:lnTo>
                      <a:pt x="9296" y="1123"/>
                    </a:lnTo>
                    <a:lnTo>
                      <a:pt x="112" y="1123"/>
                    </a:lnTo>
                    <a:lnTo>
                      <a:pt x="112" y="270"/>
                    </a:lnTo>
                    <a:cubicBezTo>
                      <a:pt x="112" y="186"/>
                      <a:pt x="177" y="121"/>
                      <a:pt x="260" y="121"/>
                    </a:cubicBezTo>
                    <a:close/>
                    <a:moveTo>
                      <a:pt x="260" y="1"/>
                    </a:moveTo>
                    <a:cubicBezTo>
                      <a:pt x="112" y="1"/>
                      <a:pt x="1" y="121"/>
                      <a:pt x="1" y="270"/>
                    </a:cubicBezTo>
                    <a:lnTo>
                      <a:pt x="1" y="1234"/>
                    </a:lnTo>
                    <a:lnTo>
                      <a:pt x="9417" y="1234"/>
                    </a:lnTo>
                    <a:lnTo>
                      <a:pt x="9417" y="325"/>
                    </a:lnTo>
                    <a:cubicBezTo>
                      <a:pt x="9417" y="149"/>
                      <a:pt x="9268" y="1"/>
                      <a:pt x="90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5" name="Google Shape;345;p19"/>
              <p:cNvSpPr/>
              <p:nvPr/>
            </p:nvSpPr>
            <p:spPr>
              <a:xfrm>
                <a:off x="7143950" y="2229150"/>
                <a:ext cx="11400" cy="11400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56" extrusionOk="0">
                    <a:moveTo>
                      <a:pt x="233" y="112"/>
                    </a:moveTo>
                    <a:cubicBezTo>
                      <a:pt x="289" y="112"/>
                      <a:pt x="344" y="168"/>
                      <a:pt x="344" y="224"/>
                    </a:cubicBezTo>
                    <a:cubicBezTo>
                      <a:pt x="344" y="289"/>
                      <a:pt x="289" y="344"/>
                      <a:pt x="233" y="344"/>
                    </a:cubicBezTo>
                    <a:cubicBezTo>
                      <a:pt x="168" y="344"/>
                      <a:pt x="112" y="289"/>
                      <a:pt x="112" y="224"/>
                    </a:cubicBezTo>
                    <a:cubicBezTo>
                      <a:pt x="112" y="168"/>
                      <a:pt x="168" y="112"/>
                      <a:pt x="233" y="112"/>
                    </a:cubicBezTo>
                    <a:close/>
                    <a:moveTo>
                      <a:pt x="233" y="1"/>
                    </a:moveTo>
                    <a:cubicBezTo>
                      <a:pt x="103" y="1"/>
                      <a:pt x="1" y="103"/>
                      <a:pt x="1" y="233"/>
                    </a:cubicBezTo>
                    <a:cubicBezTo>
                      <a:pt x="1" y="354"/>
                      <a:pt x="103" y="456"/>
                      <a:pt x="233" y="456"/>
                    </a:cubicBezTo>
                    <a:cubicBezTo>
                      <a:pt x="353" y="456"/>
                      <a:pt x="456" y="354"/>
                      <a:pt x="456" y="233"/>
                    </a:cubicBezTo>
                    <a:cubicBezTo>
                      <a:pt x="456" y="103"/>
                      <a:pt x="353" y="1"/>
                      <a:pt x="23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6" name="Google Shape;346;p19"/>
              <p:cNvSpPr/>
              <p:nvPr/>
            </p:nvSpPr>
            <p:spPr>
              <a:xfrm>
                <a:off x="7160650" y="2229150"/>
                <a:ext cx="11625" cy="11400"/>
              </a:xfrm>
              <a:custGeom>
                <a:avLst/>
                <a:gdLst/>
                <a:ahLst/>
                <a:cxnLst/>
                <a:rect l="l" t="t" r="r" b="b"/>
                <a:pathLst>
                  <a:path w="465" h="456" extrusionOk="0">
                    <a:moveTo>
                      <a:pt x="233" y="112"/>
                    </a:moveTo>
                    <a:cubicBezTo>
                      <a:pt x="298" y="112"/>
                      <a:pt x="344" y="168"/>
                      <a:pt x="344" y="224"/>
                    </a:cubicBezTo>
                    <a:cubicBezTo>
                      <a:pt x="344" y="289"/>
                      <a:pt x="298" y="344"/>
                      <a:pt x="233" y="344"/>
                    </a:cubicBezTo>
                    <a:cubicBezTo>
                      <a:pt x="168" y="344"/>
                      <a:pt x="122" y="289"/>
                      <a:pt x="122" y="224"/>
                    </a:cubicBezTo>
                    <a:cubicBezTo>
                      <a:pt x="122" y="168"/>
                      <a:pt x="168" y="112"/>
                      <a:pt x="233" y="112"/>
                    </a:cubicBezTo>
                    <a:close/>
                    <a:moveTo>
                      <a:pt x="233" y="1"/>
                    </a:moveTo>
                    <a:cubicBezTo>
                      <a:pt x="103" y="1"/>
                      <a:pt x="1" y="103"/>
                      <a:pt x="1" y="233"/>
                    </a:cubicBezTo>
                    <a:cubicBezTo>
                      <a:pt x="1" y="354"/>
                      <a:pt x="103" y="456"/>
                      <a:pt x="233" y="456"/>
                    </a:cubicBezTo>
                    <a:cubicBezTo>
                      <a:pt x="363" y="456"/>
                      <a:pt x="465" y="354"/>
                      <a:pt x="465" y="233"/>
                    </a:cubicBezTo>
                    <a:cubicBezTo>
                      <a:pt x="465" y="103"/>
                      <a:pt x="353" y="1"/>
                      <a:pt x="233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7" name="Google Shape;347;p19"/>
              <p:cNvSpPr/>
              <p:nvPr/>
            </p:nvSpPr>
            <p:spPr>
              <a:xfrm>
                <a:off x="7127275" y="2229150"/>
                <a:ext cx="11600" cy="11400"/>
              </a:xfrm>
              <a:custGeom>
                <a:avLst/>
                <a:gdLst/>
                <a:ahLst/>
                <a:cxnLst/>
                <a:rect l="l" t="t" r="r" b="b"/>
                <a:pathLst>
                  <a:path w="464" h="456" extrusionOk="0">
                    <a:moveTo>
                      <a:pt x="232" y="112"/>
                    </a:moveTo>
                    <a:cubicBezTo>
                      <a:pt x="297" y="112"/>
                      <a:pt x="343" y="168"/>
                      <a:pt x="343" y="224"/>
                    </a:cubicBezTo>
                    <a:cubicBezTo>
                      <a:pt x="343" y="289"/>
                      <a:pt x="297" y="344"/>
                      <a:pt x="232" y="344"/>
                    </a:cubicBezTo>
                    <a:cubicBezTo>
                      <a:pt x="167" y="344"/>
                      <a:pt x="121" y="289"/>
                      <a:pt x="121" y="224"/>
                    </a:cubicBezTo>
                    <a:cubicBezTo>
                      <a:pt x="121" y="168"/>
                      <a:pt x="167" y="112"/>
                      <a:pt x="232" y="112"/>
                    </a:cubicBezTo>
                    <a:close/>
                    <a:moveTo>
                      <a:pt x="232" y="1"/>
                    </a:moveTo>
                    <a:cubicBezTo>
                      <a:pt x="102" y="1"/>
                      <a:pt x="0" y="103"/>
                      <a:pt x="0" y="233"/>
                    </a:cubicBezTo>
                    <a:cubicBezTo>
                      <a:pt x="0" y="354"/>
                      <a:pt x="102" y="456"/>
                      <a:pt x="232" y="456"/>
                    </a:cubicBezTo>
                    <a:cubicBezTo>
                      <a:pt x="362" y="456"/>
                      <a:pt x="464" y="354"/>
                      <a:pt x="464" y="233"/>
                    </a:cubicBezTo>
                    <a:cubicBezTo>
                      <a:pt x="464" y="103"/>
                      <a:pt x="362" y="1"/>
                      <a:pt x="23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8" name="Google Shape;348;p19"/>
              <p:cNvSpPr/>
              <p:nvPr/>
            </p:nvSpPr>
            <p:spPr>
              <a:xfrm>
                <a:off x="7118925" y="2249100"/>
                <a:ext cx="232625" cy="136625"/>
              </a:xfrm>
              <a:custGeom>
                <a:avLst/>
                <a:gdLst/>
                <a:ahLst/>
                <a:cxnLst/>
                <a:rect l="l" t="t" r="r" b="b"/>
                <a:pathLst>
                  <a:path w="9305" h="5465" extrusionOk="0">
                    <a:moveTo>
                      <a:pt x="37" y="1"/>
                    </a:moveTo>
                    <a:cubicBezTo>
                      <a:pt x="19" y="1"/>
                      <a:pt x="0" y="19"/>
                      <a:pt x="0" y="29"/>
                    </a:cubicBezTo>
                    <a:lnTo>
                      <a:pt x="0" y="5437"/>
                    </a:lnTo>
                    <a:cubicBezTo>
                      <a:pt x="0" y="5455"/>
                      <a:pt x="19" y="5465"/>
                      <a:pt x="37" y="5465"/>
                    </a:cubicBezTo>
                    <a:lnTo>
                      <a:pt x="9277" y="5465"/>
                    </a:lnTo>
                    <a:cubicBezTo>
                      <a:pt x="9295" y="5465"/>
                      <a:pt x="9305" y="5455"/>
                      <a:pt x="9305" y="5437"/>
                    </a:cubicBezTo>
                    <a:lnTo>
                      <a:pt x="9305" y="29"/>
                    </a:lnTo>
                    <a:cubicBezTo>
                      <a:pt x="9305" y="19"/>
                      <a:pt x="9295" y="1"/>
                      <a:pt x="927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49" name="Google Shape;349;p19"/>
              <p:cNvSpPr/>
              <p:nvPr/>
            </p:nvSpPr>
            <p:spPr>
              <a:xfrm>
                <a:off x="7117525" y="2247725"/>
                <a:ext cx="235650" cy="139625"/>
              </a:xfrm>
              <a:custGeom>
                <a:avLst/>
                <a:gdLst/>
                <a:ahLst/>
                <a:cxnLst/>
                <a:rect l="l" t="t" r="r" b="b"/>
                <a:pathLst>
                  <a:path w="9426" h="5585" extrusionOk="0">
                    <a:moveTo>
                      <a:pt x="9305" y="111"/>
                    </a:moveTo>
                    <a:lnTo>
                      <a:pt x="9305" y="5464"/>
                    </a:lnTo>
                    <a:lnTo>
                      <a:pt x="121" y="5464"/>
                    </a:lnTo>
                    <a:lnTo>
                      <a:pt x="121" y="111"/>
                    </a:lnTo>
                    <a:close/>
                    <a:moveTo>
                      <a:pt x="93" y="0"/>
                    </a:moveTo>
                    <a:cubicBezTo>
                      <a:pt x="38" y="0"/>
                      <a:pt x="0" y="37"/>
                      <a:pt x="0" y="84"/>
                    </a:cubicBezTo>
                    <a:lnTo>
                      <a:pt x="0" y="5492"/>
                    </a:lnTo>
                    <a:cubicBezTo>
                      <a:pt x="0" y="5538"/>
                      <a:pt x="38" y="5585"/>
                      <a:pt x="93" y="5585"/>
                    </a:cubicBezTo>
                    <a:lnTo>
                      <a:pt x="9333" y="5585"/>
                    </a:lnTo>
                    <a:cubicBezTo>
                      <a:pt x="9379" y="5585"/>
                      <a:pt x="9426" y="5538"/>
                      <a:pt x="9426" y="5492"/>
                    </a:cubicBezTo>
                    <a:lnTo>
                      <a:pt x="9426" y="84"/>
                    </a:lnTo>
                    <a:cubicBezTo>
                      <a:pt x="9426" y="37"/>
                      <a:pt x="9379" y="0"/>
                      <a:pt x="93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0" name="Google Shape;350;p19"/>
              <p:cNvSpPr/>
              <p:nvPr/>
            </p:nvSpPr>
            <p:spPr>
              <a:xfrm>
                <a:off x="7224200" y="2280875"/>
                <a:ext cx="98600" cy="2825"/>
              </a:xfrm>
              <a:custGeom>
                <a:avLst/>
                <a:gdLst/>
                <a:ahLst/>
                <a:cxnLst/>
                <a:rect l="l" t="t" r="r" b="b"/>
                <a:pathLst>
                  <a:path w="3944" h="113" extrusionOk="0">
                    <a:moveTo>
                      <a:pt x="56" y="1"/>
                    </a:moveTo>
                    <a:cubicBezTo>
                      <a:pt x="19" y="1"/>
                      <a:pt x="1" y="19"/>
                      <a:pt x="1" y="56"/>
                    </a:cubicBezTo>
                    <a:cubicBezTo>
                      <a:pt x="1" y="84"/>
                      <a:pt x="19" y="112"/>
                      <a:pt x="56" y="112"/>
                    </a:cubicBezTo>
                    <a:lnTo>
                      <a:pt x="3888" y="112"/>
                    </a:lnTo>
                    <a:cubicBezTo>
                      <a:pt x="3915" y="112"/>
                      <a:pt x="3943" y="84"/>
                      <a:pt x="3943" y="56"/>
                    </a:cubicBezTo>
                    <a:cubicBezTo>
                      <a:pt x="3943" y="19"/>
                      <a:pt x="3915" y="1"/>
                      <a:pt x="3888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1" name="Google Shape;351;p19"/>
              <p:cNvSpPr/>
              <p:nvPr/>
            </p:nvSpPr>
            <p:spPr>
              <a:xfrm>
                <a:off x="7224200" y="2296650"/>
                <a:ext cx="36450" cy="3050"/>
              </a:xfrm>
              <a:custGeom>
                <a:avLst/>
                <a:gdLst/>
                <a:ahLst/>
                <a:cxnLst/>
                <a:rect l="l" t="t" r="r" b="b"/>
                <a:pathLst>
                  <a:path w="1458" h="122" extrusionOk="0">
                    <a:moveTo>
                      <a:pt x="56" y="0"/>
                    </a:moveTo>
                    <a:cubicBezTo>
                      <a:pt x="19" y="0"/>
                      <a:pt x="1" y="28"/>
                      <a:pt x="1" y="56"/>
                    </a:cubicBezTo>
                    <a:cubicBezTo>
                      <a:pt x="1" y="93"/>
                      <a:pt x="19" y="121"/>
                      <a:pt x="56" y="121"/>
                    </a:cubicBezTo>
                    <a:lnTo>
                      <a:pt x="1401" y="121"/>
                    </a:lnTo>
                    <a:cubicBezTo>
                      <a:pt x="1429" y="121"/>
                      <a:pt x="1457" y="93"/>
                      <a:pt x="1457" y="56"/>
                    </a:cubicBezTo>
                    <a:cubicBezTo>
                      <a:pt x="1457" y="28"/>
                      <a:pt x="1429" y="0"/>
                      <a:pt x="140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2" name="Google Shape;352;p19"/>
              <p:cNvSpPr/>
              <p:nvPr/>
            </p:nvSpPr>
            <p:spPr>
              <a:xfrm>
                <a:off x="7271525" y="2296650"/>
                <a:ext cx="43850" cy="3050"/>
              </a:xfrm>
              <a:custGeom>
                <a:avLst/>
                <a:gdLst/>
                <a:ahLst/>
                <a:cxnLst/>
                <a:rect l="l" t="t" r="r" b="b"/>
                <a:pathLst>
                  <a:path w="1754" h="122" extrusionOk="0">
                    <a:moveTo>
                      <a:pt x="65" y="0"/>
                    </a:moveTo>
                    <a:cubicBezTo>
                      <a:pt x="28" y="0"/>
                      <a:pt x="0" y="28"/>
                      <a:pt x="0" y="56"/>
                    </a:cubicBezTo>
                    <a:cubicBezTo>
                      <a:pt x="0" y="93"/>
                      <a:pt x="28" y="121"/>
                      <a:pt x="65" y="121"/>
                    </a:cubicBezTo>
                    <a:lnTo>
                      <a:pt x="1698" y="121"/>
                    </a:lnTo>
                    <a:cubicBezTo>
                      <a:pt x="1726" y="121"/>
                      <a:pt x="1753" y="93"/>
                      <a:pt x="1753" y="56"/>
                    </a:cubicBezTo>
                    <a:cubicBezTo>
                      <a:pt x="1753" y="28"/>
                      <a:pt x="1726" y="0"/>
                      <a:pt x="169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3" name="Google Shape;353;p19"/>
              <p:cNvSpPr/>
              <p:nvPr/>
            </p:nvSpPr>
            <p:spPr>
              <a:xfrm>
                <a:off x="7224200" y="2344900"/>
                <a:ext cx="64275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2571" h="112" extrusionOk="0">
                    <a:moveTo>
                      <a:pt x="56" y="0"/>
                    </a:moveTo>
                    <a:cubicBezTo>
                      <a:pt x="19" y="0"/>
                      <a:pt x="1" y="19"/>
                      <a:pt x="1" y="56"/>
                    </a:cubicBezTo>
                    <a:cubicBezTo>
                      <a:pt x="1" y="84"/>
                      <a:pt x="19" y="111"/>
                      <a:pt x="56" y="111"/>
                    </a:cubicBezTo>
                    <a:lnTo>
                      <a:pt x="2515" y="111"/>
                    </a:lnTo>
                    <a:cubicBezTo>
                      <a:pt x="2543" y="111"/>
                      <a:pt x="2570" y="84"/>
                      <a:pt x="2570" y="56"/>
                    </a:cubicBezTo>
                    <a:cubicBezTo>
                      <a:pt x="2570" y="19"/>
                      <a:pt x="2543" y="0"/>
                      <a:pt x="251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4" name="Google Shape;354;p19"/>
              <p:cNvSpPr/>
              <p:nvPr/>
            </p:nvSpPr>
            <p:spPr>
              <a:xfrm>
                <a:off x="7224200" y="2313350"/>
                <a:ext cx="99525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3981" h="112" extrusionOk="0">
                    <a:moveTo>
                      <a:pt x="56" y="0"/>
                    </a:moveTo>
                    <a:cubicBezTo>
                      <a:pt x="19" y="0"/>
                      <a:pt x="1" y="28"/>
                      <a:pt x="1" y="56"/>
                    </a:cubicBezTo>
                    <a:cubicBezTo>
                      <a:pt x="1" y="93"/>
                      <a:pt x="19" y="112"/>
                      <a:pt x="56" y="112"/>
                    </a:cubicBezTo>
                    <a:lnTo>
                      <a:pt x="3925" y="112"/>
                    </a:lnTo>
                    <a:cubicBezTo>
                      <a:pt x="3953" y="112"/>
                      <a:pt x="3980" y="93"/>
                      <a:pt x="3980" y="56"/>
                    </a:cubicBezTo>
                    <a:cubicBezTo>
                      <a:pt x="3980" y="28"/>
                      <a:pt x="3953" y="0"/>
                      <a:pt x="3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5" name="Google Shape;355;p19"/>
              <p:cNvSpPr/>
              <p:nvPr/>
            </p:nvSpPr>
            <p:spPr>
              <a:xfrm>
                <a:off x="7224200" y="2329125"/>
                <a:ext cx="33425" cy="3025"/>
              </a:xfrm>
              <a:custGeom>
                <a:avLst/>
                <a:gdLst/>
                <a:ahLst/>
                <a:cxnLst/>
                <a:rect l="l" t="t" r="r" b="b"/>
                <a:pathLst>
                  <a:path w="1337" h="121" extrusionOk="0">
                    <a:moveTo>
                      <a:pt x="56" y="0"/>
                    </a:moveTo>
                    <a:cubicBezTo>
                      <a:pt x="19" y="0"/>
                      <a:pt x="1" y="28"/>
                      <a:pt x="1" y="65"/>
                    </a:cubicBezTo>
                    <a:cubicBezTo>
                      <a:pt x="1" y="93"/>
                      <a:pt x="19" y="121"/>
                      <a:pt x="56" y="121"/>
                    </a:cubicBezTo>
                    <a:lnTo>
                      <a:pt x="1281" y="121"/>
                    </a:lnTo>
                    <a:cubicBezTo>
                      <a:pt x="1309" y="121"/>
                      <a:pt x="1337" y="93"/>
                      <a:pt x="1337" y="65"/>
                    </a:cubicBezTo>
                    <a:cubicBezTo>
                      <a:pt x="1337" y="28"/>
                      <a:pt x="1309" y="0"/>
                      <a:pt x="128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6" name="Google Shape;356;p19"/>
              <p:cNvSpPr/>
              <p:nvPr/>
            </p:nvSpPr>
            <p:spPr>
              <a:xfrm>
                <a:off x="7264100" y="2329125"/>
                <a:ext cx="58700" cy="3025"/>
              </a:xfrm>
              <a:custGeom>
                <a:avLst/>
                <a:gdLst/>
                <a:ahLst/>
                <a:cxnLst/>
                <a:rect l="l" t="t" r="r" b="b"/>
                <a:pathLst>
                  <a:path w="2348" h="121" extrusionOk="0">
                    <a:moveTo>
                      <a:pt x="56" y="0"/>
                    </a:moveTo>
                    <a:cubicBezTo>
                      <a:pt x="28" y="0"/>
                      <a:pt x="0" y="28"/>
                      <a:pt x="0" y="65"/>
                    </a:cubicBezTo>
                    <a:cubicBezTo>
                      <a:pt x="0" y="93"/>
                      <a:pt x="28" y="121"/>
                      <a:pt x="56" y="121"/>
                    </a:cubicBezTo>
                    <a:lnTo>
                      <a:pt x="2292" y="121"/>
                    </a:lnTo>
                    <a:cubicBezTo>
                      <a:pt x="2319" y="121"/>
                      <a:pt x="2347" y="93"/>
                      <a:pt x="2347" y="65"/>
                    </a:cubicBezTo>
                    <a:cubicBezTo>
                      <a:pt x="2347" y="28"/>
                      <a:pt x="2319" y="0"/>
                      <a:pt x="2292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7" name="Google Shape;357;p19"/>
              <p:cNvSpPr/>
              <p:nvPr/>
            </p:nvSpPr>
            <p:spPr>
              <a:xfrm>
                <a:off x="7136550" y="2273925"/>
                <a:ext cx="70525" cy="70525"/>
              </a:xfrm>
              <a:custGeom>
                <a:avLst/>
                <a:gdLst/>
                <a:ahLst/>
                <a:cxnLst/>
                <a:rect l="l" t="t" r="r" b="b"/>
                <a:pathLst>
                  <a:path w="2821" h="2821" extrusionOk="0">
                    <a:moveTo>
                      <a:pt x="1410" y="0"/>
                    </a:moveTo>
                    <a:cubicBezTo>
                      <a:pt x="631" y="0"/>
                      <a:pt x="0" y="631"/>
                      <a:pt x="0" y="1410"/>
                    </a:cubicBezTo>
                    <a:cubicBezTo>
                      <a:pt x="0" y="2190"/>
                      <a:pt x="631" y="2820"/>
                      <a:pt x="1410" y="2820"/>
                    </a:cubicBezTo>
                    <a:cubicBezTo>
                      <a:pt x="2189" y="2820"/>
                      <a:pt x="2820" y="2190"/>
                      <a:pt x="2820" y="1410"/>
                    </a:cubicBezTo>
                    <a:lnTo>
                      <a:pt x="1410" y="1410"/>
                    </a:lnTo>
                    <a:lnTo>
                      <a:pt x="141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8" name="Google Shape;358;p19"/>
              <p:cNvSpPr/>
              <p:nvPr/>
            </p:nvSpPr>
            <p:spPr>
              <a:xfrm>
                <a:off x="7135150" y="2272525"/>
                <a:ext cx="73300" cy="73550"/>
              </a:xfrm>
              <a:custGeom>
                <a:avLst/>
                <a:gdLst/>
                <a:ahLst/>
                <a:cxnLst/>
                <a:rect l="l" t="t" r="r" b="b"/>
                <a:pathLst>
                  <a:path w="2932" h="2942" extrusionOk="0">
                    <a:moveTo>
                      <a:pt x="1411" y="121"/>
                    </a:moveTo>
                    <a:lnTo>
                      <a:pt x="1411" y="1466"/>
                    </a:lnTo>
                    <a:cubicBezTo>
                      <a:pt x="1411" y="1504"/>
                      <a:pt x="1438" y="1531"/>
                      <a:pt x="1466" y="1531"/>
                    </a:cubicBezTo>
                    <a:lnTo>
                      <a:pt x="2821" y="1531"/>
                    </a:lnTo>
                    <a:cubicBezTo>
                      <a:pt x="2783" y="2246"/>
                      <a:pt x="2190" y="2821"/>
                      <a:pt x="1466" y="2821"/>
                    </a:cubicBezTo>
                    <a:cubicBezTo>
                      <a:pt x="724" y="2821"/>
                      <a:pt x="112" y="2218"/>
                      <a:pt x="112" y="1466"/>
                    </a:cubicBezTo>
                    <a:cubicBezTo>
                      <a:pt x="112" y="743"/>
                      <a:pt x="687" y="149"/>
                      <a:pt x="1411" y="121"/>
                    </a:cubicBezTo>
                    <a:close/>
                    <a:moveTo>
                      <a:pt x="1466" y="1"/>
                    </a:moveTo>
                    <a:cubicBezTo>
                      <a:pt x="659" y="1"/>
                      <a:pt x="0" y="659"/>
                      <a:pt x="0" y="1476"/>
                    </a:cubicBezTo>
                    <a:cubicBezTo>
                      <a:pt x="0" y="2283"/>
                      <a:pt x="659" y="2941"/>
                      <a:pt x="1466" y="2941"/>
                    </a:cubicBezTo>
                    <a:cubicBezTo>
                      <a:pt x="2273" y="2941"/>
                      <a:pt x="2932" y="2283"/>
                      <a:pt x="2932" y="1476"/>
                    </a:cubicBezTo>
                    <a:cubicBezTo>
                      <a:pt x="2932" y="1439"/>
                      <a:pt x="2913" y="1411"/>
                      <a:pt x="2876" y="1411"/>
                    </a:cubicBezTo>
                    <a:lnTo>
                      <a:pt x="1522" y="1411"/>
                    </a:lnTo>
                    <a:lnTo>
                      <a:pt x="1522" y="56"/>
                    </a:lnTo>
                    <a:cubicBezTo>
                      <a:pt x="1522" y="29"/>
                      <a:pt x="1503" y="1"/>
                      <a:pt x="14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59" name="Google Shape;359;p19"/>
              <p:cNvSpPr/>
              <p:nvPr/>
            </p:nvSpPr>
            <p:spPr>
              <a:xfrm>
                <a:off x="7133525" y="2274375"/>
                <a:ext cx="70525" cy="70550"/>
              </a:xfrm>
              <a:custGeom>
                <a:avLst/>
                <a:gdLst/>
                <a:ahLst/>
                <a:cxnLst/>
                <a:rect l="l" t="t" r="r" b="b"/>
                <a:pathLst>
                  <a:path w="2821" h="2822" extrusionOk="0">
                    <a:moveTo>
                      <a:pt x="1411" y="1"/>
                    </a:moveTo>
                    <a:cubicBezTo>
                      <a:pt x="631" y="1"/>
                      <a:pt x="1" y="632"/>
                      <a:pt x="1" y="1411"/>
                    </a:cubicBezTo>
                    <a:cubicBezTo>
                      <a:pt x="1" y="2190"/>
                      <a:pt x="631" y="2821"/>
                      <a:pt x="1411" y="2821"/>
                    </a:cubicBezTo>
                    <a:cubicBezTo>
                      <a:pt x="2190" y="2821"/>
                      <a:pt x="2821" y="2190"/>
                      <a:pt x="2821" y="1411"/>
                    </a:cubicBezTo>
                    <a:lnTo>
                      <a:pt x="1411" y="1411"/>
                    </a:lnTo>
                    <a:lnTo>
                      <a:pt x="141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0" name="Google Shape;360;p19"/>
              <p:cNvSpPr/>
              <p:nvPr/>
            </p:nvSpPr>
            <p:spPr>
              <a:xfrm>
                <a:off x="7132125" y="2273000"/>
                <a:ext cx="73325" cy="73525"/>
              </a:xfrm>
              <a:custGeom>
                <a:avLst/>
                <a:gdLst/>
                <a:ahLst/>
                <a:cxnLst/>
                <a:rect l="l" t="t" r="r" b="b"/>
                <a:pathLst>
                  <a:path w="2933" h="2941" extrusionOk="0">
                    <a:moveTo>
                      <a:pt x="1411" y="121"/>
                    </a:moveTo>
                    <a:lnTo>
                      <a:pt x="1411" y="1531"/>
                    </a:lnTo>
                    <a:lnTo>
                      <a:pt x="2812" y="1531"/>
                    </a:lnTo>
                    <a:cubicBezTo>
                      <a:pt x="2784" y="2245"/>
                      <a:pt x="2190" y="2820"/>
                      <a:pt x="1467" y="2820"/>
                    </a:cubicBezTo>
                    <a:cubicBezTo>
                      <a:pt x="715" y="2820"/>
                      <a:pt x="112" y="2217"/>
                      <a:pt x="112" y="1466"/>
                    </a:cubicBezTo>
                    <a:cubicBezTo>
                      <a:pt x="112" y="742"/>
                      <a:pt x="687" y="149"/>
                      <a:pt x="1411" y="121"/>
                    </a:cubicBezTo>
                    <a:close/>
                    <a:moveTo>
                      <a:pt x="1467" y="0"/>
                    </a:moveTo>
                    <a:cubicBezTo>
                      <a:pt x="660" y="0"/>
                      <a:pt x="1" y="659"/>
                      <a:pt x="1" y="1466"/>
                    </a:cubicBezTo>
                    <a:cubicBezTo>
                      <a:pt x="1" y="2282"/>
                      <a:pt x="660" y="2941"/>
                      <a:pt x="1467" y="2941"/>
                    </a:cubicBezTo>
                    <a:cubicBezTo>
                      <a:pt x="2274" y="2941"/>
                      <a:pt x="2932" y="2282"/>
                      <a:pt x="2932" y="1466"/>
                    </a:cubicBezTo>
                    <a:lnTo>
                      <a:pt x="2932" y="1410"/>
                    </a:lnTo>
                    <a:lnTo>
                      <a:pt x="1522" y="1410"/>
                    </a:lnTo>
                    <a:lnTo>
                      <a:pt x="152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1" name="Google Shape;361;p19"/>
              <p:cNvSpPr/>
              <p:nvPr/>
            </p:nvSpPr>
            <p:spPr>
              <a:xfrm>
                <a:off x="7288225" y="2174500"/>
                <a:ext cx="117825" cy="104850"/>
              </a:xfrm>
              <a:custGeom>
                <a:avLst/>
                <a:gdLst/>
                <a:ahLst/>
                <a:cxnLst/>
                <a:rect l="l" t="t" r="r" b="b"/>
                <a:pathLst>
                  <a:path w="4713" h="4194" extrusionOk="0">
                    <a:moveTo>
                      <a:pt x="2354" y="0"/>
                    </a:moveTo>
                    <a:cubicBezTo>
                      <a:pt x="1744" y="0"/>
                      <a:pt x="1140" y="266"/>
                      <a:pt x="724" y="777"/>
                    </a:cubicBezTo>
                    <a:cubicBezTo>
                      <a:pt x="0" y="1677"/>
                      <a:pt x="130" y="2994"/>
                      <a:pt x="1030" y="3727"/>
                    </a:cubicBezTo>
                    <a:cubicBezTo>
                      <a:pt x="1420" y="4040"/>
                      <a:pt x="1888" y="4194"/>
                      <a:pt x="2352" y="4194"/>
                    </a:cubicBezTo>
                    <a:cubicBezTo>
                      <a:pt x="2961" y="4194"/>
                      <a:pt x="3564" y="3931"/>
                      <a:pt x="3980" y="3421"/>
                    </a:cubicBezTo>
                    <a:cubicBezTo>
                      <a:pt x="4713" y="2521"/>
                      <a:pt x="4573" y="1204"/>
                      <a:pt x="3674" y="471"/>
                    </a:cubicBezTo>
                    <a:cubicBezTo>
                      <a:pt x="3285" y="154"/>
                      <a:pt x="2818" y="0"/>
                      <a:pt x="23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2" name="Google Shape;362;p19"/>
              <p:cNvSpPr/>
              <p:nvPr/>
            </p:nvSpPr>
            <p:spPr>
              <a:xfrm>
                <a:off x="7293325" y="2173275"/>
                <a:ext cx="107625" cy="107625"/>
              </a:xfrm>
              <a:custGeom>
                <a:avLst/>
                <a:gdLst/>
                <a:ahLst/>
                <a:cxnLst/>
                <a:rect l="l" t="t" r="r" b="b"/>
                <a:pathLst>
                  <a:path w="4305" h="4305" extrusionOk="0">
                    <a:moveTo>
                      <a:pt x="2152" y="112"/>
                    </a:moveTo>
                    <a:cubicBezTo>
                      <a:pt x="3275" y="112"/>
                      <a:pt x="4193" y="1030"/>
                      <a:pt x="4193" y="2153"/>
                    </a:cubicBezTo>
                    <a:cubicBezTo>
                      <a:pt x="4193" y="3275"/>
                      <a:pt x="3275" y="4193"/>
                      <a:pt x="2152" y="4193"/>
                    </a:cubicBezTo>
                    <a:cubicBezTo>
                      <a:pt x="1030" y="4193"/>
                      <a:pt x="111" y="3275"/>
                      <a:pt x="111" y="2153"/>
                    </a:cubicBezTo>
                    <a:cubicBezTo>
                      <a:pt x="111" y="1030"/>
                      <a:pt x="1030" y="112"/>
                      <a:pt x="2152" y="112"/>
                    </a:cubicBezTo>
                    <a:close/>
                    <a:moveTo>
                      <a:pt x="2152" y="0"/>
                    </a:moveTo>
                    <a:cubicBezTo>
                      <a:pt x="965" y="0"/>
                      <a:pt x="0" y="965"/>
                      <a:pt x="0" y="2153"/>
                    </a:cubicBezTo>
                    <a:cubicBezTo>
                      <a:pt x="0" y="3340"/>
                      <a:pt x="965" y="4305"/>
                      <a:pt x="2152" y="4305"/>
                    </a:cubicBezTo>
                    <a:cubicBezTo>
                      <a:pt x="3340" y="4305"/>
                      <a:pt x="4305" y="3340"/>
                      <a:pt x="4305" y="2153"/>
                    </a:cubicBezTo>
                    <a:cubicBezTo>
                      <a:pt x="4305" y="965"/>
                      <a:pt x="3340" y="0"/>
                      <a:pt x="21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3" name="Google Shape;363;p19"/>
              <p:cNvSpPr/>
              <p:nvPr/>
            </p:nvSpPr>
            <p:spPr>
              <a:xfrm>
                <a:off x="7296575" y="2169100"/>
                <a:ext cx="112725" cy="104825"/>
              </a:xfrm>
              <a:custGeom>
                <a:avLst/>
                <a:gdLst/>
                <a:ahLst/>
                <a:cxnLst/>
                <a:rect l="l" t="t" r="r" b="b"/>
                <a:pathLst>
                  <a:path w="4509" h="4193" extrusionOk="0">
                    <a:moveTo>
                      <a:pt x="2260" y="1"/>
                    </a:moveTo>
                    <a:cubicBezTo>
                      <a:pt x="2148" y="1"/>
                      <a:pt x="2035" y="10"/>
                      <a:pt x="1920" y="28"/>
                    </a:cubicBezTo>
                    <a:cubicBezTo>
                      <a:pt x="779" y="214"/>
                      <a:pt x="0" y="1290"/>
                      <a:pt x="186" y="2431"/>
                    </a:cubicBezTo>
                    <a:cubicBezTo>
                      <a:pt x="353" y="3459"/>
                      <a:pt x="1242" y="4193"/>
                      <a:pt x="2251" y="4193"/>
                    </a:cubicBezTo>
                    <a:cubicBezTo>
                      <a:pt x="2362" y="4193"/>
                      <a:pt x="2475" y="4184"/>
                      <a:pt x="2588" y="4166"/>
                    </a:cubicBezTo>
                    <a:cubicBezTo>
                      <a:pt x="3739" y="3980"/>
                      <a:pt x="4509" y="2904"/>
                      <a:pt x="4323" y="1763"/>
                    </a:cubicBezTo>
                    <a:cubicBezTo>
                      <a:pt x="4156" y="728"/>
                      <a:pt x="3268" y="1"/>
                      <a:pt x="226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4" name="Google Shape;364;p19"/>
              <p:cNvSpPr/>
              <p:nvPr/>
            </p:nvSpPr>
            <p:spPr>
              <a:xfrm>
                <a:off x="7299125" y="2167700"/>
                <a:ext cx="107850" cy="107650"/>
              </a:xfrm>
              <a:custGeom>
                <a:avLst/>
                <a:gdLst/>
                <a:ahLst/>
                <a:cxnLst/>
                <a:rect l="l" t="t" r="r" b="b"/>
                <a:pathLst>
                  <a:path w="4314" h="4306" extrusionOk="0">
                    <a:moveTo>
                      <a:pt x="2162" y="121"/>
                    </a:moveTo>
                    <a:cubicBezTo>
                      <a:pt x="3284" y="121"/>
                      <a:pt x="4193" y="1030"/>
                      <a:pt x="4193" y="2153"/>
                    </a:cubicBezTo>
                    <a:cubicBezTo>
                      <a:pt x="4193" y="3275"/>
                      <a:pt x="3284" y="4194"/>
                      <a:pt x="2162" y="4194"/>
                    </a:cubicBezTo>
                    <a:cubicBezTo>
                      <a:pt x="1030" y="4194"/>
                      <a:pt x="121" y="3275"/>
                      <a:pt x="121" y="2153"/>
                    </a:cubicBezTo>
                    <a:cubicBezTo>
                      <a:pt x="121" y="1030"/>
                      <a:pt x="1030" y="121"/>
                      <a:pt x="2162" y="121"/>
                    </a:cubicBezTo>
                    <a:close/>
                    <a:moveTo>
                      <a:pt x="2162" y="1"/>
                    </a:moveTo>
                    <a:cubicBezTo>
                      <a:pt x="974" y="1"/>
                      <a:pt x="0" y="965"/>
                      <a:pt x="0" y="2153"/>
                    </a:cubicBezTo>
                    <a:cubicBezTo>
                      <a:pt x="0" y="3340"/>
                      <a:pt x="974" y="4305"/>
                      <a:pt x="2162" y="4305"/>
                    </a:cubicBezTo>
                    <a:cubicBezTo>
                      <a:pt x="3349" y="4305"/>
                      <a:pt x="4314" y="3340"/>
                      <a:pt x="4314" y="2153"/>
                    </a:cubicBezTo>
                    <a:cubicBezTo>
                      <a:pt x="4314" y="965"/>
                      <a:pt x="3349" y="1"/>
                      <a:pt x="216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5" name="Google Shape;365;p19"/>
              <p:cNvSpPr/>
              <p:nvPr/>
            </p:nvSpPr>
            <p:spPr>
              <a:xfrm>
                <a:off x="7335750" y="2167700"/>
                <a:ext cx="34125" cy="107650"/>
              </a:xfrm>
              <a:custGeom>
                <a:avLst/>
                <a:gdLst/>
                <a:ahLst/>
                <a:cxnLst/>
                <a:rect l="l" t="t" r="r" b="b"/>
                <a:pathLst>
                  <a:path w="1365" h="4306" extrusionOk="0">
                    <a:moveTo>
                      <a:pt x="678" y="121"/>
                    </a:moveTo>
                    <a:cubicBezTo>
                      <a:pt x="947" y="121"/>
                      <a:pt x="1244" y="956"/>
                      <a:pt x="1244" y="2153"/>
                    </a:cubicBezTo>
                    <a:cubicBezTo>
                      <a:pt x="1244" y="3359"/>
                      <a:pt x="947" y="4194"/>
                      <a:pt x="678" y="4194"/>
                    </a:cubicBezTo>
                    <a:cubicBezTo>
                      <a:pt x="409" y="4194"/>
                      <a:pt x="112" y="3359"/>
                      <a:pt x="112" y="2153"/>
                    </a:cubicBezTo>
                    <a:cubicBezTo>
                      <a:pt x="112" y="956"/>
                      <a:pt x="409" y="121"/>
                      <a:pt x="678" y="121"/>
                    </a:cubicBezTo>
                    <a:close/>
                    <a:moveTo>
                      <a:pt x="678" y="1"/>
                    </a:moveTo>
                    <a:cubicBezTo>
                      <a:pt x="233" y="1"/>
                      <a:pt x="1" y="1114"/>
                      <a:pt x="1" y="2153"/>
                    </a:cubicBezTo>
                    <a:cubicBezTo>
                      <a:pt x="1" y="3201"/>
                      <a:pt x="233" y="4305"/>
                      <a:pt x="678" y="4305"/>
                    </a:cubicBezTo>
                    <a:cubicBezTo>
                      <a:pt x="1123" y="4305"/>
                      <a:pt x="1364" y="3201"/>
                      <a:pt x="1364" y="2153"/>
                    </a:cubicBezTo>
                    <a:cubicBezTo>
                      <a:pt x="1364" y="1114"/>
                      <a:pt x="1123" y="1"/>
                      <a:pt x="6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6" name="Google Shape;366;p19"/>
              <p:cNvSpPr/>
              <p:nvPr/>
            </p:nvSpPr>
            <p:spPr>
              <a:xfrm>
                <a:off x="7303050" y="2203425"/>
                <a:ext cx="99050" cy="2800"/>
              </a:xfrm>
              <a:custGeom>
                <a:avLst/>
                <a:gdLst/>
                <a:ahLst/>
                <a:cxnLst/>
                <a:rect l="l" t="t" r="r" b="b"/>
                <a:pathLst>
                  <a:path w="3962" h="112" extrusionOk="0">
                    <a:moveTo>
                      <a:pt x="1" y="0"/>
                    </a:moveTo>
                    <a:lnTo>
                      <a:pt x="1" y="112"/>
                    </a:lnTo>
                    <a:lnTo>
                      <a:pt x="3962" y="112"/>
                    </a:lnTo>
                    <a:lnTo>
                      <a:pt x="3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67" name="Google Shape;367;p19"/>
              <p:cNvSpPr/>
              <p:nvPr/>
            </p:nvSpPr>
            <p:spPr>
              <a:xfrm>
                <a:off x="7303050" y="2238675"/>
                <a:ext cx="99050" cy="3025"/>
              </a:xfrm>
              <a:custGeom>
                <a:avLst/>
                <a:gdLst/>
                <a:ahLst/>
                <a:cxnLst/>
                <a:rect l="l" t="t" r="r" b="b"/>
                <a:pathLst>
                  <a:path w="3962" h="121" extrusionOk="0">
                    <a:moveTo>
                      <a:pt x="1" y="0"/>
                    </a:moveTo>
                    <a:lnTo>
                      <a:pt x="1" y="121"/>
                    </a:lnTo>
                    <a:lnTo>
                      <a:pt x="3962" y="121"/>
                    </a:lnTo>
                    <a:lnTo>
                      <a:pt x="396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sp>
          <p:nvSpPr>
            <p:cNvPr id="368" name="Google Shape;368;p19"/>
            <p:cNvSpPr/>
            <p:nvPr/>
          </p:nvSpPr>
          <p:spPr>
            <a:xfrm>
              <a:off x="1925692" y="2196479"/>
              <a:ext cx="62484" cy="6608"/>
            </a:xfrm>
            <a:custGeom>
              <a:avLst/>
              <a:gdLst/>
              <a:ahLst/>
              <a:cxnLst/>
              <a:rect l="l" t="t" r="r" b="b"/>
              <a:pathLst>
                <a:path w="1059" h="112" extrusionOk="0">
                  <a:moveTo>
                    <a:pt x="57" y="0"/>
                  </a:moveTo>
                  <a:cubicBezTo>
                    <a:pt x="29" y="0"/>
                    <a:pt x="1" y="28"/>
                    <a:pt x="1" y="56"/>
                  </a:cubicBezTo>
                  <a:cubicBezTo>
                    <a:pt x="1" y="84"/>
                    <a:pt x="29" y="111"/>
                    <a:pt x="57" y="111"/>
                  </a:cubicBezTo>
                  <a:lnTo>
                    <a:pt x="1003" y="111"/>
                  </a:lnTo>
                  <a:cubicBezTo>
                    <a:pt x="1031" y="111"/>
                    <a:pt x="1058" y="93"/>
                    <a:pt x="1058" y="56"/>
                  </a:cubicBezTo>
                  <a:cubicBezTo>
                    <a:pt x="1058" y="28"/>
                    <a:pt x="1031" y="0"/>
                    <a:pt x="1003" y="0"/>
                  </a:cubicBezTo>
                  <a:close/>
                </a:path>
              </a:pathLst>
            </a:custGeom>
            <a:solidFill>
              <a:srgbClr val="7FD6C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67"/>
            </a:p>
          </p:txBody>
        </p:sp>
        <p:grpSp>
          <p:nvGrpSpPr>
            <p:cNvPr id="369" name="Google Shape;369;p19"/>
            <p:cNvGrpSpPr/>
            <p:nvPr/>
          </p:nvGrpSpPr>
          <p:grpSpPr>
            <a:xfrm>
              <a:off x="3729110" y="795775"/>
              <a:ext cx="1239906" cy="584116"/>
              <a:chOff x="6947135" y="2460525"/>
              <a:chExt cx="1239906" cy="584116"/>
            </a:xfrm>
          </p:grpSpPr>
          <p:sp>
            <p:nvSpPr>
              <p:cNvPr id="370" name="Google Shape;370;p19"/>
              <p:cNvSpPr/>
              <p:nvPr/>
            </p:nvSpPr>
            <p:spPr>
              <a:xfrm>
                <a:off x="7878097" y="2638928"/>
                <a:ext cx="304483" cy="39265"/>
              </a:xfrm>
              <a:custGeom>
                <a:avLst/>
                <a:gdLst/>
                <a:ahLst/>
                <a:cxnLst/>
                <a:rect l="l" t="t" r="r" b="b"/>
                <a:pathLst>
                  <a:path w="3823" h="493" extrusionOk="0">
                    <a:moveTo>
                      <a:pt x="1" y="1"/>
                    </a:moveTo>
                    <a:lnTo>
                      <a:pt x="1" y="492"/>
                    </a:lnTo>
                    <a:lnTo>
                      <a:pt x="3823" y="492"/>
                    </a:lnTo>
                    <a:lnTo>
                      <a:pt x="382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1" name="Google Shape;371;p19"/>
              <p:cNvSpPr/>
              <p:nvPr/>
            </p:nvSpPr>
            <p:spPr>
              <a:xfrm>
                <a:off x="7872920" y="2634468"/>
                <a:ext cx="314120" cy="48106"/>
              </a:xfrm>
              <a:custGeom>
                <a:avLst/>
                <a:gdLst/>
                <a:ahLst/>
                <a:cxnLst/>
                <a:rect l="l" t="t" r="r" b="b"/>
                <a:pathLst>
                  <a:path w="3944" h="604" extrusionOk="0">
                    <a:moveTo>
                      <a:pt x="3823" y="112"/>
                    </a:moveTo>
                    <a:lnTo>
                      <a:pt x="3823" y="483"/>
                    </a:lnTo>
                    <a:lnTo>
                      <a:pt x="121" y="483"/>
                    </a:lnTo>
                    <a:lnTo>
                      <a:pt x="121" y="112"/>
                    </a:lnTo>
                    <a:close/>
                    <a:moveTo>
                      <a:pt x="56" y="1"/>
                    </a:moveTo>
                    <a:cubicBezTo>
                      <a:pt x="47" y="1"/>
                      <a:pt x="28" y="1"/>
                      <a:pt x="19" y="10"/>
                    </a:cubicBezTo>
                    <a:cubicBezTo>
                      <a:pt x="10" y="29"/>
                      <a:pt x="1" y="38"/>
                      <a:pt x="1" y="57"/>
                    </a:cubicBezTo>
                    <a:lnTo>
                      <a:pt x="1" y="548"/>
                    </a:lnTo>
                    <a:cubicBezTo>
                      <a:pt x="1" y="576"/>
                      <a:pt x="28" y="604"/>
                      <a:pt x="56" y="604"/>
                    </a:cubicBezTo>
                    <a:lnTo>
                      <a:pt x="3878" y="604"/>
                    </a:lnTo>
                    <a:cubicBezTo>
                      <a:pt x="3897" y="604"/>
                      <a:pt x="3915" y="595"/>
                      <a:pt x="3925" y="585"/>
                    </a:cubicBezTo>
                    <a:cubicBezTo>
                      <a:pt x="3934" y="576"/>
                      <a:pt x="3943" y="558"/>
                      <a:pt x="3943" y="548"/>
                    </a:cubicBezTo>
                    <a:lnTo>
                      <a:pt x="3943" y="57"/>
                    </a:lnTo>
                    <a:cubicBezTo>
                      <a:pt x="3943" y="19"/>
                      <a:pt x="3915" y="1"/>
                      <a:pt x="38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2" name="Google Shape;372;p19"/>
              <p:cNvSpPr/>
              <p:nvPr/>
            </p:nvSpPr>
            <p:spPr>
              <a:xfrm>
                <a:off x="7878097" y="2725342"/>
                <a:ext cx="174423" cy="25247"/>
              </a:xfrm>
              <a:custGeom>
                <a:avLst/>
                <a:gdLst/>
                <a:ahLst/>
                <a:cxnLst/>
                <a:rect l="l" t="t" r="r" b="b"/>
                <a:pathLst>
                  <a:path w="2190" h="317" extrusionOk="0">
                    <a:moveTo>
                      <a:pt x="1" y="1"/>
                    </a:moveTo>
                    <a:lnTo>
                      <a:pt x="1" y="316"/>
                    </a:lnTo>
                    <a:lnTo>
                      <a:pt x="2190" y="316"/>
                    </a:lnTo>
                    <a:lnTo>
                      <a:pt x="219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3" name="Google Shape;373;p19"/>
              <p:cNvSpPr/>
              <p:nvPr/>
            </p:nvSpPr>
            <p:spPr>
              <a:xfrm>
                <a:off x="7872920" y="2720165"/>
                <a:ext cx="184060" cy="34805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37" extrusionOk="0">
                    <a:moveTo>
                      <a:pt x="2199" y="122"/>
                    </a:moveTo>
                    <a:lnTo>
                      <a:pt x="2199" y="326"/>
                    </a:lnTo>
                    <a:lnTo>
                      <a:pt x="121" y="326"/>
                    </a:lnTo>
                    <a:lnTo>
                      <a:pt x="121" y="122"/>
                    </a:lnTo>
                    <a:close/>
                    <a:moveTo>
                      <a:pt x="66" y="1"/>
                    </a:moveTo>
                    <a:cubicBezTo>
                      <a:pt x="28" y="1"/>
                      <a:pt x="1" y="29"/>
                      <a:pt x="1" y="66"/>
                    </a:cubicBezTo>
                    <a:lnTo>
                      <a:pt x="1" y="381"/>
                    </a:lnTo>
                    <a:cubicBezTo>
                      <a:pt x="1" y="400"/>
                      <a:pt x="10" y="409"/>
                      <a:pt x="19" y="418"/>
                    </a:cubicBezTo>
                    <a:cubicBezTo>
                      <a:pt x="28" y="437"/>
                      <a:pt x="47" y="437"/>
                      <a:pt x="66" y="437"/>
                    </a:cubicBezTo>
                    <a:lnTo>
                      <a:pt x="2255" y="437"/>
                    </a:lnTo>
                    <a:cubicBezTo>
                      <a:pt x="2292" y="437"/>
                      <a:pt x="2311" y="409"/>
                      <a:pt x="2311" y="381"/>
                    </a:cubicBezTo>
                    <a:lnTo>
                      <a:pt x="2311" y="66"/>
                    </a:lnTo>
                    <a:cubicBezTo>
                      <a:pt x="2311" y="47"/>
                      <a:pt x="2311" y="29"/>
                      <a:pt x="2301" y="20"/>
                    </a:cubicBezTo>
                    <a:cubicBezTo>
                      <a:pt x="2283" y="10"/>
                      <a:pt x="2273" y="1"/>
                      <a:pt x="22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4" name="Google Shape;374;p19"/>
              <p:cNvSpPr/>
              <p:nvPr/>
            </p:nvSpPr>
            <p:spPr>
              <a:xfrm>
                <a:off x="7878097" y="2797818"/>
                <a:ext cx="174423" cy="25168"/>
              </a:xfrm>
              <a:custGeom>
                <a:avLst/>
                <a:gdLst/>
                <a:ahLst/>
                <a:cxnLst/>
                <a:rect l="l" t="t" r="r" b="b"/>
                <a:pathLst>
                  <a:path w="2190" h="316" extrusionOk="0">
                    <a:moveTo>
                      <a:pt x="1" y="0"/>
                    </a:moveTo>
                    <a:lnTo>
                      <a:pt x="1" y="315"/>
                    </a:lnTo>
                    <a:lnTo>
                      <a:pt x="2190" y="315"/>
                    </a:lnTo>
                    <a:lnTo>
                      <a:pt x="219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5" name="Google Shape;375;p19"/>
              <p:cNvSpPr/>
              <p:nvPr/>
            </p:nvSpPr>
            <p:spPr>
              <a:xfrm>
                <a:off x="7872920" y="2793358"/>
                <a:ext cx="184060" cy="34805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37" extrusionOk="0">
                    <a:moveTo>
                      <a:pt x="2199" y="112"/>
                    </a:moveTo>
                    <a:lnTo>
                      <a:pt x="2199" y="316"/>
                    </a:lnTo>
                    <a:lnTo>
                      <a:pt x="121" y="316"/>
                    </a:lnTo>
                    <a:lnTo>
                      <a:pt x="121" y="112"/>
                    </a:lnTo>
                    <a:close/>
                    <a:moveTo>
                      <a:pt x="66" y="0"/>
                    </a:moveTo>
                    <a:cubicBezTo>
                      <a:pt x="28" y="0"/>
                      <a:pt x="1" y="28"/>
                      <a:pt x="1" y="56"/>
                    </a:cubicBezTo>
                    <a:lnTo>
                      <a:pt x="1" y="371"/>
                    </a:lnTo>
                    <a:cubicBezTo>
                      <a:pt x="1" y="390"/>
                      <a:pt x="10" y="409"/>
                      <a:pt x="19" y="418"/>
                    </a:cubicBezTo>
                    <a:cubicBezTo>
                      <a:pt x="28" y="427"/>
                      <a:pt x="47" y="436"/>
                      <a:pt x="66" y="436"/>
                    </a:cubicBezTo>
                    <a:lnTo>
                      <a:pt x="2255" y="436"/>
                    </a:lnTo>
                    <a:cubicBezTo>
                      <a:pt x="2273" y="436"/>
                      <a:pt x="2283" y="427"/>
                      <a:pt x="2301" y="418"/>
                    </a:cubicBezTo>
                    <a:cubicBezTo>
                      <a:pt x="2311" y="409"/>
                      <a:pt x="2311" y="390"/>
                      <a:pt x="2311" y="371"/>
                    </a:cubicBezTo>
                    <a:lnTo>
                      <a:pt x="2311" y="56"/>
                    </a:lnTo>
                    <a:cubicBezTo>
                      <a:pt x="2311" y="28"/>
                      <a:pt x="2292" y="0"/>
                      <a:pt x="22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6" name="Google Shape;376;p19"/>
              <p:cNvSpPr/>
              <p:nvPr/>
            </p:nvSpPr>
            <p:spPr>
              <a:xfrm>
                <a:off x="6985603" y="2857631"/>
                <a:ext cx="295563" cy="127910"/>
              </a:xfrm>
              <a:custGeom>
                <a:avLst/>
                <a:gdLst/>
                <a:ahLst/>
                <a:cxnLst/>
                <a:rect l="l" t="t" r="r" b="b"/>
                <a:pathLst>
                  <a:path w="3711" h="1606" extrusionOk="0">
                    <a:moveTo>
                      <a:pt x="3711" y="0"/>
                    </a:moveTo>
                    <a:lnTo>
                      <a:pt x="0" y="1605"/>
                    </a:lnTo>
                  </a:path>
                </a:pathLst>
              </a:custGeom>
              <a:solidFill>
                <a:srgbClr val="E16F1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7" name="Google Shape;377;p19"/>
              <p:cNvSpPr/>
              <p:nvPr/>
            </p:nvSpPr>
            <p:spPr>
              <a:xfrm>
                <a:off x="6980426" y="2853330"/>
                <a:ext cx="305916" cy="136591"/>
              </a:xfrm>
              <a:custGeom>
                <a:avLst/>
                <a:gdLst/>
                <a:ahLst/>
                <a:cxnLst/>
                <a:rect l="l" t="t" r="r" b="b"/>
                <a:pathLst>
                  <a:path w="3841" h="1715" extrusionOk="0">
                    <a:moveTo>
                      <a:pt x="3773" y="1"/>
                    </a:moveTo>
                    <a:cubicBezTo>
                      <a:pt x="3764" y="1"/>
                      <a:pt x="3756" y="3"/>
                      <a:pt x="3748" y="8"/>
                    </a:cubicBezTo>
                    <a:lnTo>
                      <a:pt x="47" y="1604"/>
                    </a:lnTo>
                    <a:cubicBezTo>
                      <a:pt x="10" y="1613"/>
                      <a:pt x="0" y="1650"/>
                      <a:pt x="10" y="1678"/>
                    </a:cubicBezTo>
                    <a:cubicBezTo>
                      <a:pt x="19" y="1696"/>
                      <a:pt x="47" y="1715"/>
                      <a:pt x="65" y="1715"/>
                    </a:cubicBezTo>
                    <a:cubicBezTo>
                      <a:pt x="75" y="1715"/>
                      <a:pt x="84" y="1715"/>
                      <a:pt x="84" y="1706"/>
                    </a:cubicBezTo>
                    <a:lnTo>
                      <a:pt x="3795" y="110"/>
                    </a:lnTo>
                    <a:cubicBezTo>
                      <a:pt x="3822" y="101"/>
                      <a:pt x="3841" y="64"/>
                      <a:pt x="3832" y="36"/>
                    </a:cubicBezTo>
                    <a:cubicBezTo>
                      <a:pt x="3818" y="16"/>
                      <a:pt x="3795" y="1"/>
                      <a:pt x="377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8" name="Google Shape;378;p19"/>
              <p:cNvSpPr/>
              <p:nvPr/>
            </p:nvSpPr>
            <p:spPr>
              <a:xfrm>
                <a:off x="6951595" y="2965470"/>
                <a:ext cx="48822" cy="48106"/>
              </a:xfrm>
              <a:custGeom>
                <a:avLst/>
                <a:gdLst/>
                <a:ahLst/>
                <a:cxnLst/>
                <a:rect l="l" t="t" r="r" b="b"/>
                <a:pathLst>
                  <a:path w="613" h="604" extrusionOk="0">
                    <a:moveTo>
                      <a:pt x="168" y="1"/>
                    </a:moveTo>
                    <a:lnTo>
                      <a:pt x="1" y="446"/>
                    </a:lnTo>
                    <a:lnTo>
                      <a:pt x="446" y="604"/>
                    </a:lnTo>
                    <a:lnTo>
                      <a:pt x="613" y="159"/>
                    </a:lnTo>
                    <a:lnTo>
                      <a:pt x="16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79" name="Google Shape;379;p19"/>
              <p:cNvSpPr/>
              <p:nvPr/>
            </p:nvSpPr>
            <p:spPr>
              <a:xfrm>
                <a:off x="6947135" y="2961487"/>
                <a:ext cx="57743" cy="57265"/>
              </a:xfrm>
              <a:custGeom>
                <a:avLst/>
                <a:gdLst/>
                <a:ahLst/>
                <a:cxnLst/>
                <a:rect l="l" t="t" r="r" b="b"/>
                <a:pathLst>
                  <a:path w="725" h="719" extrusionOk="0">
                    <a:moveTo>
                      <a:pt x="251" y="134"/>
                    </a:moveTo>
                    <a:lnTo>
                      <a:pt x="595" y="255"/>
                    </a:lnTo>
                    <a:lnTo>
                      <a:pt x="465" y="589"/>
                    </a:lnTo>
                    <a:lnTo>
                      <a:pt x="131" y="468"/>
                    </a:lnTo>
                    <a:lnTo>
                      <a:pt x="251" y="134"/>
                    </a:lnTo>
                    <a:close/>
                    <a:moveTo>
                      <a:pt x="216" y="1"/>
                    </a:moveTo>
                    <a:cubicBezTo>
                      <a:pt x="192" y="1"/>
                      <a:pt x="175" y="11"/>
                      <a:pt x="168" y="32"/>
                    </a:cubicBezTo>
                    <a:lnTo>
                      <a:pt x="1" y="478"/>
                    </a:lnTo>
                    <a:cubicBezTo>
                      <a:pt x="1" y="496"/>
                      <a:pt x="1" y="515"/>
                      <a:pt x="10" y="524"/>
                    </a:cubicBezTo>
                    <a:cubicBezTo>
                      <a:pt x="10" y="543"/>
                      <a:pt x="29" y="552"/>
                      <a:pt x="38" y="552"/>
                    </a:cubicBezTo>
                    <a:lnTo>
                      <a:pt x="483" y="719"/>
                    </a:lnTo>
                    <a:lnTo>
                      <a:pt x="502" y="719"/>
                    </a:lnTo>
                    <a:cubicBezTo>
                      <a:pt x="530" y="719"/>
                      <a:pt x="548" y="700"/>
                      <a:pt x="558" y="682"/>
                    </a:cubicBezTo>
                    <a:lnTo>
                      <a:pt x="715" y="236"/>
                    </a:lnTo>
                    <a:cubicBezTo>
                      <a:pt x="724" y="209"/>
                      <a:pt x="715" y="171"/>
                      <a:pt x="678" y="162"/>
                    </a:cubicBezTo>
                    <a:lnTo>
                      <a:pt x="242" y="4"/>
                    </a:lnTo>
                    <a:cubicBezTo>
                      <a:pt x="233" y="2"/>
                      <a:pt x="224" y="1"/>
                      <a:pt x="21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0" name="Google Shape;380;p19"/>
              <p:cNvSpPr/>
              <p:nvPr/>
            </p:nvSpPr>
            <p:spPr>
              <a:xfrm>
                <a:off x="7264836" y="2488002"/>
                <a:ext cx="591922" cy="551701"/>
              </a:xfrm>
              <a:custGeom>
                <a:avLst/>
                <a:gdLst/>
                <a:ahLst/>
                <a:cxnLst/>
                <a:rect l="l" t="t" r="r" b="b"/>
                <a:pathLst>
                  <a:path w="7432" h="6927" extrusionOk="0">
                    <a:moveTo>
                      <a:pt x="3715" y="0"/>
                    </a:moveTo>
                    <a:cubicBezTo>
                      <a:pt x="2032" y="0"/>
                      <a:pt x="558" y="1228"/>
                      <a:pt x="288" y="2944"/>
                    </a:cubicBezTo>
                    <a:cubicBezTo>
                      <a:pt x="1" y="4827"/>
                      <a:pt x="1300" y="6599"/>
                      <a:pt x="3192" y="6886"/>
                    </a:cubicBezTo>
                    <a:cubicBezTo>
                      <a:pt x="3369" y="6913"/>
                      <a:pt x="3545" y="6927"/>
                      <a:pt x="3718" y="6927"/>
                    </a:cubicBezTo>
                    <a:cubicBezTo>
                      <a:pt x="5395" y="6927"/>
                      <a:pt x="6874" y="5707"/>
                      <a:pt x="7135" y="3992"/>
                    </a:cubicBezTo>
                    <a:cubicBezTo>
                      <a:pt x="7432" y="2100"/>
                      <a:pt x="6133" y="328"/>
                      <a:pt x="4240" y="40"/>
                    </a:cubicBezTo>
                    <a:cubicBezTo>
                      <a:pt x="4064" y="13"/>
                      <a:pt x="3888" y="0"/>
                      <a:pt x="371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1" name="Google Shape;381;p19"/>
              <p:cNvSpPr/>
              <p:nvPr/>
            </p:nvSpPr>
            <p:spPr>
              <a:xfrm>
                <a:off x="7259659" y="2483223"/>
                <a:ext cx="589692" cy="561418"/>
              </a:xfrm>
              <a:custGeom>
                <a:avLst/>
                <a:gdLst/>
                <a:ahLst/>
                <a:cxnLst/>
                <a:rect l="l" t="t" r="r" b="b"/>
                <a:pathLst>
                  <a:path w="7404" h="7049" extrusionOk="0">
                    <a:moveTo>
                      <a:pt x="3777" y="119"/>
                    </a:moveTo>
                    <a:cubicBezTo>
                      <a:pt x="3944" y="119"/>
                      <a:pt x="4120" y="128"/>
                      <a:pt x="4296" y="156"/>
                    </a:cubicBezTo>
                    <a:cubicBezTo>
                      <a:pt x="5196" y="295"/>
                      <a:pt x="5984" y="777"/>
                      <a:pt x="6522" y="1510"/>
                    </a:cubicBezTo>
                    <a:cubicBezTo>
                      <a:pt x="7061" y="2243"/>
                      <a:pt x="7283" y="3143"/>
                      <a:pt x="7144" y="4043"/>
                    </a:cubicBezTo>
                    <a:cubicBezTo>
                      <a:pt x="7005" y="4943"/>
                      <a:pt x="6532" y="5731"/>
                      <a:pt x="5799" y="6269"/>
                    </a:cubicBezTo>
                    <a:cubicBezTo>
                      <a:pt x="5209" y="6702"/>
                      <a:pt x="4510" y="6931"/>
                      <a:pt x="3791" y="6931"/>
                    </a:cubicBezTo>
                    <a:cubicBezTo>
                      <a:pt x="3617" y="6931"/>
                      <a:pt x="3442" y="6918"/>
                      <a:pt x="3266" y="6891"/>
                    </a:cubicBezTo>
                    <a:cubicBezTo>
                      <a:pt x="1411" y="6603"/>
                      <a:pt x="131" y="4868"/>
                      <a:pt x="418" y="3013"/>
                    </a:cubicBezTo>
                    <a:cubicBezTo>
                      <a:pt x="558" y="2113"/>
                      <a:pt x="1031" y="1315"/>
                      <a:pt x="1764" y="777"/>
                    </a:cubicBezTo>
                    <a:cubicBezTo>
                      <a:pt x="2357" y="351"/>
                      <a:pt x="3053" y="119"/>
                      <a:pt x="3777" y="119"/>
                    </a:cubicBezTo>
                    <a:close/>
                    <a:moveTo>
                      <a:pt x="3765" y="1"/>
                    </a:moveTo>
                    <a:cubicBezTo>
                      <a:pt x="3026" y="1"/>
                      <a:pt x="2309" y="238"/>
                      <a:pt x="1699" y="685"/>
                    </a:cubicBezTo>
                    <a:cubicBezTo>
                      <a:pt x="938" y="1241"/>
                      <a:pt x="446" y="2058"/>
                      <a:pt x="298" y="2995"/>
                    </a:cubicBezTo>
                    <a:cubicBezTo>
                      <a:pt x="1" y="4915"/>
                      <a:pt x="1328" y="6714"/>
                      <a:pt x="3248" y="7002"/>
                    </a:cubicBezTo>
                    <a:cubicBezTo>
                      <a:pt x="3424" y="7030"/>
                      <a:pt x="3610" y="7048"/>
                      <a:pt x="3786" y="7048"/>
                    </a:cubicBezTo>
                    <a:cubicBezTo>
                      <a:pt x="4528" y="7048"/>
                      <a:pt x="5252" y="6807"/>
                      <a:pt x="5864" y="6362"/>
                    </a:cubicBezTo>
                    <a:cubicBezTo>
                      <a:pt x="6625" y="5805"/>
                      <a:pt x="7116" y="4989"/>
                      <a:pt x="7265" y="4061"/>
                    </a:cubicBezTo>
                    <a:cubicBezTo>
                      <a:pt x="7404" y="3134"/>
                      <a:pt x="7172" y="2197"/>
                      <a:pt x="6615" y="1445"/>
                    </a:cubicBezTo>
                    <a:cubicBezTo>
                      <a:pt x="6059" y="685"/>
                      <a:pt x="5242" y="184"/>
                      <a:pt x="4315" y="45"/>
                    </a:cubicBezTo>
                    <a:cubicBezTo>
                      <a:pt x="4131" y="15"/>
                      <a:pt x="3947" y="1"/>
                      <a:pt x="376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2" name="Google Shape;382;p19"/>
              <p:cNvSpPr/>
              <p:nvPr/>
            </p:nvSpPr>
            <p:spPr>
              <a:xfrm>
                <a:off x="7219757" y="2465303"/>
                <a:ext cx="627364" cy="552019"/>
              </a:xfrm>
              <a:custGeom>
                <a:avLst/>
                <a:gdLst/>
                <a:ahLst/>
                <a:cxnLst/>
                <a:rect l="l" t="t" r="r" b="b"/>
                <a:pathLst>
                  <a:path w="7877" h="6931" extrusionOk="0">
                    <a:moveTo>
                      <a:pt x="3933" y="0"/>
                    </a:moveTo>
                    <a:cubicBezTo>
                      <a:pt x="3250" y="0"/>
                      <a:pt x="2560" y="202"/>
                      <a:pt x="1958" y="622"/>
                    </a:cubicBezTo>
                    <a:cubicBezTo>
                      <a:pt x="391" y="1717"/>
                      <a:pt x="1" y="3878"/>
                      <a:pt x="1096" y="5446"/>
                    </a:cubicBezTo>
                    <a:cubicBezTo>
                      <a:pt x="1770" y="6412"/>
                      <a:pt x="2849" y="6930"/>
                      <a:pt x="3945" y="6930"/>
                    </a:cubicBezTo>
                    <a:cubicBezTo>
                      <a:pt x="4628" y="6930"/>
                      <a:pt x="5318" y="6729"/>
                      <a:pt x="5920" y="6309"/>
                    </a:cubicBezTo>
                    <a:cubicBezTo>
                      <a:pt x="7487" y="5214"/>
                      <a:pt x="7877" y="3053"/>
                      <a:pt x="6782" y="1485"/>
                    </a:cubicBezTo>
                    <a:cubicBezTo>
                      <a:pt x="6108" y="519"/>
                      <a:pt x="5029" y="0"/>
                      <a:pt x="393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3" name="Google Shape;383;p19"/>
              <p:cNvSpPr/>
              <p:nvPr/>
            </p:nvSpPr>
            <p:spPr>
              <a:xfrm>
                <a:off x="7232341" y="2460525"/>
                <a:ext cx="601479" cy="561179"/>
              </a:xfrm>
              <a:custGeom>
                <a:avLst/>
                <a:gdLst/>
                <a:ahLst/>
                <a:cxnLst/>
                <a:rect l="l" t="t" r="r" b="b"/>
                <a:pathLst>
                  <a:path w="7552" h="7046" extrusionOk="0">
                    <a:moveTo>
                      <a:pt x="3765" y="122"/>
                    </a:moveTo>
                    <a:cubicBezTo>
                      <a:pt x="3937" y="122"/>
                      <a:pt x="4111" y="135"/>
                      <a:pt x="4287" y="163"/>
                    </a:cubicBezTo>
                    <a:cubicBezTo>
                      <a:pt x="6142" y="441"/>
                      <a:pt x="7422" y="2185"/>
                      <a:pt x="7144" y="4040"/>
                    </a:cubicBezTo>
                    <a:cubicBezTo>
                      <a:pt x="6883" y="5720"/>
                      <a:pt x="5429" y="6929"/>
                      <a:pt x="3779" y="6929"/>
                    </a:cubicBezTo>
                    <a:cubicBezTo>
                      <a:pt x="3607" y="6929"/>
                      <a:pt x="3432" y="6915"/>
                      <a:pt x="3257" y="6888"/>
                    </a:cubicBezTo>
                    <a:cubicBezTo>
                      <a:pt x="1401" y="6601"/>
                      <a:pt x="121" y="4866"/>
                      <a:pt x="409" y="3011"/>
                    </a:cubicBezTo>
                    <a:cubicBezTo>
                      <a:pt x="669" y="1331"/>
                      <a:pt x="2116" y="122"/>
                      <a:pt x="3765" y="122"/>
                    </a:cubicBezTo>
                    <a:close/>
                    <a:moveTo>
                      <a:pt x="3769" y="0"/>
                    </a:moveTo>
                    <a:cubicBezTo>
                      <a:pt x="2067" y="0"/>
                      <a:pt x="558" y="1253"/>
                      <a:pt x="298" y="2992"/>
                    </a:cubicBezTo>
                    <a:cubicBezTo>
                      <a:pt x="1" y="4912"/>
                      <a:pt x="1318" y="6712"/>
                      <a:pt x="3238" y="6999"/>
                    </a:cubicBezTo>
                    <a:cubicBezTo>
                      <a:pt x="3415" y="7027"/>
                      <a:pt x="3600" y="7046"/>
                      <a:pt x="3776" y="7046"/>
                    </a:cubicBezTo>
                    <a:cubicBezTo>
                      <a:pt x="5483" y="7046"/>
                      <a:pt x="6986" y="5794"/>
                      <a:pt x="7255" y="4059"/>
                    </a:cubicBezTo>
                    <a:cubicBezTo>
                      <a:pt x="7552" y="2139"/>
                      <a:pt x="6225" y="339"/>
                      <a:pt x="4305" y="42"/>
                    </a:cubicBezTo>
                    <a:cubicBezTo>
                      <a:pt x="4125" y="14"/>
                      <a:pt x="3946" y="0"/>
                      <a:pt x="37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4" name="Google Shape;384;p19"/>
              <p:cNvSpPr/>
              <p:nvPr/>
            </p:nvSpPr>
            <p:spPr>
              <a:xfrm>
                <a:off x="7615828" y="2510541"/>
                <a:ext cx="134520" cy="135158"/>
              </a:xfrm>
              <a:custGeom>
                <a:avLst/>
                <a:gdLst/>
                <a:ahLst/>
                <a:cxnLst/>
                <a:rect l="l" t="t" r="r" b="b"/>
                <a:pathLst>
                  <a:path w="1689" h="1697" extrusionOk="0">
                    <a:moveTo>
                      <a:pt x="102" y="1"/>
                    </a:moveTo>
                    <a:cubicBezTo>
                      <a:pt x="67" y="1"/>
                      <a:pt x="33" y="20"/>
                      <a:pt x="19" y="54"/>
                    </a:cubicBezTo>
                    <a:cubicBezTo>
                      <a:pt x="0" y="91"/>
                      <a:pt x="19" y="147"/>
                      <a:pt x="65" y="165"/>
                    </a:cubicBezTo>
                    <a:cubicBezTo>
                      <a:pt x="705" y="462"/>
                      <a:pt x="1216" y="991"/>
                      <a:pt x="1512" y="1640"/>
                    </a:cubicBezTo>
                    <a:cubicBezTo>
                      <a:pt x="1522" y="1678"/>
                      <a:pt x="1559" y="1696"/>
                      <a:pt x="1587" y="1696"/>
                    </a:cubicBezTo>
                    <a:cubicBezTo>
                      <a:pt x="1596" y="1696"/>
                      <a:pt x="1614" y="1696"/>
                      <a:pt x="1624" y="1687"/>
                    </a:cubicBezTo>
                    <a:cubicBezTo>
                      <a:pt x="1670" y="1668"/>
                      <a:pt x="1689" y="1622"/>
                      <a:pt x="1670" y="1575"/>
                    </a:cubicBezTo>
                    <a:cubicBezTo>
                      <a:pt x="1364" y="880"/>
                      <a:pt x="817" y="323"/>
                      <a:pt x="139" y="8"/>
                    </a:cubicBezTo>
                    <a:cubicBezTo>
                      <a:pt x="127" y="3"/>
                      <a:pt x="115" y="1"/>
                      <a:pt x="10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5" name="Google Shape;385;p19"/>
              <p:cNvSpPr/>
              <p:nvPr/>
            </p:nvSpPr>
            <p:spPr>
              <a:xfrm>
                <a:off x="7397842" y="2601973"/>
                <a:ext cx="261634" cy="300102"/>
              </a:xfrm>
              <a:custGeom>
                <a:avLst/>
                <a:gdLst/>
                <a:ahLst/>
                <a:cxnLst/>
                <a:rect l="l" t="t" r="r" b="b"/>
                <a:pathLst>
                  <a:path w="3285" h="3768" extrusionOk="0">
                    <a:moveTo>
                      <a:pt x="158" y="1"/>
                    </a:moveTo>
                    <a:cubicBezTo>
                      <a:pt x="75" y="1"/>
                      <a:pt x="1" y="75"/>
                      <a:pt x="1" y="168"/>
                    </a:cubicBezTo>
                    <a:lnTo>
                      <a:pt x="1" y="3600"/>
                    </a:lnTo>
                    <a:cubicBezTo>
                      <a:pt x="1" y="3693"/>
                      <a:pt x="75" y="3767"/>
                      <a:pt x="158" y="3767"/>
                    </a:cubicBezTo>
                    <a:lnTo>
                      <a:pt x="3127" y="3767"/>
                    </a:lnTo>
                    <a:cubicBezTo>
                      <a:pt x="3220" y="3767"/>
                      <a:pt x="3285" y="3693"/>
                      <a:pt x="3285" y="3600"/>
                    </a:cubicBezTo>
                    <a:lnTo>
                      <a:pt x="3285" y="168"/>
                    </a:lnTo>
                    <a:cubicBezTo>
                      <a:pt x="3285" y="75"/>
                      <a:pt x="3220" y="1"/>
                      <a:pt x="3127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6" name="Google Shape;386;p19"/>
              <p:cNvSpPr/>
              <p:nvPr/>
            </p:nvSpPr>
            <p:spPr>
              <a:xfrm>
                <a:off x="7393461" y="2597592"/>
                <a:ext cx="271191" cy="308863"/>
              </a:xfrm>
              <a:custGeom>
                <a:avLst/>
                <a:gdLst/>
                <a:ahLst/>
                <a:cxnLst/>
                <a:rect l="l" t="t" r="r" b="b"/>
                <a:pathLst>
                  <a:path w="3405" h="3878" extrusionOk="0">
                    <a:moveTo>
                      <a:pt x="3182" y="111"/>
                    </a:moveTo>
                    <a:cubicBezTo>
                      <a:pt x="3238" y="111"/>
                      <a:pt x="3284" y="158"/>
                      <a:pt x="3284" y="223"/>
                    </a:cubicBezTo>
                    <a:lnTo>
                      <a:pt x="3284" y="3655"/>
                    </a:lnTo>
                    <a:cubicBezTo>
                      <a:pt x="3284" y="3720"/>
                      <a:pt x="3238" y="3766"/>
                      <a:pt x="3182" y="3766"/>
                    </a:cubicBezTo>
                    <a:lnTo>
                      <a:pt x="213" y="3766"/>
                    </a:lnTo>
                    <a:cubicBezTo>
                      <a:pt x="158" y="3766"/>
                      <a:pt x="111" y="3720"/>
                      <a:pt x="111" y="3655"/>
                    </a:cubicBezTo>
                    <a:lnTo>
                      <a:pt x="111" y="223"/>
                    </a:lnTo>
                    <a:cubicBezTo>
                      <a:pt x="111" y="158"/>
                      <a:pt x="158" y="111"/>
                      <a:pt x="213" y="111"/>
                    </a:cubicBezTo>
                    <a:close/>
                    <a:moveTo>
                      <a:pt x="213" y="0"/>
                    </a:moveTo>
                    <a:cubicBezTo>
                      <a:pt x="93" y="0"/>
                      <a:pt x="0" y="93"/>
                      <a:pt x="0" y="223"/>
                    </a:cubicBezTo>
                    <a:lnTo>
                      <a:pt x="0" y="3655"/>
                    </a:lnTo>
                    <a:cubicBezTo>
                      <a:pt x="0" y="3776"/>
                      <a:pt x="93" y="3878"/>
                      <a:pt x="213" y="3878"/>
                    </a:cubicBezTo>
                    <a:lnTo>
                      <a:pt x="3182" y="3878"/>
                    </a:lnTo>
                    <a:cubicBezTo>
                      <a:pt x="3303" y="3878"/>
                      <a:pt x="3405" y="3776"/>
                      <a:pt x="3405" y="3655"/>
                    </a:cubicBezTo>
                    <a:lnTo>
                      <a:pt x="3405" y="223"/>
                    </a:lnTo>
                    <a:cubicBezTo>
                      <a:pt x="3405" y="93"/>
                      <a:pt x="3303" y="0"/>
                      <a:pt x="318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7" name="Google Shape;387;p19"/>
              <p:cNvSpPr/>
              <p:nvPr/>
            </p:nvSpPr>
            <p:spPr>
              <a:xfrm>
                <a:off x="7448814" y="2585725"/>
                <a:ext cx="159688" cy="31858"/>
              </a:xfrm>
              <a:custGeom>
                <a:avLst/>
                <a:gdLst/>
                <a:ahLst/>
                <a:cxnLst/>
                <a:rect l="l" t="t" r="r" b="b"/>
                <a:pathLst>
                  <a:path w="2005" h="400" extrusionOk="0">
                    <a:moveTo>
                      <a:pt x="400" y="1"/>
                    </a:moveTo>
                    <a:cubicBezTo>
                      <a:pt x="177" y="1"/>
                      <a:pt x="1" y="177"/>
                      <a:pt x="1" y="400"/>
                    </a:cubicBezTo>
                    <a:lnTo>
                      <a:pt x="2005" y="400"/>
                    </a:lnTo>
                    <a:cubicBezTo>
                      <a:pt x="2005" y="177"/>
                      <a:pt x="1828" y="1"/>
                      <a:pt x="16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8" name="Google Shape;388;p19"/>
              <p:cNvSpPr/>
              <p:nvPr/>
            </p:nvSpPr>
            <p:spPr>
              <a:xfrm>
                <a:off x="7443637" y="2580549"/>
                <a:ext cx="169325" cy="41495"/>
              </a:xfrm>
              <a:custGeom>
                <a:avLst/>
                <a:gdLst/>
                <a:ahLst/>
                <a:cxnLst/>
                <a:rect l="l" t="t" r="r" b="b"/>
                <a:pathLst>
                  <a:path w="2126" h="521" extrusionOk="0">
                    <a:moveTo>
                      <a:pt x="1671" y="121"/>
                    </a:moveTo>
                    <a:cubicBezTo>
                      <a:pt x="1838" y="121"/>
                      <a:pt x="1977" y="242"/>
                      <a:pt x="2005" y="409"/>
                    </a:cubicBezTo>
                    <a:lnTo>
                      <a:pt x="121" y="409"/>
                    </a:lnTo>
                    <a:cubicBezTo>
                      <a:pt x="149" y="242"/>
                      <a:pt x="288" y="121"/>
                      <a:pt x="465" y="121"/>
                    </a:cubicBezTo>
                    <a:close/>
                    <a:moveTo>
                      <a:pt x="465" y="1"/>
                    </a:moveTo>
                    <a:cubicBezTo>
                      <a:pt x="205" y="1"/>
                      <a:pt x="1" y="205"/>
                      <a:pt x="1" y="465"/>
                    </a:cubicBezTo>
                    <a:cubicBezTo>
                      <a:pt x="1" y="520"/>
                      <a:pt x="1" y="520"/>
                      <a:pt x="353" y="520"/>
                    </a:cubicBezTo>
                    <a:lnTo>
                      <a:pt x="1736" y="520"/>
                    </a:lnTo>
                    <a:cubicBezTo>
                      <a:pt x="2125" y="520"/>
                      <a:pt x="2125" y="520"/>
                      <a:pt x="2125" y="465"/>
                    </a:cubicBezTo>
                    <a:cubicBezTo>
                      <a:pt x="2125" y="205"/>
                      <a:pt x="1921" y="1"/>
                      <a:pt x="167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89" name="Google Shape;389;p19"/>
              <p:cNvSpPr/>
              <p:nvPr/>
            </p:nvSpPr>
            <p:spPr>
              <a:xfrm>
                <a:off x="7500583" y="2556894"/>
                <a:ext cx="55433" cy="55513"/>
              </a:xfrm>
              <a:custGeom>
                <a:avLst/>
                <a:gdLst/>
                <a:ahLst/>
                <a:cxnLst/>
                <a:rect l="l" t="t" r="r" b="b"/>
                <a:pathLst>
                  <a:path w="696" h="697" extrusionOk="0">
                    <a:moveTo>
                      <a:pt x="353" y="1"/>
                    </a:moveTo>
                    <a:cubicBezTo>
                      <a:pt x="158" y="1"/>
                      <a:pt x="0" y="159"/>
                      <a:pt x="0" y="353"/>
                    </a:cubicBezTo>
                    <a:cubicBezTo>
                      <a:pt x="0" y="548"/>
                      <a:pt x="158" y="697"/>
                      <a:pt x="353" y="697"/>
                    </a:cubicBezTo>
                    <a:cubicBezTo>
                      <a:pt x="538" y="697"/>
                      <a:pt x="696" y="548"/>
                      <a:pt x="696" y="353"/>
                    </a:cubicBezTo>
                    <a:cubicBezTo>
                      <a:pt x="696" y="159"/>
                      <a:pt x="538" y="1"/>
                      <a:pt x="35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0" name="Google Shape;390;p19"/>
              <p:cNvSpPr/>
              <p:nvPr/>
            </p:nvSpPr>
            <p:spPr>
              <a:xfrm>
                <a:off x="7496123" y="2552514"/>
                <a:ext cx="65070" cy="65070"/>
              </a:xfrm>
              <a:custGeom>
                <a:avLst/>
                <a:gdLst/>
                <a:ahLst/>
                <a:cxnLst/>
                <a:rect l="l" t="t" r="r" b="b"/>
                <a:pathLst>
                  <a:path w="817" h="817" extrusionOk="0">
                    <a:moveTo>
                      <a:pt x="409" y="121"/>
                    </a:moveTo>
                    <a:cubicBezTo>
                      <a:pt x="566" y="121"/>
                      <a:pt x="696" y="251"/>
                      <a:pt x="696" y="408"/>
                    </a:cubicBezTo>
                    <a:cubicBezTo>
                      <a:pt x="696" y="566"/>
                      <a:pt x="566" y="696"/>
                      <a:pt x="409" y="696"/>
                    </a:cubicBezTo>
                    <a:cubicBezTo>
                      <a:pt x="251" y="696"/>
                      <a:pt x="121" y="566"/>
                      <a:pt x="121" y="408"/>
                    </a:cubicBezTo>
                    <a:cubicBezTo>
                      <a:pt x="121" y="251"/>
                      <a:pt x="251" y="121"/>
                      <a:pt x="409" y="121"/>
                    </a:cubicBezTo>
                    <a:close/>
                    <a:moveTo>
                      <a:pt x="409" y="0"/>
                    </a:moveTo>
                    <a:cubicBezTo>
                      <a:pt x="186" y="0"/>
                      <a:pt x="0" y="186"/>
                      <a:pt x="0" y="408"/>
                    </a:cubicBezTo>
                    <a:cubicBezTo>
                      <a:pt x="0" y="631"/>
                      <a:pt x="186" y="817"/>
                      <a:pt x="409" y="817"/>
                    </a:cubicBezTo>
                    <a:cubicBezTo>
                      <a:pt x="631" y="817"/>
                      <a:pt x="817" y="631"/>
                      <a:pt x="817" y="408"/>
                    </a:cubicBezTo>
                    <a:cubicBezTo>
                      <a:pt x="817" y="186"/>
                      <a:pt x="631" y="0"/>
                      <a:pt x="40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1" name="Google Shape;391;p19"/>
              <p:cNvSpPr/>
              <p:nvPr/>
            </p:nvSpPr>
            <p:spPr>
              <a:xfrm>
                <a:off x="7516830" y="2570195"/>
                <a:ext cx="22938" cy="22301"/>
              </a:xfrm>
              <a:custGeom>
                <a:avLst/>
                <a:gdLst/>
                <a:ahLst/>
                <a:cxnLst/>
                <a:rect l="l" t="t" r="r" b="b"/>
                <a:pathLst>
                  <a:path w="288" h="280" extrusionOk="0">
                    <a:moveTo>
                      <a:pt x="149" y="1"/>
                    </a:moveTo>
                    <a:cubicBezTo>
                      <a:pt x="65" y="1"/>
                      <a:pt x="0" y="56"/>
                      <a:pt x="0" y="140"/>
                    </a:cubicBezTo>
                    <a:cubicBezTo>
                      <a:pt x="0" y="214"/>
                      <a:pt x="65" y="279"/>
                      <a:pt x="149" y="279"/>
                    </a:cubicBezTo>
                    <a:cubicBezTo>
                      <a:pt x="223" y="279"/>
                      <a:pt x="288" y="214"/>
                      <a:pt x="288" y="140"/>
                    </a:cubicBezTo>
                    <a:cubicBezTo>
                      <a:pt x="288" y="66"/>
                      <a:pt x="223" y="1"/>
                      <a:pt x="149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2" name="Google Shape;392;p19"/>
              <p:cNvSpPr/>
              <p:nvPr/>
            </p:nvSpPr>
            <p:spPr>
              <a:xfrm>
                <a:off x="7512370" y="2565018"/>
                <a:ext cx="31858" cy="31858"/>
              </a:xfrm>
              <a:custGeom>
                <a:avLst/>
                <a:gdLst/>
                <a:ahLst/>
                <a:cxnLst/>
                <a:rect l="l" t="t" r="r" b="b"/>
                <a:pathLst>
                  <a:path w="400" h="400" extrusionOk="0">
                    <a:moveTo>
                      <a:pt x="205" y="121"/>
                    </a:moveTo>
                    <a:cubicBezTo>
                      <a:pt x="251" y="121"/>
                      <a:pt x="288" y="159"/>
                      <a:pt x="288" y="205"/>
                    </a:cubicBezTo>
                    <a:cubicBezTo>
                      <a:pt x="288" y="251"/>
                      <a:pt x="251" y="288"/>
                      <a:pt x="205" y="288"/>
                    </a:cubicBezTo>
                    <a:cubicBezTo>
                      <a:pt x="158" y="288"/>
                      <a:pt x="121" y="251"/>
                      <a:pt x="121" y="205"/>
                    </a:cubicBezTo>
                    <a:cubicBezTo>
                      <a:pt x="121" y="159"/>
                      <a:pt x="158" y="121"/>
                      <a:pt x="205" y="121"/>
                    </a:cubicBezTo>
                    <a:close/>
                    <a:moveTo>
                      <a:pt x="205" y="1"/>
                    </a:moveTo>
                    <a:cubicBezTo>
                      <a:pt x="93" y="1"/>
                      <a:pt x="1" y="94"/>
                      <a:pt x="1" y="205"/>
                    </a:cubicBezTo>
                    <a:cubicBezTo>
                      <a:pt x="1" y="316"/>
                      <a:pt x="93" y="400"/>
                      <a:pt x="205" y="400"/>
                    </a:cubicBezTo>
                    <a:cubicBezTo>
                      <a:pt x="316" y="400"/>
                      <a:pt x="399" y="316"/>
                      <a:pt x="399" y="205"/>
                    </a:cubicBezTo>
                    <a:cubicBezTo>
                      <a:pt x="399" y="94"/>
                      <a:pt x="316" y="1"/>
                      <a:pt x="20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3" name="Google Shape;393;p19"/>
              <p:cNvSpPr/>
              <p:nvPr/>
            </p:nvSpPr>
            <p:spPr>
              <a:xfrm>
                <a:off x="7442204" y="2676600"/>
                <a:ext cx="178086" cy="9717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22" extrusionOk="0">
                    <a:moveTo>
                      <a:pt x="56" y="1"/>
                    </a:moveTo>
                    <a:cubicBezTo>
                      <a:pt x="19" y="1"/>
                      <a:pt x="0" y="29"/>
                      <a:pt x="0" y="56"/>
                    </a:cubicBezTo>
                    <a:cubicBezTo>
                      <a:pt x="0" y="93"/>
                      <a:pt x="19" y="121"/>
                      <a:pt x="56" y="121"/>
                    </a:cubicBezTo>
                    <a:lnTo>
                      <a:pt x="2180" y="121"/>
                    </a:lnTo>
                    <a:cubicBezTo>
                      <a:pt x="2208" y="121"/>
                      <a:pt x="2236" y="93"/>
                      <a:pt x="2236" y="56"/>
                    </a:cubicBezTo>
                    <a:cubicBezTo>
                      <a:pt x="2236" y="29"/>
                      <a:pt x="2208" y="1"/>
                      <a:pt x="218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4" name="Google Shape;394;p19"/>
              <p:cNvSpPr/>
              <p:nvPr/>
            </p:nvSpPr>
            <p:spPr>
              <a:xfrm>
                <a:off x="7496840" y="2655175"/>
                <a:ext cx="68096" cy="9717"/>
              </a:xfrm>
              <a:custGeom>
                <a:avLst/>
                <a:gdLst/>
                <a:ahLst/>
                <a:cxnLst/>
                <a:rect l="l" t="t" r="r" b="b"/>
                <a:pathLst>
                  <a:path w="855" h="122" extrusionOk="0">
                    <a:moveTo>
                      <a:pt x="66" y="1"/>
                    </a:moveTo>
                    <a:cubicBezTo>
                      <a:pt x="29" y="1"/>
                      <a:pt x="1" y="28"/>
                      <a:pt x="1" y="56"/>
                    </a:cubicBezTo>
                    <a:cubicBezTo>
                      <a:pt x="1" y="93"/>
                      <a:pt x="29" y="121"/>
                      <a:pt x="66" y="121"/>
                    </a:cubicBezTo>
                    <a:lnTo>
                      <a:pt x="799" y="121"/>
                    </a:lnTo>
                    <a:cubicBezTo>
                      <a:pt x="826" y="121"/>
                      <a:pt x="854" y="93"/>
                      <a:pt x="854" y="56"/>
                    </a:cubicBezTo>
                    <a:cubicBezTo>
                      <a:pt x="854" y="28"/>
                      <a:pt x="826" y="1"/>
                      <a:pt x="7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5" name="Google Shape;395;p19"/>
              <p:cNvSpPr/>
              <p:nvPr/>
            </p:nvSpPr>
            <p:spPr>
              <a:xfrm>
                <a:off x="7496840" y="2727572"/>
                <a:ext cx="68096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855" h="113" extrusionOk="0">
                    <a:moveTo>
                      <a:pt x="66" y="1"/>
                    </a:moveTo>
                    <a:cubicBezTo>
                      <a:pt x="29" y="1"/>
                      <a:pt x="1" y="29"/>
                      <a:pt x="1" y="56"/>
                    </a:cubicBezTo>
                    <a:cubicBezTo>
                      <a:pt x="1" y="94"/>
                      <a:pt x="29" y="112"/>
                      <a:pt x="66" y="112"/>
                    </a:cubicBezTo>
                    <a:lnTo>
                      <a:pt x="799" y="112"/>
                    </a:lnTo>
                    <a:cubicBezTo>
                      <a:pt x="826" y="112"/>
                      <a:pt x="854" y="94"/>
                      <a:pt x="854" y="56"/>
                    </a:cubicBezTo>
                    <a:cubicBezTo>
                      <a:pt x="854" y="29"/>
                      <a:pt x="826" y="1"/>
                      <a:pt x="7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6" name="Google Shape;396;p19"/>
              <p:cNvSpPr/>
              <p:nvPr/>
            </p:nvSpPr>
            <p:spPr>
              <a:xfrm>
                <a:off x="7496840" y="2802199"/>
                <a:ext cx="68096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855" h="113" extrusionOk="0">
                    <a:moveTo>
                      <a:pt x="66" y="1"/>
                    </a:moveTo>
                    <a:cubicBezTo>
                      <a:pt x="29" y="1"/>
                      <a:pt x="1" y="29"/>
                      <a:pt x="1" y="56"/>
                    </a:cubicBezTo>
                    <a:cubicBezTo>
                      <a:pt x="1" y="93"/>
                      <a:pt x="29" y="112"/>
                      <a:pt x="66" y="112"/>
                    </a:cubicBezTo>
                    <a:lnTo>
                      <a:pt x="799" y="112"/>
                    </a:lnTo>
                    <a:cubicBezTo>
                      <a:pt x="826" y="112"/>
                      <a:pt x="854" y="93"/>
                      <a:pt x="854" y="56"/>
                    </a:cubicBezTo>
                    <a:cubicBezTo>
                      <a:pt x="854" y="29"/>
                      <a:pt x="826" y="1"/>
                      <a:pt x="7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7" name="Google Shape;397;p19"/>
              <p:cNvSpPr/>
              <p:nvPr/>
            </p:nvSpPr>
            <p:spPr>
              <a:xfrm>
                <a:off x="7442204" y="2698741"/>
                <a:ext cx="178086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13" extrusionOk="0">
                    <a:moveTo>
                      <a:pt x="56" y="1"/>
                    </a:moveTo>
                    <a:cubicBezTo>
                      <a:pt x="19" y="1"/>
                      <a:pt x="0" y="29"/>
                      <a:pt x="0" y="57"/>
                    </a:cubicBezTo>
                    <a:cubicBezTo>
                      <a:pt x="0" y="94"/>
                      <a:pt x="19" y="112"/>
                      <a:pt x="56" y="112"/>
                    </a:cubicBezTo>
                    <a:lnTo>
                      <a:pt x="2180" y="112"/>
                    </a:lnTo>
                    <a:cubicBezTo>
                      <a:pt x="2208" y="112"/>
                      <a:pt x="2236" y="94"/>
                      <a:pt x="2236" y="57"/>
                    </a:cubicBezTo>
                    <a:cubicBezTo>
                      <a:pt x="2236" y="29"/>
                      <a:pt x="2208" y="1"/>
                      <a:pt x="218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8" name="Google Shape;398;p19"/>
              <p:cNvSpPr/>
              <p:nvPr/>
            </p:nvSpPr>
            <p:spPr>
              <a:xfrm>
                <a:off x="7442204" y="2753456"/>
                <a:ext cx="178086" cy="8920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12" extrusionOk="0">
                    <a:moveTo>
                      <a:pt x="56" y="0"/>
                    </a:moveTo>
                    <a:cubicBezTo>
                      <a:pt x="19" y="0"/>
                      <a:pt x="0" y="28"/>
                      <a:pt x="0" y="56"/>
                    </a:cubicBezTo>
                    <a:cubicBezTo>
                      <a:pt x="0" y="93"/>
                      <a:pt x="19" y="112"/>
                      <a:pt x="56" y="112"/>
                    </a:cubicBezTo>
                    <a:lnTo>
                      <a:pt x="2180" y="112"/>
                    </a:lnTo>
                    <a:cubicBezTo>
                      <a:pt x="2208" y="112"/>
                      <a:pt x="2236" y="93"/>
                      <a:pt x="2236" y="56"/>
                    </a:cubicBezTo>
                    <a:cubicBezTo>
                      <a:pt x="2236" y="28"/>
                      <a:pt x="2208" y="0"/>
                      <a:pt x="218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399" name="Google Shape;399;p19"/>
              <p:cNvSpPr/>
              <p:nvPr/>
            </p:nvSpPr>
            <p:spPr>
              <a:xfrm>
                <a:off x="7442204" y="2775598"/>
                <a:ext cx="178086" cy="9000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13" extrusionOk="0">
                    <a:moveTo>
                      <a:pt x="56" y="1"/>
                    </a:moveTo>
                    <a:cubicBezTo>
                      <a:pt x="19" y="1"/>
                      <a:pt x="0" y="29"/>
                      <a:pt x="0" y="56"/>
                    </a:cubicBezTo>
                    <a:cubicBezTo>
                      <a:pt x="0" y="94"/>
                      <a:pt x="19" y="112"/>
                      <a:pt x="56" y="112"/>
                    </a:cubicBezTo>
                    <a:lnTo>
                      <a:pt x="2180" y="112"/>
                    </a:lnTo>
                    <a:cubicBezTo>
                      <a:pt x="2208" y="112"/>
                      <a:pt x="2236" y="94"/>
                      <a:pt x="2236" y="56"/>
                    </a:cubicBezTo>
                    <a:cubicBezTo>
                      <a:pt x="2236" y="29"/>
                      <a:pt x="2208" y="1"/>
                      <a:pt x="218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0" name="Google Shape;400;p19"/>
              <p:cNvSpPr/>
              <p:nvPr/>
            </p:nvSpPr>
            <p:spPr>
              <a:xfrm>
                <a:off x="7442204" y="2828800"/>
                <a:ext cx="178086" cy="9717"/>
              </a:xfrm>
              <a:custGeom>
                <a:avLst/>
                <a:gdLst/>
                <a:ahLst/>
                <a:cxnLst/>
                <a:rect l="l" t="t" r="r" b="b"/>
                <a:pathLst>
                  <a:path w="2236" h="122" extrusionOk="0">
                    <a:moveTo>
                      <a:pt x="56" y="1"/>
                    </a:moveTo>
                    <a:cubicBezTo>
                      <a:pt x="19" y="1"/>
                      <a:pt x="0" y="28"/>
                      <a:pt x="0" y="56"/>
                    </a:cubicBezTo>
                    <a:cubicBezTo>
                      <a:pt x="0" y="93"/>
                      <a:pt x="19" y="121"/>
                      <a:pt x="56" y="121"/>
                    </a:cubicBezTo>
                    <a:lnTo>
                      <a:pt x="2180" y="121"/>
                    </a:lnTo>
                    <a:cubicBezTo>
                      <a:pt x="2208" y="121"/>
                      <a:pt x="2236" y="93"/>
                      <a:pt x="2236" y="56"/>
                    </a:cubicBezTo>
                    <a:cubicBezTo>
                      <a:pt x="2236" y="28"/>
                      <a:pt x="2208" y="1"/>
                      <a:pt x="2180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401" name="Google Shape;401;p19"/>
            <p:cNvGrpSpPr/>
            <p:nvPr/>
          </p:nvGrpSpPr>
          <p:grpSpPr>
            <a:xfrm>
              <a:off x="3657353" y="1571295"/>
              <a:ext cx="1466651" cy="1625718"/>
              <a:chOff x="6964178" y="2817557"/>
              <a:chExt cx="1466651" cy="1625718"/>
            </a:xfrm>
          </p:grpSpPr>
          <p:sp>
            <p:nvSpPr>
              <p:cNvPr id="402" name="Google Shape;402;p19"/>
              <p:cNvSpPr/>
              <p:nvPr/>
            </p:nvSpPr>
            <p:spPr>
              <a:xfrm>
                <a:off x="8050212" y="2817557"/>
                <a:ext cx="149334" cy="149334"/>
              </a:xfrm>
              <a:custGeom>
                <a:avLst/>
                <a:gdLst/>
                <a:ahLst/>
                <a:cxnLst/>
                <a:rect l="l" t="t" r="r" b="b"/>
                <a:pathLst>
                  <a:path w="1875" h="1875" extrusionOk="0">
                    <a:moveTo>
                      <a:pt x="938" y="177"/>
                    </a:moveTo>
                    <a:lnTo>
                      <a:pt x="1198" y="650"/>
                    </a:lnTo>
                    <a:cubicBezTo>
                      <a:pt x="1207" y="659"/>
                      <a:pt x="1216" y="668"/>
                      <a:pt x="1225" y="678"/>
                    </a:cubicBezTo>
                    <a:lnTo>
                      <a:pt x="1699" y="937"/>
                    </a:lnTo>
                    <a:lnTo>
                      <a:pt x="1225" y="1197"/>
                    </a:lnTo>
                    <a:cubicBezTo>
                      <a:pt x="1216" y="1197"/>
                      <a:pt x="1207" y="1206"/>
                      <a:pt x="1198" y="1216"/>
                    </a:cubicBezTo>
                    <a:lnTo>
                      <a:pt x="938" y="1689"/>
                    </a:lnTo>
                    <a:lnTo>
                      <a:pt x="678" y="1216"/>
                    </a:lnTo>
                    <a:cubicBezTo>
                      <a:pt x="678" y="1206"/>
                      <a:pt x="669" y="1197"/>
                      <a:pt x="660" y="1197"/>
                    </a:cubicBezTo>
                    <a:lnTo>
                      <a:pt x="186" y="928"/>
                    </a:lnTo>
                    <a:lnTo>
                      <a:pt x="660" y="678"/>
                    </a:lnTo>
                    <a:cubicBezTo>
                      <a:pt x="669" y="668"/>
                      <a:pt x="678" y="659"/>
                      <a:pt x="678" y="650"/>
                    </a:cubicBezTo>
                    <a:lnTo>
                      <a:pt x="938" y="177"/>
                    </a:lnTo>
                    <a:close/>
                    <a:moveTo>
                      <a:pt x="938" y="0"/>
                    </a:moveTo>
                    <a:cubicBezTo>
                      <a:pt x="919" y="0"/>
                      <a:pt x="901" y="10"/>
                      <a:pt x="891" y="28"/>
                    </a:cubicBezTo>
                    <a:lnTo>
                      <a:pt x="585" y="585"/>
                    </a:lnTo>
                    <a:lnTo>
                      <a:pt x="29" y="882"/>
                    </a:lnTo>
                    <a:cubicBezTo>
                      <a:pt x="10" y="891"/>
                      <a:pt x="1" y="910"/>
                      <a:pt x="1" y="928"/>
                    </a:cubicBezTo>
                    <a:cubicBezTo>
                      <a:pt x="1" y="956"/>
                      <a:pt x="10" y="974"/>
                      <a:pt x="29" y="984"/>
                    </a:cubicBezTo>
                    <a:lnTo>
                      <a:pt x="585" y="1290"/>
                    </a:lnTo>
                    <a:lnTo>
                      <a:pt x="882" y="1837"/>
                    </a:lnTo>
                    <a:cubicBezTo>
                      <a:pt x="901" y="1856"/>
                      <a:pt x="919" y="1874"/>
                      <a:pt x="938" y="1874"/>
                    </a:cubicBezTo>
                    <a:cubicBezTo>
                      <a:pt x="956" y="1874"/>
                      <a:pt x="975" y="1856"/>
                      <a:pt x="984" y="1837"/>
                    </a:cubicBezTo>
                    <a:lnTo>
                      <a:pt x="1290" y="1290"/>
                    </a:lnTo>
                    <a:lnTo>
                      <a:pt x="1847" y="984"/>
                    </a:lnTo>
                    <a:cubicBezTo>
                      <a:pt x="1866" y="974"/>
                      <a:pt x="1875" y="956"/>
                      <a:pt x="1875" y="937"/>
                    </a:cubicBezTo>
                    <a:cubicBezTo>
                      <a:pt x="1875" y="919"/>
                      <a:pt x="1866" y="900"/>
                      <a:pt x="1847" y="882"/>
                    </a:cubicBezTo>
                    <a:lnTo>
                      <a:pt x="1290" y="585"/>
                    </a:lnTo>
                    <a:lnTo>
                      <a:pt x="994" y="28"/>
                    </a:lnTo>
                    <a:cubicBezTo>
                      <a:pt x="984" y="10"/>
                      <a:pt x="966" y="0"/>
                      <a:pt x="93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3" name="Google Shape;403;p19"/>
              <p:cNvSpPr/>
              <p:nvPr/>
            </p:nvSpPr>
            <p:spPr>
              <a:xfrm>
                <a:off x="8311760" y="3539546"/>
                <a:ext cx="9000" cy="60689"/>
              </a:xfrm>
              <a:custGeom>
                <a:avLst/>
                <a:gdLst/>
                <a:ahLst/>
                <a:cxnLst/>
                <a:rect l="l" t="t" r="r" b="b"/>
                <a:pathLst>
                  <a:path w="113" h="762" extrusionOk="0">
                    <a:moveTo>
                      <a:pt x="57" y="1"/>
                    </a:moveTo>
                    <a:cubicBezTo>
                      <a:pt x="20" y="1"/>
                      <a:pt x="1" y="29"/>
                      <a:pt x="1" y="56"/>
                    </a:cubicBezTo>
                    <a:lnTo>
                      <a:pt x="1" y="706"/>
                    </a:lnTo>
                    <a:cubicBezTo>
                      <a:pt x="1" y="734"/>
                      <a:pt x="20" y="761"/>
                      <a:pt x="57" y="761"/>
                    </a:cubicBezTo>
                    <a:cubicBezTo>
                      <a:pt x="84" y="761"/>
                      <a:pt x="112" y="734"/>
                      <a:pt x="112" y="706"/>
                    </a:cubicBezTo>
                    <a:lnTo>
                      <a:pt x="112" y="56"/>
                    </a:lnTo>
                    <a:cubicBezTo>
                      <a:pt x="112" y="29"/>
                      <a:pt x="84" y="1"/>
                      <a:pt x="5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4" name="Google Shape;404;p19"/>
              <p:cNvSpPr/>
              <p:nvPr/>
            </p:nvSpPr>
            <p:spPr>
              <a:xfrm>
                <a:off x="8311760" y="3671118"/>
                <a:ext cx="9000" cy="59893"/>
              </a:xfrm>
              <a:custGeom>
                <a:avLst/>
                <a:gdLst/>
                <a:ahLst/>
                <a:cxnLst/>
                <a:rect l="l" t="t" r="r" b="b"/>
                <a:pathLst>
                  <a:path w="113" h="752" extrusionOk="0">
                    <a:moveTo>
                      <a:pt x="57" y="0"/>
                    </a:moveTo>
                    <a:cubicBezTo>
                      <a:pt x="20" y="0"/>
                      <a:pt x="1" y="28"/>
                      <a:pt x="1" y="56"/>
                    </a:cubicBezTo>
                    <a:lnTo>
                      <a:pt x="1" y="696"/>
                    </a:lnTo>
                    <a:cubicBezTo>
                      <a:pt x="1" y="733"/>
                      <a:pt x="20" y="751"/>
                      <a:pt x="57" y="751"/>
                    </a:cubicBezTo>
                    <a:cubicBezTo>
                      <a:pt x="84" y="751"/>
                      <a:pt x="112" y="733"/>
                      <a:pt x="112" y="696"/>
                    </a:cubicBezTo>
                    <a:lnTo>
                      <a:pt x="112" y="56"/>
                    </a:lnTo>
                    <a:cubicBezTo>
                      <a:pt x="112" y="28"/>
                      <a:pt x="84" y="0"/>
                      <a:pt x="5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5" name="Google Shape;405;p19"/>
              <p:cNvSpPr/>
              <p:nvPr/>
            </p:nvSpPr>
            <p:spPr>
              <a:xfrm>
                <a:off x="8351662" y="3631217"/>
                <a:ext cx="60689" cy="8920"/>
              </a:xfrm>
              <a:custGeom>
                <a:avLst/>
                <a:gdLst/>
                <a:ahLst/>
                <a:cxnLst/>
                <a:rect l="l" t="t" r="r" b="b"/>
                <a:pathLst>
                  <a:path w="762" h="112" extrusionOk="0">
                    <a:moveTo>
                      <a:pt x="57" y="0"/>
                    </a:moveTo>
                    <a:cubicBezTo>
                      <a:pt x="29" y="0"/>
                      <a:pt x="1" y="19"/>
                      <a:pt x="1" y="56"/>
                    </a:cubicBezTo>
                    <a:cubicBezTo>
                      <a:pt x="1" y="84"/>
                      <a:pt x="29" y="111"/>
                      <a:pt x="57" y="111"/>
                    </a:cubicBezTo>
                    <a:lnTo>
                      <a:pt x="697" y="111"/>
                    </a:lnTo>
                    <a:cubicBezTo>
                      <a:pt x="734" y="111"/>
                      <a:pt x="762" y="84"/>
                      <a:pt x="762" y="56"/>
                    </a:cubicBezTo>
                    <a:cubicBezTo>
                      <a:pt x="762" y="19"/>
                      <a:pt x="734" y="0"/>
                      <a:pt x="69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6" name="Google Shape;406;p19"/>
              <p:cNvSpPr/>
              <p:nvPr/>
            </p:nvSpPr>
            <p:spPr>
              <a:xfrm>
                <a:off x="8220169" y="3631217"/>
                <a:ext cx="60689" cy="8920"/>
              </a:xfrm>
              <a:custGeom>
                <a:avLst/>
                <a:gdLst/>
                <a:ahLst/>
                <a:cxnLst/>
                <a:rect l="l" t="t" r="r" b="b"/>
                <a:pathLst>
                  <a:path w="762" h="112" extrusionOk="0">
                    <a:moveTo>
                      <a:pt x="66" y="0"/>
                    </a:moveTo>
                    <a:cubicBezTo>
                      <a:pt x="28" y="0"/>
                      <a:pt x="1" y="19"/>
                      <a:pt x="1" y="56"/>
                    </a:cubicBezTo>
                    <a:cubicBezTo>
                      <a:pt x="1" y="84"/>
                      <a:pt x="28" y="111"/>
                      <a:pt x="66" y="111"/>
                    </a:cubicBezTo>
                    <a:lnTo>
                      <a:pt x="706" y="111"/>
                    </a:lnTo>
                    <a:cubicBezTo>
                      <a:pt x="734" y="111"/>
                      <a:pt x="761" y="84"/>
                      <a:pt x="761" y="56"/>
                    </a:cubicBezTo>
                    <a:cubicBezTo>
                      <a:pt x="761" y="19"/>
                      <a:pt x="734" y="0"/>
                      <a:pt x="7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7" name="Google Shape;407;p19"/>
              <p:cNvSpPr/>
              <p:nvPr/>
            </p:nvSpPr>
            <p:spPr>
              <a:xfrm>
                <a:off x="8251948" y="3663711"/>
                <a:ext cx="36318" cy="36238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55" extrusionOk="0">
                    <a:moveTo>
                      <a:pt x="1" y="455"/>
                    </a:moveTo>
                    <a:lnTo>
                      <a:pt x="45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8" name="Google Shape;408;p19"/>
              <p:cNvSpPr/>
              <p:nvPr/>
            </p:nvSpPr>
            <p:spPr>
              <a:xfrm>
                <a:off x="8246771" y="3659092"/>
                <a:ext cx="46672" cy="45318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69" extrusionOk="0">
                    <a:moveTo>
                      <a:pt x="519" y="0"/>
                    </a:moveTo>
                    <a:cubicBezTo>
                      <a:pt x="504" y="0"/>
                      <a:pt x="488" y="7"/>
                      <a:pt x="474" y="21"/>
                    </a:cubicBezTo>
                    <a:lnTo>
                      <a:pt x="19" y="476"/>
                    </a:lnTo>
                    <a:cubicBezTo>
                      <a:pt x="1" y="494"/>
                      <a:pt x="1" y="531"/>
                      <a:pt x="19" y="550"/>
                    </a:cubicBezTo>
                    <a:cubicBezTo>
                      <a:pt x="38" y="568"/>
                      <a:pt x="47" y="568"/>
                      <a:pt x="66" y="568"/>
                    </a:cubicBezTo>
                    <a:cubicBezTo>
                      <a:pt x="75" y="568"/>
                      <a:pt x="93" y="568"/>
                      <a:pt x="103" y="550"/>
                    </a:cubicBezTo>
                    <a:lnTo>
                      <a:pt x="557" y="105"/>
                    </a:lnTo>
                    <a:cubicBezTo>
                      <a:pt x="585" y="77"/>
                      <a:pt x="585" y="40"/>
                      <a:pt x="557" y="21"/>
                    </a:cubicBezTo>
                    <a:cubicBezTo>
                      <a:pt x="548" y="7"/>
                      <a:pt x="534" y="0"/>
                      <a:pt x="5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09" name="Google Shape;409;p19"/>
              <p:cNvSpPr/>
              <p:nvPr/>
            </p:nvSpPr>
            <p:spPr>
              <a:xfrm>
                <a:off x="8344335" y="3571324"/>
                <a:ext cx="36238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46" extrusionOk="0">
                    <a:moveTo>
                      <a:pt x="0" y="446"/>
                    </a:moveTo>
                    <a:lnTo>
                      <a:pt x="455" y="1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0" name="Google Shape;410;p19"/>
              <p:cNvSpPr/>
              <p:nvPr/>
            </p:nvSpPr>
            <p:spPr>
              <a:xfrm>
                <a:off x="8339158" y="3566545"/>
                <a:ext cx="46592" cy="45477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71" extrusionOk="0">
                    <a:moveTo>
                      <a:pt x="521" y="0"/>
                    </a:moveTo>
                    <a:cubicBezTo>
                      <a:pt x="506" y="0"/>
                      <a:pt x="492" y="5"/>
                      <a:pt x="483" y="14"/>
                    </a:cubicBezTo>
                    <a:lnTo>
                      <a:pt x="28" y="469"/>
                    </a:lnTo>
                    <a:cubicBezTo>
                      <a:pt x="0" y="487"/>
                      <a:pt x="0" y="525"/>
                      <a:pt x="28" y="552"/>
                    </a:cubicBezTo>
                    <a:cubicBezTo>
                      <a:pt x="37" y="562"/>
                      <a:pt x="56" y="571"/>
                      <a:pt x="65" y="571"/>
                    </a:cubicBezTo>
                    <a:cubicBezTo>
                      <a:pt x="84" y="571"/>
                      <a:pt x="93" y="562"/>
                      <a:pt x="112" y="552"/>
                    </a:cubicBezTo>
                    <a:lnTo>
                      <a:pt x="566" y="98"/>
                    </a:lnTo>
                    <a:cubicBezTo>
                      <a:pt x="585" y="70"/>
                      <a:pt x="585" y="42"/>
                      <a:pt x="566" y="14"/>
                    </a:cubicBezTo>
                    <a:cubicBezTo>
                      <a:pt x="552" y="5"/>
                      <a:pt x="536" y="0"/>
                      <a:pt x="5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1" name="Google Shape;411;p19"/>
              <p:cNvSpPr/>
              <p:nvPr/>
            </p:nvSpPr>
            <p:spPr>
              <a:xfrm>
                <a:off x="8251948" y="3571324"/>
                <a:ext cx="36318" cy="35522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46" extrusionOk="0">
                    <a:moveTo>
                      <a:pt x="1" y="1"/>
                    </a:moveTo>
                    <a:lnTo>
                      <a:pt x="455" y="446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2" name="Google Shape;412;p19"/>
              <p:cNvSpPr/>
              <p:nvPr/>
            </p:nvSpPr>
            <p:spPr>
              <a:xfrm>
                <a:off x="8246771" y="3566545"/>
                <a:ext cx="46672" cy="45477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71" extrusionOk="0">
                    <a:moveTo>
                      <a:pt x="64" y="0"/>
                    </a:moveTo>
                    <a:cubicBezTo>
                      <a:pt x="49" y="0"/>
                      <a:pt x="33" y="5"/>
                      <a:pt x="19" y="14"/>
                    </a:cubicBezTo>
                    <a:cubicBezTo>
                      <a:pt x="1" y="42"/>
                      <a:pt x="1" y="70"/>
                      <a:pt x="19" y="98"/>
                    </a:cubicBezTo>
                    <a:lnTo>
                      <a:pt x="474" y="552"/>
                    </a:lnTo>
                    <a:cubicBezTo>
                      <a:pt x="483" y="562"/>
                      <a:pt x="502" y="571"/>
                      <a:pt x="520" y="571"/>
                    </a:cubicBezTo>
                    <a:cubicBezTo>
                      <a:pt x="529" y="571"/>
                      <a:pt x="548" y="562"/>
                      <a:pt x="557" y="552"/>
                    </a:cubicBezTo>
                    <a:cubicBezTo>
                      <a:pt x="585" y="525"/>
                      <a:pt x="585" y="487"/>
                      <a:pt x="557" y="469"/>
                    </a:cubicBezTo>
                    <a:lnTo>
                      <a:pt x="103" y="14"/>
                    </a:lnTo>
                    <a:cubicBezTo>
                      <a:pt x="93" y="5"/>
                      <a:pt x="79" y="0"/>
                      <a:pt x="6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3" name="Google Shape;413;p19"/>
              <p:cNvSpPr/>
              <p:nvPr/>
            </p:nvSpPr>
            <p:spPr>
              <a:xfrm>
                <a:off x="8344335" y="3663711"/>
                <a:ext cx="36238" cy="36238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55" extrusionOk="0">
                    <a:moveTo>
                      <a:pt x="0" y="0"/>
                    </a:moveTo>
                    <a:lnTo>
                      <a:pt x="455" y="4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4" name="Google Shape;414;p19"/>
              <p:cNvSpPr/>
              <p:nvPr/>
            </p:nvSpPr>
            <p:spPr>
              <a:xfrm>
                <a:off x="8339158" y="3659092"/>
                <a:ext cx="46592" cy="45318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69" extrusionOk="0">
                    <a:moveTo>
                      <a:pt x="66" y="0"/>
                    </a:moveTo>
                    <a:cubicBezTo>
                      <a:pt x="51" y="0"/>
                      <a:pt x="37" y="7"/>
                      <a:pt x="28" y="21"/>
                    </a:cubicBezTo>
                    <a:cubicBezTo>
                      <a:pt x="0" y="40"/>
                      <a:pt x="0" y="77"/>
                      <a:pt x="28" y="105"/>
                    </a:cubicBezTo>
                    <a:lnTo>
                      <a:pt x="483" y="550"/>
                    </a:lnTo>
                    <a:cubicBezTo>
                      <a:pt x="492" y="568"/>
                      <a:pt x="510" y="568"/>
                      <a:pt x="520" y="568"/>
                    </a:cubicBezTo>
                    <a:cubicBezTo>
                      <a:pt x="538" y="568"/>
                      <a:pt x="548" y="568"/>
                      <a:pt x="566" y="550"/>
                    </a:cubicBezTo>
                    <a:cubicBezTo>
                      <a:pt x="585" y="531"/>
                      <a:pt x="585" y="494"/>
                      <a:pt x="566" y="476"/>
                    </a:cubicBezTo>
                    <a:lnTo>
                      <a:pt x="112" y="21"/>
                    </a:lnTo>
                    <a:cubicBezTo>
                      <a:pt x="98" y="7"/>
                      <a:pt x="81" y="0"/>
                      <a:pt x="6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5" name="Google Shape;415;p19"/>
              <p:cNvSpPr/>
              <p:nvPr/>
            </p:nvSpPr>
            <p:spPr>
              <a:xfrm>
                <a:off x="8376830" y="3208544"/>
                <a:ext cx="53999" cy="5479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88" extrusionOk="0">
                    <a:moveTo>
                      <a:pt x="334" y="121"/>
                    </a:moveTo>
                    <a:cubicBezTo>
                      <a:pt x="464" y="121"/>
                      <a:pt x="566" y="223"/>
                      <a:pt x="566" y="344"/>
                    </a:cubicBezTo>
                    <a:cubicBezTo>
                      <a:pt x="566" y="474"/>
                      <a:pt x="464" y="567"/>
                      <a:pt x="334" y="567"/>
                    </a:cubicBezTo>
                    <a:cubicBezTo>
                      <a:pt x="214" y="567"/>
                      <a:pt x="112" y="474"/>
                      <a:pt x="112" y="344"/>
                    </a:cubicBezTo>
                    <a:cubicBezTo>
                      <a:pt x="112" y="223"/>
                      <a:pt x="214" y="121"/>
                      <a:pt x="334" y="121"/>
                    </a:cubicBezTo>
                    <a:close/>
                    <a:moveTo>
                      <a:pt x="334" y="1"/>
                    </a:moveTo>
                    <a:cubicBezTo>
                      <a:pt x="149" y="1"/>
                      <a:pt x="0" y="159"/>
                      <a:pt x="0" y="344"/>
                    </a:cubicBezTo>
                    <a:cubicBezTo>
                      <a:pt x="0" y="530"/>
                      <a:pt x="149" y="687"/>
                      <a:pt x="334" y="687"/>
                    </a:cubicBezTo>
                    <a:cubicBezTo>
                      <a:pt x="529" y="687"/>
                      <a:pt x="678" y="530"/>
                      <a:pt x="678" y="344"/>
                    </a:cubicBezTo>
                    <a:cubicBezTo>
                      <a:pt x="678" y="159"/>
                      <a:pt x="529" y="1"/>
                      <a:pt x="334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6" name="Google Shape;416;p19"/>
              <p:cNvSpPr/>
              <p:nvPr/>
            </p:nvSpPr>
            <p:spPr>
              <a:xfrm>
                <a:off x="7681743" y="3168650"/>
                <a:ext cx="135237" cy="164865"/>
              </a:xfrm>
              <a:custGeom>
                <a:avLst/>
                <a:gdLst/>
                <a:ahLst/>
                <a:cxnLst/>
                <a:rect l="l" t="t" r="r" b="b"/>
                <a:pathLst>
                  <a:path w="1698" h="2070" extrusionOk="0">
                    <a:moveTo>
                      <a:pt x="1642" y="1"/>
                    </a:moveTo>
                    <a:cubicBezTo>
                      <a:pt x="659" y="168"/>
                      <a:pt x="0" y="1095"/>
                      <a:pt x="167" y="2069"/>
                    </a:cubicBezTo>
                    <a:lnTo>
                      <a:pt x="167" y="2069"/>
                    </a:lnTo>
                    <a:lnTo>
                      <a:pt x="510" y="2014"/>
                    </a:lnTo>
                    <a:cubicBezTo>
                      <a:pt x="501" y="1930"/>
                      <a:pt x="492" y="1847"/>
                      <a:pt x="492" y="1772"/>
                    </a:cubicBezTo>
                    <a:cubicBezTo>
                      <a:pt x="492" y="1049"/>
                      <a:pt x="1011" y="455"/>
                      <a:pt x="1698" y="335"/>
                    </a:cubicBezTo>
                    <a:lnTo>
                      <a:pt x="16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7" name="Google Shape;417;p19"/>
              <p:cNvSpPr/>
              <p:nvPr/>
            </p:nvSpPr>
            <p:spPr>
              <a:xfrm>
                <a:off x="7684690" y="3164031"/>
                <a:ext cx="136750" cy="173865"/>
              </a:xfrm>
              <a:custGeom>
                <a:avLst/>
                <a:gdLst/>
                <a:ahLst/>
                <a:cxnLst/>
                <a:rect l="l" t="t" r="r" b="b"/>
                <a:pathLst>
                  <a:path w="1717" h="2183" extrusionOk="0">
                    <a:moveTo>
                      <a:pt x="1559" y="114"/>
                    </a:moveTo>
                    <a:lnTo>
                      <a:pt x="1596" y="346"/>
                    </a:lnTo>
                    <a:cubicBezTo>
                      <a:pt x="900" y="495"/>
                      <a:pt x="399" y="1107"/>
                      <a:pt x="399" y="1830"/>
                    </a:cubicBezTo>
                    <a:cubicBezTo>
                      <a:pt x="399" y="1886"/>
                      <a:pt x="409" y="1951"/>
                      <a:pt x="418" y="2025"/>
                    </a:cubicBezTo>
                    <a:lnTo>
                      <a:pt x="177" y="2062"/>
                    </a:lnTo>
                    <a:cubicBezTo>
                      <a:pt x="112" y="1626"/>
                      <a:pt x="223" y="1181"/>
                      <a:pt x="483" y="819"/>
                    </a:cubicBezTo>
                    <a:cubicBezTo>
                      <a:pt x="742" y="448"/>
                      <a:pt x="1123" y="207"/>
                      <a:pt x="1559" y="114"/>
                    </a:cubicBezTo>
                    <a:close/>
                    <a:moveTo>
                      <a:pt x="1610" y="1"/>
                    </a:moveTo>
                    <a:cubicBezTo>
                      <a:pt x="1605" y="1"/>
                      <a:pt x="1601" y="1"/>
                      <a:pt x="1596" y="3"/>
                    </a:cubicBezTo>
                    <a:cubicBezTo>
                      <a:pt x="1104" y="86"/>
                      <a:pt x="678" y="355"/>
                      <a:pt x="390" y="754"/>
                    </a:cubicBezTo>
                    <a:cubicBezTo>
                      <a:pt x="112" y="1163"/>
                      <a:pt x="0" y="1645"/>
                      <a:pt x="75" y="2137"/>
                    </a:cubicBezTo>
                    <a:cubicBezTo>
                      <a:pt x="84" y="2164"/>
                      <a:pt x="102" y="2183"/>
                      <a:pt x="130" y="2183"/>
                    </a:cubicBezTo>
                    <a:cubicBezTo>
                      <a:pt x="130" y="2183"/>
                      <a:pt x="139" y="2183"/>
                      <a:pt x="139" y="2174"/>
                    </a:cubicBezTo>
                    <a:lnTo>
                      <a:pt x="483" y="2118"/>
                    </a:lnTo>
                    <a:cubicBezTo>
                      <a:pt x="511" y="2109"/>
                      <a:pt x="529" y="2090"/>
                      <a:pt x="529" y="2053"/>
                    </a:cubicBezTo>
                    <a:cubicBezTo>
                      <a:pt x="511" y="1970"/>
                      <a:pt x="511" y="1895"/>
                      <a:pt x="511" y="1821"/>
                    </a:cubicBezTo>
                    <a:cubicBezTo>
                      <a:pt x="511" y="1144"/>
                      <a:pt x="993" y="560"/>
                      <a:pt x="1670" y="439"/>
                    </a:cubicBezTo>
                    <a:cubicBezTo>
                      <a:pt x="1698" y="439"/>
                      <a:pt x="1717" y="411"/>
                      <a:pt x="1707" y="383"/>
                    </a:cubicBezTo>
                    <a:lnTo>
                      <a:pt x="1652" y="49"/>
                    </a:lnTo>
                    <a:cubicBezTo>
                      <a:pt x="1652" y="19"/>
                      <a:pt x="1632" y="1"/>
                      <a:pt x="161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8" name="Google Shape;418;p19"/>
              <p:cNvSpPr/>
              <p:nvPr/>
            </p:nvSpPr>
            <p:spPr>
              <a:xfrm>
                <a:off x="7695044" y="3328974"/>
                <a:ext cx="164786" cy="123290"/>
              </a:xfrm>
              <a:custGeom>
                <a:avLst/>
                <a:gdLst/>
                <a:ahLst/>
                <a:cxnLst/>
                <a:rect l="l" t="t" r="r" b="b"/>
                <a:pathLst>
                  <a:path w="2069" h="1548" extrusionOk="0">
                    <a:moveTo>
                      <a:pt x="343" y="1"/>
                    </a:moveTo>
                    <a:lnTo>
                      <a:pt x="0" y="56"/>
                    </a:lnTo>
                    <a:cubicBezTo>
                      <a:pt x="150" y="929"/>
                      <a:pt x="909" y="1548"/>
                      <a:pt x="1766" y="1548"/>
                    </a:cubicBezTo>
                    <a:cubicBezTo>
                      <a:pt x="1866" y="1548"/>
                      <a:pt x="1967" y="1539"/>
                      <a:pt x="2069" y="1522"/>
                    </a:cubicBezTo>
                    <a:lnTo>
                      <a:pt x="2013" y="1197"/>
                    </a:lnTo>
                    <a:cubicBezTo>
                      <a:pt x="1939" y="1207"/>
                      <a:pt x="1865" y="1216"/>
                      <a:pt x="1781" y="1216"/>
                    </a:cubicBezTo>
                    <a:cubicBezTo>
                      <a:pt x="1058" y="1216"/>
                      <a:pt x="464" y="687"/>
                      <a:pt x="34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19" name="Google Shape;419;p19"/>
              <p:cNvSpPr/>
              <p:nvPr/>
            </p:nvSpPr>
            <p:spPr>
              <a:xfrm>
                <a:off x="7690583" y="3324594"/>
                <a:ext cx="173706" cy="132290"/>
              </a:xfrm>
              <a:custGeom>
                <a:avLst/>
                <a:gdLst/>
                <a:ahLst/>
                <a:cxnLst/>
                <a:rect l="l" t="t" r="r" b="b"/>
                <a:pathLst>
                  <a:path w="2181" h="1661" extrusionOk="0">
                    <a:moveTo>
                      <a:pt x="362" y="111"/>
                    </a:moveTo>
                    <a:cubicBezTo>
                      <a:pt x="501" y="816"/>
                      <a:pt x="1114" y="1327"/>
                      <a:pt x="1837" y="1327"/>
                    </a:cubicBezTo>
                    <a:cubicBezTo>
                      <a:pt x="1902" y="1327"/>
                      <a:pt x="1958" y="1317"/>
                      <a:pt x="2032" y="1308"/>
                    </a:cubicBezTo>
                    <a:lnTo>
                      <a:pt x="2069" y="1540"/>
                    </a:lnTo>
                    <a:cubicBezTo>
                      <a:pt x="1991" y="1550"/>
                      <a:pt x="1912" y="1555"/>
                      <a:pt x="1835" y="1555"/>
                    </a:cubicBezTo>
                    <a:cubicBezTo>
                      <a:pt x="1472" y="1555"/>
                      <a:pt x="1122" y="1448"/>
                      <a:pt x="817" y="1234"/>
                    </a:cubicBezTo>
                    <a:cubicBezTo>
                      <a:pt x="455" y="974"/>
                      <a:pt x="205" y="594"/>
                      <a:pt x="121" y="158"/>
                    </a:cubicBezTo>
                    <a:lnTo>
                      <a:pt x="362" y="111"/>
                    </a:lnTo>
                    <a:close/>
                    <a:moveTo>
                      <a:pt x="390" y="0"/>
                    </a:moveTo>
                    <a:lnTo>
                      <a:pt x="47" y="56"/>
                    </a:lnTo>
                    <a:cubicBezTo>
                      <a:pt x="38" y="65"/>
                      <a:pt x="19" y="65"/>
                      <a:pt x="10" y="84"/>
                    </a:cubicBezTo>
                    <a:cubicBezTo>
                      <a:pt x="10" y="93"/>
                      <a:pt x="1" y="102"/>
                      <a:pt x="1" y="121"/>
                    </a:cubicBezTo>
                    <a:cubicBezTo>
                      <a:pt x="84" y="603"/>
                      <a:pt x="353" y="1030"/>
                      <a:pt x="761" y="1317"/>
                    </a:cubicBezTo>
                    <a:cubicBezTo>
                      <a:pt x="1077" y="1540"/>
                      <a:pt x="1438" y="1661"/>
                      <a:pt x="1828" y="1661"/>
                    </a:cubicBezTo>
                    <a:cubicBezTo>
                      <a:pt x="1930" y="1661"/>
                      <a:pt x="2032" y="1651"/>
                      <a:pt x="2134" y="1633"/>
                    </a:cubicBezTo>
                    <a:cubicBezTo>
                      <a:pt x="2162" y="1633"/>
                      <a:pt x="2181" y="1605"/>
                      <a:pt x="2181" y="1577"/>
                    </a:cubicBezTo>
                    <a:lnTo>
                      <a:pt x="2125" y="1243"/>
                    </a:lnTo>
                    <a:cubicBezTo>
                      <a:pt x="2116" y="1215"/>
                      <a:pt x="2088" y="1197"/>
                      <a:pt x="2060" y="1197"/>
                    </a:cubicBezTo>
                    <a:cubicBezTo>
                      <a:pt x="1986" y="1215"/>
                      <a:pt x="1912" y="1215"/>
                      <a:pt x="1837" y="1215"/>
                    </a:cubicBezTo>
                    <a:cubicBezTo>
                      <a:pt x="1151" y="1215"/>
                      <a:pt x="566" y="724"/>
                      <a:pt x="455" y="46"/>
                    </a:cubicBezTo>
                    <a:cubicBezTo>
                      <a:pt x="455" y="28"/>
                      <a:pt x="446" y="19"/>
                      <a:pt x="437" y="9"/>
                    </a:cubicBezTo>
                    <a:cubicBezTo>
                      <a:pt x="418" y="0"/>
                      <a:pt x="409" y="0"/>
                      <a:pt x="39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0" name="Google Shape;420;p19"/>
              <p:cNvSpPr/>
              <p:nvPr/>
            </p:nvSpPr>
            <p:spPr>
              <a:xfrm>
                <a:off x="7812519" y="3166580"/>
                <a:ext cx="167016" cy="283695"/>
              </a:xfrm>
              <a:custGeom>
                <a:avLst/>
                <a:gdLst/>
                <a:ahLst/>
                <a:cxnLst/>
                <a:rect l="l" t="t" r="r" b="b"/>
                <a:pathLst>
                  <a:path w="2097" h="3562" extrusionOk="0">
                    <a:moveTo>
                      <a:pt x="303" y="1"/>
                    </a:moveTo>
                    <a:cubicBezTo>
                      <a:pt x="203" y="1"/>
                      <a:pt x="102" y="9"/>
                      <a:pt x="0" y="27"/>
                    </a:cubicBezTo>
                    <a:lnTo>
                      <a:pt x="56" y="361"/>
                    </a:lnTo>
                    <a:cubicBezTo>
                      <a:pt x="139" y="342"/>
                      <a:pt x="223" y="333"/>
                      <a:pt x="306" y="333"/>
                    </a:cubicBezTo>
                    <a:cubicBezTo>
                      <a:pt x="1113" y="333"/>
                      <a:pt x="1772" y="991"/>
                      <a:pt x="1772" y="1798"/>
                    </a:cubicBezTo>
                    <a:cubicBezTo>
                      <a:pt x="1772" y="2522"/>
                      <a:pt x="1234" y="3125"/>
                      <a:pt x="538" y="3236"/>
                    </a:cubicBezTo>
                    <a:lnTo>
                      <a:pt x="594" y="3561"/>
                    </a:lnTo>
                    <a:cubicBezTo>
                      <a:pt x="1327" y="3440"/>
                      <a:pt x="1883" y="2884"/>
                      <a:pt x="2041" y="2207"/>
                    </a:cubicBezTo>
                    <a:cubicBezTo>
                      <a:pt x="2069" y="2095"/>
                      <a:pt x="2087" y="1975"/>
                      <a:pt x="2087" y="1854"/>
                    </a:cubicBezTo>
                    <a:cubicBezTo>
                      <a:pt x="2097" y="1743"/>
                      <a:pt x="2087" y="1613"/>
                      <a:pt x="2069" y="1492"/>
                    </a:cubicBezTo>
                    <a:cubicBezTo>
                      <a:pt x="1919" y="620"/>
                      <a:pt x="1160" y="1"/>
                      <a:pt x="30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1" name="Google Shape;421;p19"/>
              <p:cNvSpPr/>
              <p:nvPr/>
            </p:nvSpPr>
            <p:spPr>
              <a:xfrm>
                <a:off x="7807342" y="3162199"/>
                <a:ext cx="176653" cy="293173"/>
              </a:xfrm>
              <a:custGeom>
                <a:avLst/>
                <a:gdLst/>
                <a:ahLst/>
                <a:cxnLst/>
                <a:rect l="l" t="t" r="r" b="b"/>
                <a:pathLst>
                  <a:path w="2218" h="3681" extrusionOk="0">
                    <a:moveTo>
                      <a:pt x="360" y="102"/>
                    </a:moveTo>
                    <a:cubicBezTo>
                      <a:pt x="1194" y="102"/>
                      <a:pt x="1934" y="709"/>
                      <a:pt x="2078" y="1557"/>
                    </a:cubicBezTo>
                    <a:cubicBezTo>
                      <a:pt x="2097" y="1677"/>
                      <a:pt x="2106" y="1789"/>
                      <a:pt x="2106" y="1909"/>
                    </a:cubicBezTo>
                    <a:cubicBezTo>
                      <a:pt x="2097" y="2020"/>
                      <a:pt x="2088" y="2141"/>
                      <a:pt x="2060" y="2252"/>
                    </a:cubicBezTo>
                    <a:cubicBezTo>
                      <a:pt x="1902" y="2920"/>
                      <a:pt x="1373" y="3421"/>
                      <a:pt x="705" y="3560"/>
                    </a:cubicBezTo>
                    <a:lnTo>
                      <a:pt x="668" y="3328"/>
                    </a:lnTo>
                    <a:cubicBezTo>
                      <a:pt x="1373" y="3189"/>
                      <a:pt x="1883" y="2577"/>
                      <a:pt x="1893" y="1853"/>
                    </a:cubicBezTo>
                    <a:cubicBezTo>
                      <a:pt x="1893" y="1019"/>
                      <a:pt x="1206" y="332"/>
                      <a:pt x="371" y="332"/>
                    </a:cubicBezTo>
                    <a:cubicBezTo>
                      <a:pt x="306" y="332"/>
                      <a:pt x="232" y="341"/>
                      <a:pt x="158" y="351"/>
                    </a:cubicBezTo>
                    <a:lnTo>
                      <a:pt x="121" y="119"/>
                    </a:lnTo>
                    <a:cubicBezTo>
                      <a:pt x="201" y="107"/>
                      <a:pt x="281" y="102"/>
                      <a:pt x="360" y="102"/>
                    </a:cubicBezTo>
                    <a:close/>
                    <a:moveTo>
                      <a:pt x="361" y="1"/>
                    </a:moveTo>
                    <a:cubicBezTo>
                      <a:pt x="260" y="1"/>
                      <a:pt x="158" y="9"/>
                      <a:pt x="56" y="26"/>
                    </a:cubicBezTo>
                    <a:lnTo>
                      <a:pt x="0" y="35"/>
                    </a:lnTo>
                    <a:lnTo>
                      <a:pt x="74" y="471"/>
                    </a:lnTo>
                    <a:lnTo>
                      <a:pt x="130" y="462"/>
                    </a:lnTo>
                    <a:cubicBezTo>
                      <a:pt x="214" y="453"/>
                      <a:pt x="297" y="443"/>
                      <a:pt x="371" y="443"/>
                    </a:cubicBezTo>
                    <a:cubicBezTo>
                      <a:pt x="1151" y="443"/>
                      <a:pt x="1781" y="1074"/>
                      <a:pt x="1781" y="1853"/>
                    </a:cubicBezTo>
                    <a:cubicBezTo>
                      <a:pt x="1781" y="2549"/>
                      <a:pt x="1280" y="3134"/>
                      <a:pt x="594" y="3236"/>
                    </a:cubicBezTo>
                    <a:lnTo>
                      <a:pt x="548" y="3245"/>
                    </a:lnTo>
                    <a:lnTo>
                      <a:pt x="622" y="3681"/>
                    </a:lnTo>
                    <a:lnTo>
                      <a:pt x="668" y="3672"/>
                    </a:lnTo>
                    <a:cubicBezTo>
                      <a:pt x="1401" y="3551"/>
                      <a:pt x="1985" y="3004"/>
                      <a:pt x="2162" y="2280"/>
                    </a:cubicBezTo>
                    <a:cubicBezTo>
                      <a:pt x="2190" y="2160"/>
                      <a:pt x="2208" y="2039"/>
                      <a:pt x="2208" y="1918"/>
                    </a:cubicBezTo>
                    <a:cubicBezTo>
                      <a:pt x="2217" y="1789"/>
                      <a:pt x="2208" y="1668"/>
                      <a:pt x="2180" y="1538"/>
                    </a:cubicBezTo>
                    <a:cubicBezTo>
                      <a:pt x="2030" y="638"/>
                      <a:pt x="1245" y="1"/>
                      <a:pt x="3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2" name="Google Shape;422;p19"/>
              <p:cNvSpPr/>
              <p:nvPr/>
            </p:nvSpPr>
            <p:spPr>
              <a:xfrm>
                <a:off x="7540613" y="3210065"/>
                <a:ext cx="103538" cy="455888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5724" extrusionOk="0">
                    <a:moveTo>
                      <a:pt x="0" y="0"/>
                    </a:moveTo>
                    <a:lnTo>
                      <a:pt x="0" y="5724"/>
                    </a:lnTo>
                    <a:lnTo>
                      <a:pt x="1299" y="5724"/>
                    </a:lnTo>
                    <a:lnTo>
                      <a:pt x="129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3" name="Google Shape;423;p19"/>
              <p:cNvSpPr/>
              <p:nvPr/>
            </p:nvSpPr>
            <p:spPr>
              <a:xfrm>
                <a:off x="7536153" y="3205605"/>
                <a:ext cx="112379" cy="464808"/>
              </a:xfrm>
              <a:custGeom>
                <a:avLst/>
                <a:gdLst/>
                <a:ahLst/>
                <a:cxnLst/>
                <a:rect l="l" t="t" r="r" b="b"/>
                <a:pathLst>
                  <a:path w="1411" h="5836" extrusionOk="0">
                    <a:moveTo>
                      <a:pt x="1299" y="103"/>
                    </a:moveTo>
                    <a:lnTo>
                      <a:pt x="1299" y="5733"/>
                    </a:lnTo>
                    <a:lnTo>
                      <a:pt x="112" y="5733"/>
                    </a:lnTo>
                    <a:lnTo>
                      <a:pt x="112" y="103"/>
                    </a:lnTo>
                    <a:close/>
                    <a:moveTo>
                      <a:pt x="56" y="0"/>
                    </a:moveTo>
                    <a:cubicBezTo>
                      <a:pt x="29" y="0"/>
                      <a:pt x="1" y="28"/>
                      <a:pt x="1" y="56"/>
                    </a:cubicBezTo>
                    <a:lnTo>
                      <a:pt x="1" y="5780"/>
                    </a:lnTo>
                    <a:cubicBezTo>
                      <a:pt x="1" y="5817"/>
                      <a:pt x="29" y="5835"/>
                      <a:pt x="56" y="5835"/>
                    </a:cubicBezTo>
                    <a:lnTo>
                      <a:pt x="1355" y="5835"/>
                    </a:lnTo>
                    <a:cubicBezTo>
                      <a:pt x="1383" y="5835"/>
                      <a:pt x="1411" y="5817"/>
                      <a:pt x="1411" y="5780"/>
                    </a:cubicBezTo>
                    <a:lnTo>
                      <a:pt x="1411" y="56"/>
                    </a:lnTo>
                    <a:cubicBezTo>
                      <a:pt x="1411" y="28"/>
                      <a:pt x="1383" y="0"/>
                      <a:pt x="13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4" name="Google Shape;424;p19"/>
              <p:cNvSpPr/>
              <p:nvPr/>
            </p:nvSpPr>
            <p:spPr>
              <a:xfrm>
                <a:off x="7688353" y="3377000"/>
                <a:ext cx="102822" cy="288952"/>
              </a:xfrm>
              <a:custGeom>
                <a:avLst/>
                <a:gdLst/>
                <a:ahLst/>
                <a:cxnLst/>
                <a:rect l="l" t="t" r="r" b="b"/>
                <a:pathLst>
                  <a:path w="1291" h="3628" extrusionOk="0">
                    <a:moveTo>
                      <a:pt x="1" y="1"/>
                    </a:moveTo>
                    <a:lnTo>
                      <a:pt x="1" y="3628"/>
                    </a:lnTo>
                    <a:lnTo>
                      <a:pt x="1290" y="3628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5" name="Google Shape;425;p19"/>
              <p:cNvSpPr/>
              <p:nvPr/>
            </p:nvSpPr>
            <p:spPr>
              <a:xfrm>
                <a:off x="7683973" y="3372540"/>
                <a:ext cx="111583" cy="297872"/>
              </a:xfrm>
              <a:custGeom>
                <a:avLst/>
                <a:gdLst/>
                <a:ahLst/>
                <a:cxnLst/>
                <a:rect l="l" t="t" r="r" b="b"/>
                <a:pathLst>
                  <a:path w="1401" h="3740" extrusionOk="0">
                    <a:moveTo>
                      <a:pt x="1299" y="103"/>
                    </a:moveTo>
                    <a:lnTo>
                      <a:pt x="1299" y="3637"/>
                    </a:lnTo>
                    <a:lnTo>
                      <a:pt x="111" y="3637"/>
                    </a:lnTo>
                    <a:lnTo>
                      <a:pt x="111" y="103"/>
                    </a:lnTo>
                    <a:close/>
                    <a:moveTo>
                      <a:pt x="56" y="1"/>
                    </a:moveTo>
                    <a:cubicBezTo>
                      <a:pt x="28" y="1"/>
                      <a:pt x="0" y="29"/>
                      <a:pt x="0" y="57"/>
                    </a:cubicBezTo>
                    <a:lnTo>
                      <a:pt x="0" y="3684"/>
                    </a:lnTo>
                    <a:cubicBezTo>
                      <a:pt x="0" y="3721"/>
                      <a:pt x="28" y="3739"/>
                      <a:pt x="56" y="3739"/>
                    </a:cubicBezTo>
                    <a:lnTo>
                      <a:pt x="1345" y="3739"/>
                    </a:lnTo>
                    <a:cubicBezTo>
                      <a:pt x="1373" y="3739"/>
                      <a:pt x="1401" y="3721"/>
                      <a:pt x="1401" y="3684"/>
                    </a:cubicBezTo>
                    <a:lnTo>
                      <a:pt x="1401" y="57"/>
                    </a:lnTo>
                    <a:cubicBezTo>
                      <a:pt x="1401" y="29"/>
                      <a:pt x="1373" y="1"/>
                      <a:pt x="13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6" name="Google Shape;426;p19"/>
              <p:cNvSpPr/>
              <p:nvPr/>
            </p:nvSpPr>
            <p:spPr>
              <a:xfrm>
                <a:off x="7833943" y="3502599"/>
                <a:ext cx="103459" cy="163352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2051" extrusionOk="0">
                    <a:moveTo>
                      <a:pt x="0" y="1"/>
                    </a:moveTo>
                    <a:lnTo>
                      <a:pt x="0" y="2051"/>
                    </a:lnTo>
                    <a:lnTo>
                      <a:pt x="1299" y="2051"/>
                    </a:lnTo>
                    <a:lnTo>
                      <a:pt x="129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7" name="Google Shape;427;p19"/>
              <p:cNvSpPr/>
              <p:nvPr/>
            </p:nvSpPr>
            <p:spPr>
              <a:xfrm>
                <a:off x="7829483" y="3498935"/>
                <a:ext cx="111662" cy="171476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2153" extrusionOk="0">
                    <a:moveTo>
                      <a:pt x="1299" y="102"/>
                    </a:moveTo>
                    <a:lnTo>
                      <a:pt x="1299" y="2050"/>
                    </a:lnTo>
                    <a:lnTo>
                      <a:pt x="112" y="2050"/>
                    </a:lnTo>
                    <a:lnTo>
                      <a:pt x="112" y="102"/>
                    </a:lnTo>
                    <a:close/>
                    <a:moveTo>
                      <a:pt x="56" y="0"/>
                    </a:moveTo>
                    <a:cubicBezTo>
                      <a:pt x="28" y="0"/>
                      <a:pt x="1" y="19"/>
                      <a:pt x="1" y="47"/>
                    </a:cubicBezTo>
                    <a:lnTo>
                      <a:pt x="1" y="2097"/>
                    </a:lnTo>
                    <a:cubicBezTo>
                      <a:pt x="1" y="2134"/>
                      <a:pt x="28" y="2152"/>
                      <a:pt x="56" y="2152"/>
                    </a:cubicBezTo>
                    <a:lnTo>
                      <a:pt x="1355" y="2152"/>
                    </a:lnTo>
                    <a:cubicBezTo>
                      <a:pt x="1383" y="2152"/>
                      <a:pt x="1401" y="2134"/>
                      <a:pt x="1401" y="2097"/>
                    </a:cubicBezTo>
                    <a:lnTo>
                      <a:pt x="1401" y="47"/>
                    </a:lnTo>
                    <a:cubicBezTo>
                      <a:pt x="1401" y="19"/>
                      <a:pt x="1383" y="0"/>
                      <a:pt x="135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8" name="Google Shape;428;p19"/>
              <p:cNvSpPr/>
              <p:nvPr/>
            </p:nvSpPr>
            <p:spPr>
              <a:xfrm>
                <a:off x="7531773" y="3210065"/>
                <a:ext cx="102742" cy="445534"/>
              </a:xfrm>
              <a:custGeom>
                <a:avLst/>
                <a:gdLst/>
                <a:ahLst/>
                <a:cxnLst/>
                <a:rect l="l" t="t" r="r" b="b"/>
                <a:pathLst>
                  <a:path w="1290" h="5594" extrusionOk="0">
                    <a:moveTo>
                      <a:pt x="0" y="0"/>
                    </a:moveTo>
                    <a:lnTo>
                      <a:pt x="0" y="5594"/>
                    </a:lnTo>
                    <a:lnTo>
                      <a:pt x="1290" y="5594"/>
                    </a:lnTo>
                    <a:lnTo>
                      <a:pt x="129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29" name="Google Shape;429;p19"/>
              <p:cNvSpPr/>
              <p:nvPr/>
            </p:nvSpPr>
            <p:spPr>
              <a:xfrm>
                <a:off x="7527313" y="3205605"/>
                <a:ext cx="111662" cy="454454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5706" extrusionOk="0">
                    <a:moveTo>
                      <a:pt x="1299" y="103"/>
                    </a:moveTo>
                    <a:lnTo>
                      <a:pt x="1299" y="5604"/>
                    </a:lnTo>
                    <a:lnTo>
                      <a:pt x="102" y="5604"/>
                    </a:lnTo>
                    <a:lnTo>
                      <a:pt x="102" y="103"/>
                    </a:lnTo>
                    <a:close/>
                    <a:moveTo>
                      <a:pt x="0" y="0"/>
                    </a:moveTo>
                    <a:lnTo>
                      <a:pt x="0" y="5706"/>
                    </a:lnTo>
                    <a:lnTo>
                      <a:pt x="1401" y="5706"/>
                    </a:lnTo>
                    <a:lnTo>
                      <a:pt x="14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0" name="Google Shape;430;p19"/>
              <p:cNvSpPr/>
              <p:nvPr/>
            </p:nvSpPr>
            <p:spPr>
              <a:xfrm>
                <a:off x="7678796" y="3377000"/>
                <a:ext cx="102742" cy="278598"/>
              </a:xfrm>
              <a:custGeom>
                <a:avLst/>
                <a:gdLst/>
                <a:ahLst/>
                <a:cxnLst/>
                <a:rect l="l" t="t" r="r" b="b"/>
                <a:pathLst>
                  <a:path w="1290" h="3498" extrusionOk="0">
                    <a:moveTo>
                      <a:pt x="0" y="1"/>
                    </a:moveTo>
                    <a:lnTo>
                      <a:pt x="0" y="3498"/>
                    </a:lnTo>
                    <a:lnTo>
                      <a:pt x="1290" y="3498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1" name="Google Shape;431;p19"/>
              <p:cNvSpPr/>
              <p:nvPr/>
            </p:nvSpPr>
            <p:spPr>
              <a:xfrm>
                <a:off x="7674336" y="3372540"/>
                <a:ext cx="111662" cy="287518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3610" extrusionOk="0">
                    <a:moveTo>
                      <a:pt x="1299" y="103"/>
                    </a:moveTo>
                    <a:lnTo>
                      <a:pt x="1299" y="3508"/>
                    </a:lnTo>
                    <a:lnTo>
                      <a:pt x="112" y="3508"/>
                    </a:lnTo>
                    <a:lnTo>
                      <a:pt x="112" y="103"/>
                    </a:lnTo>
                    <a:close/>
                    <a:moveTo>
                      <a:pt x="0" y="1"/>
                    </a:moveTo>
                    <a:lnTo>
                      <a:pt x="0" y="3610"/>
                    </a:lnTo>
                    <a:lnTo>
                      <a:pt x="1401" y="3610"/>
                    </a:lnTo>
                    <a:lnTo>
                      <a:pt x="14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2" name="Google Shape;432;p19"/>
              <p:cNvSpPr/>
              <p:nvPr/>
            </p:nvSpPr>
            <p:spPr>
              <a:xfrm>
                <a:off x="7824306" y="3502599"/>
                <a:ext cx="103538" cy="152998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1921" extrusionOk="0">
                    <a:moveTo>
                      <a:pt x="1" y="1"/>
                    </a:moveTo>
                    <a:lnTo>
                      <a:pt x="1" y="1921"/>
                    </a:lnTo>
                    <a:lnTo>
                      <a:pt x="1299" y="1921"/>
                    </a:lnTo>
                    <a:lnTo>
                      <a:pt x="129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3" name="Google Shape;433;p19"/>
              <p:cNvSpPr/>
              <p:nvPr/>
            </p:nvSpPr>
            <p:spPr>
              <a:xfrm>
                <a:off x="7820643" y="3498935"/>
                <a:ext cx="111662" cy="161122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2023" extrusionOk="0">
                    <a:moveTo>
                      <a:pt x="1290" y="102"/>
                    </a:moveTo>
                    <a:lnTo>
                      <a:pt x="1290" y="1921"/>
                    </a:lnTo>
                    <a:lnTo>
                      <a:pt x="102" y="1921"/>
                    </a:lnTo>
                    <a:lnTo>
                      <a:pt x="102" y="102"/>
                    </a:lnTo>
                    <a:close/>
                    <a:moveTo>
                      <a:pt x="0" y="0"/>
                    </a:moveTo>
                    <a:lnTo>
                      <a:pt x="0" y="2023"/>
                    </a:lnTo>
                    <a:lnTo>
                      <a:pt x="1401" y="2023"/>
                    </a:lnTo>
                    <a:lnTo>
                      <a:pt x="14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4" name="Google Shape;434;p19"/>
              <p:cNvSpPr/>
              <p:nvPr/>
            </p:nvSpPr>
            <p:spPr>
              <a:xfrm>
                <a:off x="7531773" y="3210065"/>
                <a:ext cx="102742" cy="445534"/>
              </a:xfrm>
              <a:custGeom>
                <a:avLst/>
                <a:gdLst/>
                <a:ahLst/>
                <a:cxnLst/>
                <a:rect l="l" t="t" r="r" b="b"/>
                <a:pathLst>
                  <a:path w="1290" h="5594" extrusionOk="0">
                    <a:moveTo>
                      <a:pt x="0" y="0"/>
                    </a:moveTo>
                    <a:lnTo>
                      <a:pt x="0" y="5594"/>
                    </a:lnTo>
                    <a:lnTo>
                      <a:pt x="1290" y="5594"/>
                    </a:lnTo>
                    <a:lnTo>
                      <a:pt x="129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5" name="Google Shape;435;p19"/>
              <p:cNvSpPr/>
              <p:nvPr/>
            </p:nvSpPr>
            <p:spPr>
              <a:xfrm>
                <a:off x="7527313" y="3205605"/>
                <a:ext cx="111662" cy="454454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5706" extrusionOk="0">
                    <a:moveTo>
                      <a:pt x="1299" y="103"/>
                    </a:moveTo>
                    <a:lnTo>
                      <a:pt x="1299" y="5604"/>
                    </a:lnTo>
                    <a:lnTo>
                      <a:pt x="102" y="5604"/>
                    </a:lnTo>
                    <a:lnTo>
                      <a:pt x="102" y="103"/>
                    </a:lnTo>
                    <a:close/>
                    <a:moveTo>
                      <a:pt x="56" y="0"/>
                    </a:moveTo>
                    <a:cubicBezTo>
                      <a:pt x="19" y="0"/>
                      <a:pt x="0" y="28"/>
                      <a:pt x="0" y="56"/>
                    </a:cubicBezTo>
                    <a:lnTo>
                      <a:pt x="0" y="5650"/>
                    </a:lnTo>
                    <a:cubicBezTo>
                      <a:pt x="0" y="5687"/>
                      <a:pt x="19" y="5706"/>
                      <a:pt x="56" y="5706"/>
                    </a:cubicBezTo>
                    <a:lnTo>
                      <a:pt x="1346" y="5706"/>
                    </a:lnTo>
                    <a:cubicBezTo>
                      <a:pt x="1373" y="5706"/>
                      <a:pt x="1401" y="5687"/>
                      <a:pt x="1401" y="5650"/>
                    </a:cubicBezTo>
                    <a:lnTo>
                      <a:pt x="1401" y="56"/>
                    </a:lnTo>
                    <a:cubicBezTo>
                      <a:pt x="1401" y="28"/>
                      <a:pt x="1373" y="0"/>
                      <a:pt x="13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6" name="Google Shape;436;p19"/>
              <p:cNvSpPr/>
              <p:nvPr/>
            </p:nvSpPr>
            <p:spPr>
              <a:xfrm>
                <a:off x="7369219" y="3129465"/>
                <a:ext cx="103459" cy="536489"/>
              </a:xfrm>
              <a:custGeom>
                <a:avLst/>
                <a:gdLst/>
                <a:ahLst/>
                <a:cxnLst/>
                <a:rect l="l" t="t" r="r" b="b"/>
                <a:pathLst>
                  <a:path w="1299" h="6736" extrusionOk="0">
                    <a:moveTo>
                      <a:pt x="0" y="1"/>
                    </a:moveTo>
                    <a:lnTo>
                      <a:pt x="0" y="6736"/>
                    </a:lnTo>
                    <a:lnTo>
                      <a:pt x="1299" y="6736"/>
                    </a:lnTo>
                    <a:lnTo>
                      <a:pt x="129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7" name="Google Shape;437;p19"/>
              <p:cNvSpPr/>
              <p:nvPr/>
            </p:nvSpPr>
            <p:spPr>
              <a:xfrm>
                <a:off x="7365475" y="3125802"/>
                <a:ext cx="110229" cy="543896"/>
              </a:xfrm>
              <a:custGeom>
                <a:avLst/>
                <a:gdLst/>
                <a:ahLst/>
                <a:cxnLst/>
                <a:rect l="l" t="t" r="r" b="b"/>
                <a:pathLst>
                  <a:path w="1384" h="6829" extrusionOk="0">
                    <a:moveTo>
                      <a:pt x="1300" y="84"/>
                    </a:moveTo>
                    <a:lnTo>
                      <a:pt x="1300" y="6745"/>
                    </a:lnTo>
                    <a:lnTo>
                      <a:pt x="84" y="6745"/>
                    </a:lnTo>
                    <a:lnTo>
                      <a:pt x="84" y="84"/>
                    </a:lnTo>
                    <a:close/>
                    <a:moveTo>
                      <a:pt x="38" y="1"/>
                    </a:moveTo>
                    <a:cubicBezTo>
                      <a:pt x="19" y="1"/>
                      <a:pt x="1" y="19"/>
                      <a:pt x="1" y="47"/>
                    </a:cubicBezTo>
                    <a:lnTo>
                      <a:pt x="1" y="6782"/>
                    </a:lnTo>
                    <a:cubicBezTo>
                      <a:pt x="1" y="6810"/>
                      <a:pt x="19" y="6828"/>
                      <a:pt x="38" y="6828"/>
                    </a:cubicBezTo>
                    <a:lnTo>
                      <a:pt x="1346" y="6828"/>
                    </a:lnTo>
                    <a:cubicBezTo>
                      <a:pt x="1364" y="6828"/>
                      <a:pt x="1383" y="6810"/>
                      <a:pt x="1383" y="6782"/>
                    </a:cubicBezTo>
                    <a:lnTo>
                      <a:pt x="1383" y="47"/>
                    </a:lnTo>
                    <a:cubicBezTo>
                      <a:pt x="1383" y="19"/>
                      <a:pt x="1364" y="1"/>
                      <a:pt x="13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8" name="Google Shape;438;p19"/>
              <p:cNvSpPr/>
              <p:nvPr/>
            </p:nvSpPr>
            <p:spPr>
              <a:xfrm>
                <a:off x="7359582" y="3130979"/>
                <a:ext cx="103538" cy="524622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6587" extrusionOk="0">
                    <a:moveTo>
                      <a:pt x="1" y="1"/>
                    </a:moveTo>
                    <a:lnTo>
                      <a:pt x="1" y="6587"/>
                    </a:lnTo>
                    <a:lnTo>
                      <a:pt x="1299" y="6587"/>
                    </a:lnTo>
                    <a:lnTo>
                      <a:pt x="129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39" name="Google Shape;439;p19"/>
              <p:cNvSpPr/>
              <p:nvPr/>
            </p:nvSpPr>
            <p:spPr>
              <a:xfrm>
                <a:off x="7355122" y="3126519"/>
                <a:ext cx="111662" cy="533542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6699" extrusionOk="0">
                    <a:moveTo>
                      <a:pt x="1300" y="103"/>
                    </a:moveTo>
                    <a:lnTo>
                      <a:pt x="1300" y="6597"/>
                    </a:lnTo>
                    <a:lnTo>
                      <a:pt x="112" y="6597"/>
                    </a:lnTo>
                    <a:lnTo>
                      <a:pt x="112" y="103"/>
                    </a:lnTo>
                    <a:close/>
                    <a:moveTo>
                      <a:pt x="1" y="1"/>
                    </a:moveTo>
                    <a:lnTo>
                      <a:pt x="1" y="6699"/>
                    </a:lnTo>
                    <a:lnTo>
                      <a:pt x="1402" y="6699"/>
                    </a:lnTo>
                    <a:lnTo>
                      <a:pt x="1402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0" name="Google Shape;440;p19"/>
              <p:cNvSpPr/>
              <p:nvPr/>
            </p:nvSpPr>
            <p:spPr>
              <a:xfrm>
                <a:off x="7678796" y="3377000"/>
                <a:ext cx="102742" cy="278598"/>
              </a:xfrm>
              <a:custGeom>
                <a:avLst/>
                <a:gdLst/>
                <a:ahLst/>
                <a:cxnLst/>
                <a:rect l="l" t="t" r="r" b="b"/>
                <a:pathLst>
                  <a:path w="1290" h="3498" extrusionOk="0">
                    <a:moveTo>
                      <a:pt x="0" y="1"/>
                    </a:moveTo>
                    <a:lnTo>
                      <a:pt x="0" y="3498"/>
                    </a:lnTo>
                    <a:lnTo>
                      <a:pt x="1290" y="3498"/>
                    </a:lnTo>
                    <a:lnTo>
                      <a:pt x="129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1" name="Google Shape;441;p19"/>
              <p:cNvSpPr/>
              <p:nvPr/>
            </p:nvSpPr>
            <p:spPr>
              <a:xfrm>
                <a:off x="7674336" y="3372540"/>
                <a:ext cx="111662" cy="287518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3610" extrusionOk="0">
                    <a:moveTo>
                      <a:pt x="1299" y="103"/>
                    </a:moveTo>
                    <a:lnTo>
                      <a:pt x="1299" y="3508"/>
                    </a:lnTo>
                    <a:lnTo>
                      <a:pt x="112" y="3508"/>
                    </a:lnTo>
                    <a:lnTo>
                      <a:pt x="112" y="103"/>
                    </a:lnTo>
                    <a:close/>
                    <a:moveTo>
                      <a:pt x="0" y="1"/>
                    </a:moveTo>
                    <a:lnTo>
                      <a:pt x="0" y="3610"/>
                    </a:lnTo>
                    <a:lnTo>
                      <a:pt x="1401" y="3610"/>
                    </a:lnTo>
                    <a:lnTo>
                      <a:pt x="140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2" name="Google Shape;442;p19"/>
              <p:cNvSpPr/>
              <p:nvPr/>
            </p:nvSpPr>
            <p:spPr>
              <a:xfrm>
                <a:off x="7824306" y="3502599"/>
                <a:ext cx="103538" cy="152998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1921" extrusionOk="0">
                    <a:moveTo>
                      <a:pt x="1" y="1"/>
                    </a:moveTo>
                    <a:lnTo>
                      <a:pt x="1" y="1921"/>
                    </a:lnTo>
                    <a:lnTo>
                      <a:pt x="1299" y="1921"/>
                    </a:lnTo>
                    <a:lnTo>
                      <a:pt x="129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3" name="Google Shape;443;p19"/>
              <p:cNvSpPr/>
              <p:nvPr/>
            </p:nvSpPr>
            <p:spPr>
              <a:xfrm>
                <a:off x="7820643" y="3498935"/>
                <a:ext cx="111662" cy="161122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2023" extrusionOk="0">
                    <a:moveTo>
                      <a:pt x="1290" y="102"/>
                    </a:moveTo>
                    <a:lnTo>
                      <a:pt x="1290" y="1921"/>
                    </a:lnTo>
                    <a:lnTo>
                      <a:pt x="102" y="1921"/>
                    </a:lnTo>
                    <a:lnTo>
                      <a:pt x="102" y="102"/>
                    </a:lnTo>
                    <a:close/>
                    <a:moveTo>
                      <a:pt x="0" y="0"/>
                    </a:moveTo>
                    <a:lnTo>
                      <a:pt x="0" y="2023"/>
                    </a:lnTo>
                    <a:lnTo>
                      <a:pt x="1401" y="2023"/>
                    </a:lnTo>
                    <a:lnTo>
                      <a:pt x="140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4" name="Google Shape;444;p19"/>
              <p:cNvSpPr/>
              <p:nvPr/>
            </p:nvSpPr>
            <p:spPr>
              <a:xfrm>
                <a:off x="7980967" y="3600163"/>
                <a:ext cx="103538" cy="66583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836" extrusionOk="0">
                    <a:moveTo>
                      <a:pt x="0" y="0"/>
                    </a:moveTo>
                    <a:lnTo>
                      <a:pt x="0" y="835"/>
                    </a:lnTo>
                    <a:lnTo>
                      <a:pt x="1299" y="835"/>
                    </a:lnTo>
                    <a:lnTo>
                      <a:pt x="1299" y="0"/>
                    </a:lnTo>
                    <a:close/>
                  </a:path>
                </a:pathLst>
              </a:custGeom>
              <a:solidFill>
                <a:srgbClr val="0100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5" name="Google Shape;445;p19"/>
              <p:cNvSpPr/>
              <p:nvPr/>
            </p:nvSpPr>
            <p:spPr>
              <a:xfrm>
                <a:off x="7976507" y="3595703"/>
                <a:ext cx="111662" cy="75424"/>
              </a:xfrm>
              <a:custGeom>
                <a:avLst/>
                <a:gdLst/>
                <a:ahLst/>
                <a:cxnLst/>
                <a:rect l="l" t="t" r="r" b="b"/>
                <a:pathLst>
                  <a:path w="1402" h="947" extrusionOk="0">
                    <a:moveTo>
                      <a:pt x="1299" y="103"/>
                    </a:moveTo>
                    <a:lnTo>
                      <a:pt x="1299" y="845"/>
                    </a:lnTo>
                    <a:lnTo>
                      <a:pt x="112" y="845"/>
                    </a:lnTo>
                    <a:lnTo>
                      <a:pt x="112" y="103"/>
                    </a:lnTo>
                    <a:close/>
                    <a:moveTo>
                      <a:pt x="56" y="1"/>
                    </a:moveTo>
                    <a:cubicBezTo>
                      <a:pt x="28" y="1"/>
                      <a:pt x="1" y="28"/>
                      <a:pt x="1" y="56"/>
                    </a:cubicBezTo>
                    <a:lnTo>
                      <a:pt x="1" y="891"/>
                    </a:lnTo>
                    <a:cubicBezTo>
                      <a:pt x="1" y="919"/>
                      <a:pt x="28" y="947"/>
                      <a:pt x="56" y="947"/>
                    </a:cubicBezTo>
                    <a:lnTo>
                      <a:pt x="1346" y="947"/>
                    </a:lnTo>
                    <a:cubicBezTo>
                      <a:pt x="1374" y="947"/>
                      <a:pt x="1401" y="919"/>
                      <a:pt x="1401" y="891"/>
                    </a:cubicBezTo>
                    <a:lnTo>
                      <a:pt x="1401" y="56"/>
                    </a:lnTo>
                    <a:cubicBezTo>
                      <a:pt x="1401" y="28"/>
                      <a:pt x="1374" y="1"/>
                      <a:pt x="13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6" name="Google Shape;446;p19"/>
              <p:cNvSpPr/>
              <p:nvPr/>
            </p:nvSpPr>
            <p:spPr>
              <a:xfrm>
                <a:off x="7971330" y="3600163"/>
                <a:ext cx="103538" cy="62123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780" extrusionOk="0">
                    <a:moveTo>
                      <a:pt x="1" y="0"/>
                    </a:moveTo>
                    <a:lnTo>
                      <a:pt x="1" y="779"/>
                    </a:lnTo>
                    <a:lnTo>
                      <a:pt x="1299" y="779"/>
                    </a:lnTo>
                    <a:lnTo>
                      <a:pt x="129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7" name="Google Shape;447;p19"/>
              <p:cNvSpPr/>
              <p:nvPr/>
            </p:nvSpPr>
            <p:spPr>
              <a:xfrm>
                <a:off x="7966949" y="3595703"/>
                <a:ext cx="111583" cy="71043"/>
              </a:xfrm>
              <a:custGeom>
                <a:avLst/>
                <a:gdLst/>
                <a:ahLst/>
                <a:cxnLst/>
                <a:rect l="l" t="t" r="r" b="b"/>
                <a:pathLst>
                  <a:path w="1401" h="892" extrusionOk="0">
                    <a:moveTo>
                      <a:pt x="1299" y="103"/>
                    </a:moveTo>
                    <a:lnTo>
                      <a:pt x="1299" y="780"/>
                    </a:lnTo>
                    <a:lnTo>
                      <a:pt x="111" y="780"/>
                    </a:lnTo>
                    <a:lnTo>
                      <a:pt x="111" y="103"/>
                    </a:lnTo>
                    <a:close/>
                    <a:moveTo>
                      <a:pt x="0" y="1"/>
                    </a:moveTo>
                    <a:lnTo>
                      <a:pt x="0" y="891"/>
                    </a:lnTo>
                    <a:lnTo>
                      <a:pt x="1401" y="891"/>
                    </a:lnTo>
                    <a:lnTo>
                      <a:pt x="1401" y="1"/>
                    </a:lnTo>
                    <a:close/>
                  </a:path>
                </a:pathLst>
              </a:custGeom>
              <a:solidFill>
                <a:srgbClr val="01004C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8" name="Google Shape;448;p19"/>
              <p:cNvSpPr/>
              <p:nvPr/>
            </p:nvSpPr>
            <p:spPr>
              <a:xfrm>
                <a:off x="7971330" y="3600163"/>
                <a:ext cx="103538" cy="62123"/>
              </a:xfrm>
              <a:custGeom>
                <a:avLst/>
                <a:gdLst/>
                <a:ahLst/>
                <a:cxnLst/>
                <a:rect l="l" t="t" r="r" b="b"/>
                <a:pathLst>
                  <a:path w="1300" h="780" extrusionOk="0">
                    <a:moveTo>
                      <a:pt x="1" y="0"/>
                    </a:moveTo>
                    <a:lnTo>
                      <a:pt x="1" y="779"/>
                    </a:lnTo>
                    <a:lnTo>
                      <a:pt x="1299" y="779"/>
                    </a:lnTo>
                    <a:lnTo>
                      <a:pt x="1299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49" name="Google Shape;449;p19"/>
              <p:cNvSpPr/>
              <p:nvPr/>
            </p:nvSpPr>
            <p:spPr>
              <a:xfrm>
                <a:off x="7966949" y="3595703"/>
                <a:ext cx="111583" cy="71043"/>
              </a:xfrm>
              <a:custGeom>
                <a:avLst/>
                <a:gdLst/>
                <a:ahLst/>
                <a:cxnLst/>
                <a:rect l="l" t="t" r="r" b="b"/>
                <a:pathLst>
                  <a:path w="1401" h="892" extrusionOk="0">
                    <a:moveTo>
                      <a:pt x="1299" y="103"/>
                    </a:moveTo>
                    <a:lnTo>
                      <a:pt x="1299" y="780"/>
                    </a:lnTo>
                    <a:lnTo>
                      <a:pt x="111" y="780"/>
                    </a:lnTo>
                    <a:lnTo>
                      <a:pt x="111" y="103"/>
                    </a:lnTo>
                    <a:close/>
                    <a:moveTo>
                      <a:pt x="56" y="1"/>
                    </a:moveTo>
                    <a:cubicBezTo>
                      <a:pt x="28" y="1"/>
                      <a:pt x="0" y="28"/>
                      <a:pt x="0" y="56"/>
                    </a:cubicBezTo>
                    <a:lnTo>
                      <a:pt x="0" y="835"/>
                    </a:lnTo>
                    <a:cubicBezTo>
                      <a:pt x="0" y="863"/>
                      <a:pt x="28" y="891"/>
                      <a:pt x="56" y="891"/>
                    </a:cubicBezTo>
                    <a:lnTo>
                      <a:pt x="1354" y="891"/>
                    </a:lnTo>
                    <a:cubicBezTo>
                      <a:pt x="1382" y="891"/>
                      <a:pt x="1401" y="863"/>
                      <a:pt x="1401" y="835"/>
                    </a:cubicBezTo>
                    <a:lnTo>
                      <a:pt x="1401" y="56"/>
                    </a:lnTo>
                    <a:cubicBezTo>
                      <a:pt x="1401" y="28"/>
                      <a:pt x="1382" y="1"/>
                      <a:pt x="13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0" name="Google Shape;450;p19"/>
              <p:cNvSpPr/>
              <p:nvPr/>
            </p:nvSpPr>
            <p:spPr>
              <a:xfrm>
                <a:off x="7003284" y="3902326"/>
                <a:ext cx="295642" cy="127193"/>
              </a:xfrm>
              <a:custGeom>
                <a:avLst/>
                <a:gdLst/>
                <a:ahLst/>
                <a:cxnLst/>
                <a:rect l="l" t="t" r="r" b="b"/>
                <a:pathLst>
                  <a:path w="3712" h="1597" extrusionOk="0">
                    <a:moveTo>
                      <a:pt x="3712" y="1596"/>
                    </a:moveTo>
                    <a:lnTo>
                      <a:pt x="1" y="1"/>
                    </a:lnTo>
                  </a:path>
                </a:pathLst>
              </a:custGeom>
              <a:solidFill>
                <a:srgbClr val="E16F1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1" name="Google Shape;451;p19"/>
              <p:cNvSpPr/>
              <p:nvPr/>
            </p:nvSpPr>
            <p:spPr>
              <a:xfrm>
                <a:off x="6998107" y="3897627"/>
                <a:ext cx="305996" cy="136273"/>
              </a:xfrm>
              <a:custGeom>
                <a:avLst/>
                <a:gdLst/>
                <a:ahLst/>
                <a:cxnLst/>
                <a:rect l="l" t="t" r="r" b="b"/>
                <a:pathLst>
                  <a:path w="3842" h="1711" extrusionOk="0">
                    <a:moveTo>
                      <a:pt x="62" y="0"/>
                    </a:moveTo>
                    <a:cubicBezTo>
                      <a:pt x="40" y="0"/>
                      <a:pt x="17" y="11"/>
                      <a:pt x="10" y="32"/>
                    </a:cubicBezTo>
                    <a:cubicBezTo>
                      <a:pt x="1" y="60"/>
                      <a:pt x="10" y="97"/>
                      <a:pt x="38" y="106"/>
                    </a:cubicBezTo>
                    <a:lnTo>
                      <a:pt x="3749" y="1702"/>
                    </a:lnTo>
                    <a:cubicBezTo>
                      <a:pt x="3758" y="1711"/>
                      <a:pt x="3767" y="1711"/>
                      <a:pt x="3777" y="1711"/>
                    </a:cubicBezTo>
                    <a:cubicBezTo>
                      <a:pt x="3795" y="1711"/>
                      <a:pt x="3814" y="1702"/>
                      <a:pt x="3823" y="1674"/>
                    </a:cubicBezTo>
                    <a:cubicBezTo>
                      <a:pt x="3842" y="1646"/>
                      <a:pt x="3823" y="1609"/>
                      <a:pt x="3795" y="1600"/>
                    </a:cubicBezTo>
                    <a:lnTo>
                      <a:pt x="84" y="4"/>
                    </a:lnTo>
                    <a:cubicBezTo>
                      <a:pt x="78" y="2"/>
                      <a:pt x="70" y="0"/>
                      <a:pt x="6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2" name="Google Shape;452;p19"/>
              <p:cNvSpPr/>
              <p:nvPr/>
            </p:nvSpPr>
            <p:spPr>
              <a:xfrm>
                <a:off x="6969355" y="3873495"/>
                <a:ext cx="48106" cy="48106"/>
              </a:xfrm>
              <a:custGeom>
                <a:avLst/>
                <a:gdLst/>
                <a:ahLst/>
                <a:cxnLst/>
                <a:rect l="l" t="t" r="r" b="b"/>
                <a:pathLst>
                  <a:path w="604" h="604" extrusionOk="0">
                    <a:moveTo>
                      <a:pt x="445" y="1"/>
                    </a:moveTo>
                    <a:lnTo>
                      <a:pt x="0" y="168"/>
                    </a:lnTo>
                    <a:lnTo>
                      <a:pt x="158" y="604"/>
                    </a:lnTo>
                    <a:lnTo>
                      <a:pt x="603" y="446"/>
                    </a:lnTo>
                    <a:lnTo>
                      <a:pt x="445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3" name="Google Shape;453;p19"/>
              <p:cNvSpPr/>
              <p:nvPr/>
            </p:nvSpPr>
            <p:spPr>
              <a:xfrm>
                <a:off x="6964178" y="3868477"/>
                <a:ext cx="58459" cy="57583"/>
              </a:xfrm>
              <a:custGeom>
                <a:avLst/>
                <a:gdLst/>
                <a:ahLst/>
                <a:cxnLst/>
                <a:rect l="l" t="t" r="r" b="b"/>
                <a:pathLst>
                  <a:path w="734" h="723" extrusionOk="0">
                    <a:moveTo>
                      <a:pt x="473" y="129"/>
                    </a:moveTo>
                    <a:lnTo>
                      <a:pt x="594" y="472"/>
                    </a:lnTo>
                    <a:lnTo>
                      <a:pt x="260" y="593"/>
                    </a:lnTo>
                    <a:lnTo>
                      <a:pt x="139" y="259"/>
                    </a:lnTo>
                    <a:lnTo>
                      <a:pt x="473" y="129"/>
                    </a:lnTo>
                    <a:close/>
                    <a:moveTo>
                      <a:pt x="517" y="1"/>
                    </a:moveTo>
                    <a:cubicBezTo>
                      <a:pt x="508" y="1"/>
                      <a:pt x="500" y="3"/>
                      <a:pt x="492" y="8"/>
                    </a:cubicBezTo>
                    <a:lnTo>
                      <a:pt x="47" y="166"/>
                    </a:lnTo>
                    <a:cubicBezTo>
                      <a:pt x="28" y="175"/>
                      <a:pt x="19" y="184"/>
                      <a:pt x="10" y="194"/>
                    </a:cubicBezTo>
                    <a:cubicBezTo>
                      <a:pt x="10" y="212"/>
                      <a:pt x="0" y="222"/>
                      <a:pt x="10" y="240"/>
                    </a:cubicBezTo>
                    <a:lnTo>
                      <a:pt x="167" y="685"/>
                    </a:lnTo>
                    <a:cubicBezTo>
                      <a:pt x="177" y="704"/>
                      <a:pt x="204" y="722"/>
                      <a:pt x="223" y="722"/>
                    </a:cubicBezTo>
                    <a:lnTo>
                      <a:pt x="241" y="722"/>
                    </a:lnTo>
                    <a:lnTo>
                      <a:pt x="687" y="555"/>
                    </a:lnTo>
                    <a:cubicBezTo>
                      <a:pt x="724" y="546"/>
                      <a:pt x="733" y="509"/>
                      <a:pt x="724" y="481"/>
                    </a:cubicBezTo>
                    <a:lnTo>
                      <a:pt x="566" y="36"/>
                    </a:lnTo>
                    <a:cubicBezTo>
                      <a:pt x="559" y="16"/>
                      <a:pt x="538" y="1"/>
                      <a:pt x="51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4" name="Google Shape;454;p19"/>
              <p:cNvSpPr/>
              <p:nvPr/>
            </p:nvSpPr>
            <p:spPr>
              <a:xfrm>
                <a:off x="7282596" y="3887114"/>
                <a:ext cx="591125" cy="551940"/>
              </a:xfrm>
              <a:custGeom>
                <a:avLst/>
                <a:gdLst/>
                <a:ahLst/>
                <a:cxnLst/>
                <a:rect l="l" t="t" r="r" b="b"/>
                <a:pathLst>
                  <a:path w="7422" h="6930" extrusionOk="0">
                    <a:moveTo>
                      <a:pt x="3722" y="1"/>
                    </a:moveTo>
                    <a:cubicBezTo>
                      <a:pt x="3544" y="1"/>
                      <a:pt x="3364" y="15"/>
                      <a:pt x="3182" y="43"/>
                    </a:cubicBezTo>
                    <a:cubicBezTo>
                      <a:pt x="1299" y="331"/>
                      <a:pt x="1" y="2093"/>
                      <a:pt x="288" y="3986"/>
                    </a:cubicBezTo>
                    <a:cubicBezTo>
                      <a:pt x="549" y="5702"/>
                      <a:pt x="2030" y="6929"/>
                      <a:pt x="3714" y="6929"/>
                    </a:cubicBezTo>
                    <a:cubicBezTo>
                      <a:pt x="3888" y="6929"/>
                      <a:pt x="4063" y="6916"/>
                      <a:pt x="4240" y="6889"/>
                    </a:cubicBezTo>
                    <a:cubicBezTo>
                      <a:pt x="6123" y="6593"/>
                      <a:pt x="7422" y="4830"/>
                      <a:pt x="7134" y="2938"/>
                    </a:cubicBezTo>
                    <a:cubicBezTo>
                      <a:pt x="6874" y="1227"/>
                      <a:pt x="5401" y="1"/>
                      <a:pt x="372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5" name="Google Shape;455;p19"/>
              <p:cNvSpPr/>
              <p:nvPr/>
            </p:nvSpPr>
            <p:spPr>
              <a:xfrm>
                <a:off x="7277420" y="3882176"/>
                <a:ext cx="589692" cy="561099"/>
              </a:xfrm>
              <a:custGeom>
                <a:avLst/>
                <a:gdLst/>
                <a:ahLst/>
                <a:cxnLst/>
                <a:rect l="l" t="t" r="r" b="b"/>
                <a:pathLst>
                  <a:path w="7404" h="7045" extrusionOk="0">
                    <a:moveTo>
                      <a:pt x="3776" y="114"/>
                    </a:moveTo>
                    <a:cubicBezTo>
                      <a:pt x="5427" y="114"/>
                      <a:pt x="6884" y="1330"/>
                      <a:pt x="7144" y="3009"/>
                    </a:cubicBezTo>
                    <a:cubicBezTo>
                      <a:pt x="7283" y="3909"/>
                      <a:pt x="7060" y="4808"/>
                      <a:pt x="6522" y="5541"/>
                    </a:cubicBezTo>
                    <a:cubicBezTo>
                      <a:pt x="5984" y="6274"/>
                      <a:pt x="5196" y="6757"/>
                      <a:pt x="4296" y="6886"/>
                    </a:cubicBezTo>
                    <a:cubicBezTo>
                      <a:pt x="4119" y="6914"/>
                      <a:pt x="3952" y="6933"/>
                      <a:pt x="3776" y="6933"/>
                    </a:cubicBezTo>
                    <a:cubicBezTo>
                      <a:pt x="2125" y="6933"/>
                      <a:pt x="669" y="5718"/>
                      <a:pt x="409" y="4038"/>
                    </a:cubicBezTo>
                    <a:cubicBezTo>
                      <a:pt x="130" y="2183"/>
                      <a:pt x="1401" y="439"/>
                      <a:pt x="3266" y="161"/>
                    </a:cubicBezTo>
                    <a:cubicBezTo>
                      <a:pt x="3433" y="133"/>
                      <a:pt x="3609" y="114"/>
                      <a:pt x="3776" y="114"/>
                    </a:cubicBezTo>
                    <a:close/>
                    <a:moveTo>
                      <a:pt x="3765" y="1"/>
                    </a:moveTo>
                    <a:cubicBezTo>
                      <a:pt x="3591" y="1"/>
                      <a:pt x="3415" y="14"/>
                      <a:pt x="3238" y="40"/>
                    </a:cubicBezTo>
                    <a:cubicBezTo>
                      <a:pt x="1327" y="337"/>
                      <a:pt x="1" y="2137"/>
                      <a:pt x="297" y="4057"/>
                    </a:cubicBezTo>
                    <a:cubicBezTo>
                      <a:pt x="566" y="5801"/>
                      <a:pt x="2069" y="7044"/>
                      <a:pt x="3776" y="7044"/>
                    </a:cubicBezTo>
                    <a:cubicBezTo>
                      <a:pt x="3952" y="7044"/>
                      <a:pt x="4129" y="7035"/>
                      <a:pt x="4314" y="7007"/>
                    </a:cubicBezTo>
                    <a:cubicBezTo>
                      <a:pt x="5242" y="6868"/>
                      <a:pt x="6058" y="6367"/>
                      <a:pt x="6615" y="5606"/>
                    </a:cubicBezTo>
                    <a:cubicBezTo>
                      <a:pt x="7171" y="4855"/>
                      <a:pt x="7403" y="3918"/>
                      <a:pt x="7255" y="2990"/>
                    </a:cubicBezTo>
                    <a:cubicBezTo>
                      <a:pt x="6985" y="1247"/>
                      <a:pt x="5478" y="1"/>
                      <a:pt x="376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6" name="Google Shape;456;p19"/>
              <p:cNvSpPr/>
              <p:nvPr/>
            </p:nvSpPr>
            <p:spPr>
              <a:xfrm>
                <a:off x="7236801" y="3869592"/>
                <a:ext cx="627364" cy="551781"/>
              </a:xfrm>
              <a:custGeom>
                <a:avLst/>
                <a:gdLst/>
                <a:ahLst/>
                <a:cxnLst/>
                <a:rect l="l" t="t" r="r" b="b"/>
                <a:pathLst>
                  <a:path w="7877" h="6928" extrusionOk="0">
                    <a:moveTo>
                      <a:pt x="3939" y="1"/>
                    </a:moveTo>
                    <a:cubicBezTo>
                      <a:pt x="2845" y="1"/>
                      <a:pt x="1768" y="518"/>
                      <a:pt x="1095" y="1488"/>
                    </a:cubicBezTo>
                    <a:cubicBezTo>
                      <a:pt x="0" y="3055"/>
                      <a:pt x="390" y="5208"/>
                      <a:pt x="1958" y="6302"/>
                    </a:cubicBezTo>
                    <a:cubicBezTo>
                      <a:pt x="2562" y="6724"/>
                      <a:pt x="3255" y="6927"/>
                      <a:pt x="3941" y="6927"/>
                    </a:cubicBezTo>
                    <a:cubicBezTo>
                      <a:pt x="5034" y="6927"/>
                      <a:pt x="6109" y="6412"/>
                      <a:pt x="6782" y="5449"/>
                    </a:cubicBezTo>
                    <a:cubicBezTo>
                      <a:pt x="7876" y="3881"/>
                      <a:pt x="7487" y="1720"/>
                      <a:pt x="5919" y="625"/>
                    </a:cubicBezTo>
                    <a:cubicBezTo>
                      <a:pt x="5315" y="203"/>
                      <a:pt x="4624" y="1"/>
                      <a:pt x="39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7" name="Google Shape;457;p19"/>
              <p:cNvSpPr/>
              <p:nvPr/>
            </p:nvSpPr>
            <p:spPr>
              <a:xfrm>
                <a:off x="7250102" y="3865769"/>
                <a:ext cx="588895" cy="561258"/>
              </a:xfrm>
              <a:custGeom>
                <a:avLst/>
                <a:gdLst/>
                <a:ahLst/>
                <a:cxnLst/>
                <a:rect l="l" t="t" r="r" b="b"/>
                <a:pathLst>
                  <a:path w="7394" h="7047" extrusionOk="0">
                    <a:moveTo>
                      <a:pt x="3778" y="113"/>
                    </a:moveTo>
                    <a:cubicBezTo>
                      <a:pt x="5427" y="113"/>
                      <a:pt x="6874" y="1322"/>
                      <a:pt x="7134" y="3001"/>
                    </a:cubicBezTo>
                    <a:cubicBezTo>
                      <a:pt x="7273" y="3901"/>
                      <a:pt x="7051" y="4801"/>
                      <a:pt x="6513" y="5534"/>
                    </a:cubicBezTo>
                    <a:cubicBezTo>
                      <a:pt x="5975" y="6267"/>
                      <a:pt x="5186" y="6749"/>
                      <a:pt x="4286" y="6888"/>
                    </a:cubicBezTo>
                    <a:cubicBezTo>
                      <a:pt x="4111" y="6916"/>
                      <a:pt x="3936" y="6929"/>
                      <a:pt x="3764" y="6929"/>
                    </a:cubicBezTo>
                    <a:cubicBezTo>
                      <a:pt x="2114" y="6929"/>
                      <a:pt x="661" y="5720"/>
                      <a:pt x="409" y="4040"/>
                    </a:cubicBezTo>
                    <a:cubicBezTo>
                      <a:pt x="121" y="2185"/>
                      <a:pt x="1401" y="441"/>
                      <a:pt x="3256" y="153"/>
                    </a:cubicBezTo>
                    <a:cubicBezTo>
                      <a:pt x="3432" y="126"/>
                      <a:pt x="3606" y="113"/>
                      <a:pt x="3778" y="113"/>
                    </a:cubicBezTo>
                    <a:close/>
                    <a:moveTo>
                      <a:pt x="3777" y="1"/>
                    </a:moveTo>
                    <a:cubicBezTo>
                      <a:pt x="3599" y="1"/>
                      <a:pt x="3419" y="14"/>
                      <a:pt x="3238" y="42"/>
                    </a:cubicBezTo>
                    <a:cubicBezTo>
                      <a:pt x="1318" y="339"/>
                      <a:pt x="0" y="2139"/>
                      <a:pt x="288" y="4059"/>
                    </a:cubicBezTo>
                    <a:cubicBezTo>
                      <a:pt x="557" y="5794"/>
                      <a:pt x="2060" y="7046"/>
                      <a:pt x="3767" y="7046"/>
                    </a:cubicBezTo>
                    <a:cubicBezTo>
                      <a:pt x="3943" y="7046"/>
                      <a:pt x="4128" y="7027"/>
                      <a:pt x="4305" y="7000"/>
                    </a:cubicBezTo>
                    <a:cubicBezTo>
                      <a:pt x="5232" y="6861"/>
                      <a:pt x="6049" y="6360"/>
                      <a:pt x="6605" y="5608"/>
                    </a:cubicBezTo>
                    <a:cubicBezTo>
                      <a:pt x="7171" y="4847"/>
                      <a:pt x="7394" y="3920"/>
                      <a:pt x="7255" y="2983"/>
                    </a:cubicBezTo>
                    <a:cubicBezTo>
                      <a:pt x="6986" y="1252"/>
                      <a:pt x="5484" y="1"/>
                      <a:pt x="37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8" name="Google Shape;458;p19"/>
              <p:cNvSpPr/>
              <p:nvPr/>
            </p:nvSpPr>
            <p:spPr>
              <a:xfrm>
                <a:off x="7643863" y="3925423"/>
                <a:ext cx="134600" cy="135078"/>
              </a:xfrm>
              <a:custGeom>
                <a:avLst/>
                <a:gdLst/>
                <a:ahLst/>
                <a:cxnLst/>
                <a:rect l="l" t="t" r="r" b="b"/>
                <a:pathLst>
                  <a:path w="1690" h="1696" extrusionOk="0">
                    <a:moveTo>
                      <a:pt x="105" y="0"/>
                    </a:moveTo>
                    <a:cubicBezTo>
                      <a:pt x="71" y="0"/>
                      <a:pt x="42" y="19"/>
                      <a:pt x="29" y="54"/>
                    </a:cubicBezTo>
                    <a:cubicBezTo>
                      <a:pt x="1" y="100"/>
                      <a:pt x="19" y="147"/>
                      <a:pt x="66" y="165"/>
                    </a:cubicBezTo>
                    <a:cubicBezTo>
                      <a:pt x="715" y="471"/>
                      <a:pt x="1225" y="991"/>
                      <a:pt x="1513" y="1649"/>
                    </a:cubicBezTo>
                    <a:cubicBezTo>
                      <a:pt x="1531" y="1677"/>
                      <a:pt x="1559" y="1696"/>
                      <a:pt x="1596" y="1696"/>
                    </a:cubicBezTo>
                    <a:cubicBezTo>
                      <a:pt x="1606" y="1696"/>
                      <a:pt x="1615" y="1696"/>
                      <a:pt x="1624" y="1687"/>
                    </a:cubicBezTo>
                    <a:cubicBezTo>
                      <a:pt x="1671" y="1668"/>
                      <a:pt x="1689" y="1622"/>
                      <a:pt x="1671" y="1575"/>
                    </a:cubicBezTo>
                    <a:cubicBezTo>
                      <a:pt x="1365" y="879"/>
                      <a:pt x="826" y="332"/>
                      <a:pt x="140" y="7"/>
                    </a:cubicBezTo>
                    <a:cubicBezTo>
                      <a:pt x="128" y="3"/>
                      <a:pt x="116" y="0"/>
                      <a:pt x="105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59" name="Google Shape;459;p19"/>
              <p:cNvSpPr/>
              <p:nvPr/>
            </p:nvSpPr>
            <p:spPr>
              <a:xfrm>
                <a:off x="7895061" y="4209673"/>
                <a:ext cx="304483" cy="38548"/>
              </a:xfrm>
              <a:custGeom>
                <a:avLst/>
                <a:gdLst/>
                <a:ahLst/>
                <a:cxnLst/>
                <a:rect l="l" t="t" r="r" b="b"/>
                <a:pathLst>
                  <a:path w="3823" h="484" extrusionOk="0">
                    <a:moveTo>
                      <a:pt x="1" y="1"/>
                    </a:moveTo>
                    <a:lnTo>
                      <a:pt x="1" y="483"/>
                    </a:lnTo>
                    <a:lnTo>
                      <a:pt x="3823" y="483"/>
                    </a:lnTo>
                    <a:lnTo>
                      <a:pt x="3823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0" name="Google Shape;460;p19"/>
              <p:cNvSpPr/>
              <p:nvPr/>
            </p:nvSpPr>
            <p:spPr>
              <a:xfrm>
                <a:off x="7890681" y="4205293"/>
                <a:ext cx="314040" cy="48106"/>
              </a:xfrm>
              <a:custGeom>
                <a:avLst/>
                <a:gdLst/>
                <a:ahLst/>
                <a:cxnLst/>
                <a:rect l="l" t="t" r="r" b="b"/>
                <a:pathLst>
                  <a:path w="3943" h="604" extrusionOk="0">
                    <a:moveTo>
                      <a:pt x="3822" y="111"/>
                    </a:moveTo>
                    <a:lnTo>
                      <a:pt x="3822" y="482"/>
                    </a:lnTo>
                    <a:lnTo>
                      <a:pt x="121" y="482"/>
                    </a:lnTo>
                    <a:lnTo>
                      <a:pt x="121" y="111"/>
                    </a:lnTo>
                    <a:close/>
                    <a:moveTo>
                      <a:pt x="56" y="0"/>
                    </a:moveTo>
                    <a:cubicBezTo>
                      <a:pt x="28" y="0"/>
                      <a:pt x="0" y="19"/>
                      <a:pt x="0" y="56"/>
                    </a:cubicBezTo>
                    <a:lnTo>
                      <a:pt x="0" y="547"/>
                    </a:lnTo>
                    <a:cubicBezTo>
                      <a:pt x="0" y="557"/>
                      <a:pt x="10" y="575"/>
                      <a:pt x="19" y="584"/>
                    </a:cubicBezTo>
                    <a:cubicBezTo>
                      <a:pt x="28" y="594"/>
                      <a:pt x="47" y="603"/>
                      <a:pt x="56" y="603"/>
                    </a:cubicBezTo>
                    <a:lnTo>
                      <a:pt x="3878" y="603"/>
                    </a:lnTo>
                    <a:cubicBezTo>
                      <a:pt x="3915" y="603"/>
                      <a:pt x="3943" y="575"/>
                      <a:pt x="3943" y="547"/>
                    </a:cubicBezTo>
                    <a:lnTo>
                      <a:pt x="3943" y="56"/>
                    </a:lnTo>
                    <a:cubicBezTo>
                      <a:pt x="3943" y="37"/>
                      <a:pt x="3934" y="19"/>
                      <a:pt x="3924" y="9"/>
                    </a:cubicBezTo>
                    <a:cubicBezTo>
                      <a:pt x="3915" y="0"/>
                      <a:pt x="3896" y="0"/>
                      <a:pt x="387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1" name="Google Shape;461;p19"/>
              <p:cNvSpPr/>
              <p:nvPr/>
            </p:nvSpPr>
            <p:spPr>
              <a:xfrm>
                <a:off x="7895061" y="4136560"/>
                <a:ext cx="175219" cy="25885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325" extrusionOk="0">
                    <a:moveTo>
                      <a:pt x="1" y="0"/>
                    </a:moveTo>
                    <a:lnTo>
                      <a:pt x="1" y="325"/>
                    </a:lnTo>
                    <a:lnTo>
                      <a:pt x="2199" y="325"/>
                    </a:lnTo>
                    <a:lnTo>
                      <a:pt x="219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2" name="Google Shape;462;p19"/>
              <p:cNvSpPr/>
              <p:nvPr/>
            </p:nvSpPr>
            <p:spPr>
              <a:xfrm>
                <a:off x="7890681" y="4132100"/>
                <a:ext cx="184060" cy="34805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37" extrusionOk="0">
                    <a:moveTo>
                      <a:pt x="2199" y="121"/>
                    </a:moveTo>
                    <a:lnTo>
                      <a:pt x="2199" y="316"/>
                    </a:lnTo>
                    <a:lnTo>
                      <a:pt x="121" y="316"/>
                    </a:lnTo>
                    <a:lnTo>
                      <a:pt x="121" y="121"/>
                    </a:lnTo>
                    <a:close/>
                    <a:moveTo>
                      <a:pt x="56" y="1"/>
                    </a:moveTo>
                    <a:cubicBezTo>
                      <a:pt x="47" y="1"/>
                      <a:pt x="28" y="10"/>
                      <a:pt x="19" y="19"/>
                    </a:cubicBezTo>
                    <a:cubicBezTo>
                      <a:pt x="10" y="28"/>
                      <a:pt x="0" y="47"/>
                      <a:pt x="0" y="56"/>
                    </a:cubicBezTo>
                    <a:lnTo>
                      <a:pt x="0" y="381"/>
                    </a:lnTo>
                    <a:cubicBezTo>
                      <a:pt x="0" y="409"/>
                      <a:pt x="28" y="437"/>
                      <a:pt x="56" y="437"/>
                    </a:cubicBezTo>
                    <a:lnTo>
                      <a:pt x="2254" y="437"/>
                    </a:lnTo>
                    <a:cubicBezTo>
                      <a:pt x="2273" y="437"/>
                      <a:pt x="2282" y="427"/>
                      <a:pt x="2292" y="418"/>
                    </a:cubicBezTo>
                    <a:cubicBezTo>
                      <a:pt x="2310" y="409"/>
                      <a:pt x="2310" y="390"/>
                      <a:pt x="2310" y="381"/>
                    </a:cubicBezTo>
                    <a:lnTo>
                      <a:pt x="2310" y="56"/>
                    </a:lnTo>
                    <a:cubicBezTo>
                      <a:pt x="2310" y="28"/>
                      <a:pt x="2282" y="1"/>
                      <a:pt x="22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3" name="Google Shape;463;p19"/>
              <p:cNvSpPr/>
              <p:nvPr/>
            </p:nvSpPr>
            <p:spPr>
              <a:xfrm>
                <a:off x="7895061" y="4064163"/>
                <a:ext cx="175219" cy="25168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316" extrusionOk="0">
                    <a:moveTo>
                      <a:pt x="1" y="0"/>
                    </a:moveTo>
                    <a:lnTo>
                      <a:pt x="1" y="316"/>
                    </a:lnTo>
                    <a:lnTo>
                      <a:pt x="2199" y="316"/>
                    </a:lnTo>
                    <a:lnTo>
                      <a:pt x="219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4" name="Google Shape;464;p19"/>
              <p:cNvSpPr/>
              <p:nvPr/>
            </p:nvSpPr>
            <p:spPr>
              <a:xfrm>
                <a:off x="7890681" y="4059703"/>
                <a:ext cx="184060" cy="34805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37" extrusionOk="0">
                    <a:moveTo>
                      <a:pt x="2199" y="112"/>
                    </a:moveTo>
                    <a:lnTo>
                      <a:pt x="2199" y="316"/>
                    </a:lnTo>
                    <a:lnTo>
                      <a:pt x="121" y="316"/>
                    </a:lnTo>
                    <a:lnTo>
                      <a:pt x="121" y="112"/>
                    </a:lnTo>
                    <a:close/>
                    <a:moveTo>
                      <a:pt x="56" y="1"/>
                    </a:moveTo>
                    <a:cubicBezTo>
                      <a:pt x="47" y="1"/>
                      <a:pt x="28" y="10"/>
                      <a:pt x="19" y="19"/>
                    </a:cubicBezTo>
                    <a:cubicBezTo>
                      <a:pt x="10" y="28"/>
                      <a:pt x="0" y="38"/>
                      <a:pt x="0" y="56"/>
                    </a:cubicBezTo>
                    <a:lnTo>
                      <a:pt x="0" y="372"/>
                    </a:lnTo>
                    <a:cubicBezTo>
                      <a:pt x="0" y="409"/>
                      <a:pt x="28" y="437"/>
                      <a:pt x="56" y="437"/>
                    </a:cubicBezTo>
                    <a:lnTo>
                      <a:pt x="2254" y="437"/>
                    </a:lnTo>
                    <a:cubicBezTo>
                      <a:pt x="2273" y="437"/>
                      <a:pt x="2282" y="427"/>
                      <a:pt x="2292" y="418"/>
                    </a:cubicBezTo>
                    <a:cubicBezTo>
                      <a:pt x="2310" y="409"/>
                      <a:pt x="2310" y="390"/>
                      <a:pt x="2310" y="372"/>
                    </a:cubicBezTo>
                    <a:lnTo>
                      <a:pt x="2310" y="56"/>
                    </a:lnTo>
                    <a:cubicBezTo>
                      <a:pt x="2310" y="28"/>
                      <a:pt x="2282" y="1"/>
                      <a:pt x="22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5" name="Google Shape;465;p19"/>
              <p:cNvSpPr/>
              <p:nvPr/>
            </p:nvSpPr>
            <p:spPr>
              <a:xfrm>
                <a:off x="7475415" y="3969546"/>
                <a:ext cx="156025" cy="115326"/>
              </a:xfrm>
              <a:custGeom>
                <a:avLst/>
                <a:gdLst/>
                <a:ahLst/>
                <a:cxnLst/>
                <a:rect l="l" t="t" r="r" b="b"/>
                <a:pathLst>
                  <a:path w="1959" h="1448" extrusionOk="0">
                    <a:moveTo>
                      <a:pt x="975" y="1"/>
                    </a:moveTo>
                    <a:cubicBezTo>
                      <a:pt x="437" y="1"/>
                      <a:pt x="1" y="437"/>
                      <a:pt x="1" y="975"/>
                    </a:cubicBezTo>
                    <a:lnTo>
                      <a:pt x="1" y="1448"/>
                    </a:lnTo>
                    <a:lnTo>
                      <a:pt x="353" y="1448"/>
                    </a:lnTo>
                    <a:lnTo>
                      <a:pt x="353" y="975"/>
                    </a:lnTo>
                    <a:cubicBezTo>
                      <a:pt x="353" y="632"/>
                      <a:pt x="641" y="353"/>
                      <a:pt x="984" y="353"/>
                    </a:cubicBezTo>
                    <a:cubicBezTo>
                      <a:pt x="1327" y="353"/>
                      <a:pt x="1606" y="632"/>
                      <a:pt x="1606" y="975"/>
                    </a:cubicBezTo>
                    <a:lnTo>
                      <a:pt x="1606" y="1448"/>
                    </a:lnTo>
                    <a:lnTo>
                      <a:pt x="1958" y="1448"/>
                    </a:lnTo>
                    <a:lnTo>
                      <a:pt x="1958" y="975"/>
                    </a:lnTo>
                    <a:cubicBezTo>
                      <a:pt x="1958" y="437"/>
                      <a:pt x="1513" y="1"/>
                      <a:pt x="975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6" name="Google Shape;466;p19"/>
              <p:cNvSpPr/>
              <p:nvPr/>
            </p:nvSpPr>
            <p:spPr>
              <a:xfrm>
                <a:off x="7471035" y="3964369"/>
                <a:ext cx="164786" cy="125680"/>
              </a:xfrm>
              <a:custGeom>
                <a:avLst/>
                <a:gdLst/>
                <a:ahLst/>
                <a:cxnLst/>
                <a:rect l="l" t="t" r="r" b="b"/>
                <a:pathLst>
                  <a:path w="2069" h="1578" extrusionOk="0">
                    <a:moveTo>
                      <a:pt x="1039" y="121"/>
                    </a:moveTo>
                    <a:cubicBezTo>
                      <a:pt x="1540" y="121"/>
                      <a:pt x="1948" y="530"/>
                      <a:pt x="1948" y="1040"/>
                    </a:cubicBezTo>
                    <a:lnTo>
                      <a:pt x="1948" y="1457"/>
                    </a:lnTo>
                    <a:lnTo>
                      <a:pt x="1716" y="1457"/>
                    </a:lnTo>
                    <a:lnTo>
                      <a:pt x="1716" y="1040"/>
                    </a:lnTo>
                    <a:cubicBezTo>
                      <a:pt x="1716" y="660"/>
                      <a:pt x="1410" y="353"/>
                      <a:pt x="1030" y="353"/>
                    </a:cubicBezTo>
                    <a:cubicBezTo>
                      <a:pt x="659" y="353"/>
                      <a:pt x="353" y="660"/>
                      <a:pt x="353" y="1040"/>
                    </a:cubicBezTo>
                    <a:lnTo>
                      <a:pt x="353" y="1457"/>
                    </a:lnTo>
                    <a:lnTo>
                      <a:pt x="121" y="1457"/>
                    </a:lnTo>
                    <a:lnTo>
                      <a:pt x="121" y="1040"/>
                    </a:lnTo>
                    <a:cubicBezTo>
                      <a:pt x="121" y="530"/>
                      <a:pt x="529" y="121"/>
                      <a:pt x="1039" y="121"/>
                    </a:cubicBezTo>
                    <a:close/>
                    <a:moveTo>
                      <a:pt x="1039" y="1"/>
                    </a:moveTo>
                    <a:cubicBezTo>
                      <a:pt x="464" y="1"/>
                      <a:pt x="0" y="465"/>
                      <a:pt x="0" y="1040"/>
                    </a:cubicBezTo>
                    <a:lnTo>
                      <a:pt x="0" y="1513"/>
                    </a:lnTo>
                    <a:cubicBezTo>
                      <a:pt x="0" y="1550"/>
                      <a:pt x="28" y="1578"/>
                      <a:pt x="65" y="1578"/>
                    </a:cubicBezTo>
                    <a:lnTo>
                      <a:pt x="418" y="1578"/>
                    </a:lnTo>
                    <a:cubicBezTo>
                      <a:pt x="445" y="1578"/>
                      <a:pt x="473" y="1550"/>
                      <a:pt x="473" y="1513"/>
                    </a:cubicBezTo>
                    <a:lnTo>
                      <a:pt x="473" y="1040"/>
                    </a:lnTo>
                    <a:cubicBezTo>
                      <a:pt x="473" y="724"/>
                      <a:pt x="724" y="474"/>
                      <a:pt x="1039" y="474"/>
                    </a:cubicBezTo>
                    <a:cubicBezTo>
                      <a:pt x="1345" y="474"/>
                      <a:pt x="1605" y="724"/>
                      <a:pt x="1605" y="1040"/>
                    </a:cubicBezTo>
                    <a:lnTo>
                      <a:pt x="1605" y="1513"/>
                    </a:lnTo>
                    <a:cubicBezTo>
                      <a:pt x="1605" y="1550"/>
                      <a:pt x="1624" y="1578"/>
                      <a:pt x="1661" y="1578"/>
                    </a:cubicBezTo>
                    <a:lnTo>
                      <a:pt x="2013" y="1578"/>
                    </a:lnTo>
                    <a:cubicBezTo>
                      <a:pt x="2041" y="1578"/>
                      <a:pt x="2069" y="1550"/>
                      <a:pt x="2069" y="1513"/>
                    </a:cubicBezTo>
                    <a:lnTo>
                      <a:pt x="2069" y="1040"/>
                    </a:lnTo>
                    <a:cubicBezTo>
                      <a:pt x="2069" y="465"/>
                      <a:pt x="1605" y="1"/>
                      <a:pt x="103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7" name="Google Shape;467;p19"/>
              <p:cNvSpPr/>
              <p:nvPr/>
            </p:nvSpPr>
            <p:spPr>
              <a:xfrm>
                <a:off x="7437744" y="4085587"/>
                <a:ext cx="231369" cy="192900"/>
              </a:xfrm>
              <a:custGeom>
                <a:avLst/>
                <a:gdLst/>
                <a:ahLst/>
                <a:cxnLst/>
                <a:rect l="l" t="t" r="r" b="b"/>
                <a:pathLst>
                  <a:path w="2905" h="2422" extrusionOk="0">
                    <a:moveTo>
                      <a:pt x="84" y="0"/>
                    </a:moveTo>
                    <a:cubicBezTo>
                      <a:pt x="38" y="0"/>
                      <a:pt x="10" y="37"/>
                      <a:pt x="10" y="74"/>
                    </a:cubicBezTo>
                    <a:lnTo>
                      <a:pt x="10" y="2347"/>
                    </a:lnTo>
                    <a:cubicBezTo>
                      <a:pt x="1" y="2384"/>
                      <a:pt x="38" y="2421"/>
                      <a:pt x="84" y="2421"/>
                    </a:cubicBezTo>
                    <a:lnTo>
                      <a:pt x="2821" y="2421"/>
                    </a:lnTo>
                    <a:cubicBezTo>
                      <a:pt x="2867" y="2421"/>
                      <a:pt x="2904" y="2384"/>
                      <a:pt x="2904" y="2347"/>
                    </a:cubicBezTo>
                    <a:lnTo>
                      <a:pt x="2904" y="74"/>
                    </a:lnTo>
                    <a:cubicBezTo>
                      <a:pt x="2904" y="37"/>
                      <a:pt x="2867" y="0"/>
                      <a:pt x="2821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8" name="Google Shape;468;p19"/>
              <p:cNvSpPr/>
              <p:nvPr/>
            </p:nvSpPr>
            <p:spPr>
              <a:xfrm>
                <a:off x="7433283" y="4080411"/>
                <a:ext cx="240209" cy="202537"/>
              </a:xfrm>
              <a:custGeom>
                <a:avLst/>
                <a:gdLst/>
                <a:ahLst/>
                <a:cxnLst/>
                <a:rect l="l" t="t" r="r" b="b"/>
                <a:pathLst>
                  <a:path w="3016" h="2543" extrusionOk="0">
                    <a:moveTo>
                      <a:pt x="2877" y="121"/>
                    </a:moveTo>
                    <a:cubicBezTo>
                      <a:pt x="2895" y="121"/>
                      <a:pt x="2905" y="130"/>
                      <a:pt x="2905" y="139"/>
                    </a:cubicBezTo>
                    <a:lnTo>
                      <a:pt x="2905" y="2412"/>
                    </a:lnTo>
                    <a:cubicBezTo>
                      <a:pt x="2905" y="2421"/>
                      <a:pt x="2886" y="2431"/>
                      <a:pt x="2877" y="2431"/>
                    </a:cubicBezTo>
                    <a:lnTo>
                      <a:pt x="140" y="2431"/>
                    </a:lnTo>
                    <a:cubicBezTo>
                      <a:pt x="131" y="2431"/>
                      <a:pt x="122" y="2421"/>
                      <a:pt x="122" y="2412"/>
                    </a:cubicBezTo>
                    <a:lnTo>
                      <a:pt x="122" y="139"/>
                    </a:lnTo>
                    <a:cubicBezTo>
                      <a:pt x="122" y="130"/>
                      <a:pt x="131" y="121"/>
                      <a:pt x="140" y="121"/>
                    </a:cubicBezTo>
                    <a:close/>
                    <a:moveTo>
                      <a:pt x="140" y="0"/>
                    </a:moveTo>
                    <a:cubicBezTo>
                      <a:pt x="66" y="0"/>
                      <a:pt x="1" y="65"/>
                      <a:pt x="1" y="139"/>
                    </a:cubicBezTo>
                    <a:lnTo>
                      <a:pt x="1" y="2412"/>
                    </a:lnTo>
                    <a:cubicBezTo>
                      <a:pt x="1" y="2486"/>
                      <a:pt x="66" y="2542"/>
                      <a:pt x="140" y="2542"/>
                    </a:cubicBezTo>
                    <a:lnTo>
                      <a:pt x="2877" y="2542"/>
                    </a:lnTo>
                    <a:cubicBezTo>
                      <a:pt x="2951" y="2542"/>
                      <a:pt x="3016" y="2486"/>
                      <a:pt x="3016" y="2412"/>
                    </a:cubicBezTo>
                    <a:lnTo>
                      <a:pt x="3016" y="139"/>
                    </a:lnTo>
                    <a:cubicBezTo>
                      <a:pt x="3016" y="65"/>
                      <a:pt x="2951" y="0"/>
                      <a:pt x="287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69" name="Google Shape;469;p19"/>
              <p:cNvSpPr/>
              <p:nvPr/>
            </p:nvSpPr>
            <p:spPr>
              <a:xfrm>
                <a:off x="7532361" y="4141737"/>
                <a:ext cx="42132" cy="80601"/>
              </a:xfrm>
              <a:custGeom>
                <a:avLst/>
                <a:gdLst/>
                <a:ahLst/>
                <a:cxnLst/>
                <a:rect l="l" t="t" r="r" b="b"/>
                <a:pathLst>
                  <a:path w="529" h="1012" extrusionOk="0">
                    <a:moveTo>
                      <a:pt x="269" y="0"/>
                    </a:moveTo>
                    <a:cubicBezTo>
                      <a:pt x="121" y="0"/>
                      <a:pt x="0" y="121"/>
                      <a:pt x="0" y="269"/>
                    </a:cubicBezTo>
                    <a:cubicBezTo>
                      <a:pt x="0" y="371"/>
                      <a:pt x="56" y="464"/>
                      <a:pt x="148" y="510"/>
                    </a:cubicBezTo>
                    <a:lnTo>
                      <a:pt x="37" y="900"/>
                    </a:lnTo>
                    <a:cubicBezTo>
                      <a:pt x="28" y="956"/>
                      <a:pt x="65" y="1011"/>
                      <a:pt x="121" y="1011"/>
                    </a:cubicBezTo>
                    <a:lnTo>
                      <a:pt x="427" y="1011"/>
                    </a:lnTo>
                    <a:cubicBezTo>
                      <a:pt x="482" y="1011"/>
                      <a:pt x="520" y="956"/>
                      <a:pt x="510" y="900"/>
                    </a:cubicBezTo>
                    <a:lnTo>
                      <a:pt x="390" y="501"/>
                    </a:lnTo>
                    <a:cubicBezTo>
                      <a:pt x="473" y="455"/>
                      <a:pt x="529" y="371"/>
                      <a:pt x="529" y="269"/>
                    </a:cubicBezTo>
                    <a:cubicBezTo>
                      <a:pt x="529" y="121"/>
                      <a:pt x="417" y="0"/>
                      <a:pt x="2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0" name="Google Shape;470;p19"/>
              <p:cNvSpPr/>
              <p:nvPr/>
            </p:nvSpPr>
            <p:spPr>
              <a:xfrm>
                <a:off x="7527901" y="4137277"/>
                <a:ext cx="51769" cy="89521"/>
              </a:xfrm>
              <a:custGeom>
                <a:avLst/>
                <a:gdLst/>
                <a:ahLst/>
                <a:cxnLst/>
                <a:rect l="l" t="t" r="r" b="b"/>
                <a:pathLst>
                  <a:path w="650" h="1124" extrusionOk="0">
                    <a:moveTo>
                      <a:pt x="325" y="121"/>
                    </a:moveTo>
                    <a:cubicBezTo>
                      <a:pt x="436" y="121"/>
                      <a:pt x="529" y="214"/>
                      <a:pt x="529" y="325"/>
                    </a:cubicBezTo>
                    <a:cubicBezTo>
                      <a:pt x="529" y="399"/>
                      <a:pt x="492" y="474"/>
                      <a:pt x="418" y="511"/>
                    </a:cubicBezTo>
                    <a:cubicBezTo>
                      <a:pt x="399" y="520"/>
                      <a:pt x="390" y="548"/>
                      <a:pt x="390" y="576"/>
                    </a:cubicBezTo>
                    <a:lnTo>
                      <a:pt x="511" y="975"/>
                    </a:lnTo>
                    <a:cubicBezTo>
                      <a:pt x="511" y="984"/>
                      <a:pt x="501" y="993"/>
                      <a:pt x="501" y="993"/>
                    </a:cubicBezTo>
                    <a:cubicBezTo>
                      <a:pt x="501" y="1002"/>
                      <a:pt x="492" y="1002"/>
                      <a:pt x="483" y="1002"/>
                    </a:cubicBezTo>
                    <a:lnTo>
                      <a:pt x="177" y="1002"/>
                    </a:lnTo>
                    <a:cubicBezTo>
                      <a:pt x="158" y="1002"/>
                      <a:pt x="158" y="1002"/>
                      <a:pt x="158" y="993"/>
                    </a:cubicBezTo>
                    <a:cubicBezTo>
                      <a:pt x="149" y="993"/>
                      <a:pt x="149" y="984"/>
                      <a:pt x="149" y="975"/>
                    </a:cubicBezTo>
                    <a:lnTo>
                      <a:pt x="260" y="576"/>
                    </a:lnTo>
                    <a:cubicBezTo>
                      <a:pt x="269" y="548"/>
                      <a:pt x="260" y="520"/>
                      <a:pt x="232" y="511"/>
                    </a:cubicBezTo>
                    <a:cubicBezTo>
                      <a:pt x="158" y="474"/>
                      <a:pt x="112" y="409"/>
                      <a:pt x="112" y="325"/>
                    </a:cubicBezTo>
                    <a:cubicBezTo>
                      <a:pt x="112" y="214"/>
                      <a:pt x="204" y="121"/>
                      <a:pt x="325" y="121"/>
                    </a:cubicBezTo>
                    <a:close/>
                    <a:moveTo>
                      <a:pt x="325" y="1"/>
                    </a:moveTo>
                    <a:cubicBezTo>
                      <a:pt x="140" y="1"/>
                      <a:pt x="0" y="149"/>
                      <a:pt x="0" y="325"/>
                    </a:cubicBezTo>
                    <a:cubicBezTo>
                      <a:pt x="0" y="427"/>
                      <a:pt x="47" y="529"/>
                      <a:pt x="140" y="594"/>
                    </a:cubicBezTo>
                    <a:lnTo>
                      <a:pt x="37" y="947"/>
                    </a:lnTo>
                    <a:cubicBezTo>
                      <a:pt x="28" y="984"/>
                      <a:pt x="28" y="1030"/>
                      <a:pt x="56" y="1067"/>
                    </a:cubicBezTo>
                    <a:cubicBezTo>
                      <a:pt x="84" y="1105"/>
                      <a:pt x="130" y="1123"/>
                      <a:pt x="167" y="1123"/>
                    </a:cubicBezTo>
                    <a:lnTo>
                      <a:pt x="483" y="1123"/>
                    </a:lnTo>
                    <a:cubicBezTo>
                      <a:pt x="529" y="1123"/>
                      <a:pt x="566" y="1105"/>
                      <a:pt x="594" y="1067"/>
                    </a:cubicBezTo>
                    <a:cubicBezTo>
                      <a:pt x="622" y="1030"/>
                      <a:pt x="631" y="984"/>
                      <a:pt x="613" y="947"/>
                    </a:cubicBezTo>
                    <a:lnTo>
                      <a:pt x="520" y="585"/>
                    </a:lnTo>
                    <a:cubicBezTo>
                      <a:pt x="594" y="520"/>
                      <a:pt x="650" y="427"/>
                      <a:pt x="650" y="325"/>
                    </a:cubicBezTo>
                    <a:cubicBezTo>
                      <a:pt x="650" y="140"/>
                      <a:pt x="501" y="1"/>
                      <a:pt x="32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  <p:grpSp>
          <p:nvGrpSpPr>
            <p:cNvPr id="471" name="Google Shape;471;p19"/>
            <p:cNvGrpSpPr/>
            <p:nvPr/>
          </p:nvGrpSpPr>
          <p:grpSpPr>
            <a:xfrm flipH="1">
              <a:off x="3725955" y="3512636"/>
              <a:ext cx="1329443" cy="916475"/>
              <a:chOff x="713230" y="2963286"/>
              <a:chExt cx="1329443" cy="916475"/>
            </a:xfrm>
          </p:grpSpPr>
          <p:sp>
            <p:nvSpPr>
              <p:cNvPr id="472" name="Google Shape;472;p19"/>
              <p:cNvSpPr/>
              <p:nvPr/>
            </p:nvSpPr>
            <p:spPr>
              <a:xfrm>
                <a:off x="803044" y="2963286"/>
                <a:ext cx="9516" cy="59929"/>
              </a:xfrm>
              <a:custGeom>
                <a:avLst/>
                <a:gdLst/>
                <a:ahLst/>
                <a:cxnLst/>
                <a:rect l="l" t="t" r="r" b="b"/>
                <a:pathLst>
                  <a:path w="121" h="762" extrusionOk="0">
                    <a:moveTo>
                      <a:pt x="56" y="1"/>
                    </a:moveTo>
                    <a:cubicBezTo>
                      <a:pt x="28" y="1"/>
                      <a:pt x="0" y="28"/>
                      <a:pt x="0" y="56"/>
                    </a:cubicBezTo>
                    <a:lnTo>
                      <a:pt x="0" y="696"/>
                    </a:lnTo>
                    <a:cubicBezTo>
                      <a:pt x="0" y="734"/>
                      <a:pt x="28" y="761"/>
                      <a:pt x="56" y="761"/>
                    </a:cubicBezTo>
                    <a:cubicBezTo>
                      <a:pt x="93" y="761"/>
                      <a:pt x="121" y="734"/>
                      <a:pt x="121" y="696"/>
                    </a:cubicBezTo>
                    <a:lnTo>
                      <a:pt x="121" y="56"/>
                    </a:lnTo>
                    <a:cubicBezTo>
                      <a:pt x="121" y="28"/>
                      <a:pt x="93" y="1"/>
                      <a:pt x="5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3" name="Google Shape;473;p19"/>
              <p:cNvSpPr/>
              <p:nvPr/>
            </p:nvSpPr>
            <p:spPr>
              <a:xfrm>
                <a:off x="803044" y="3093131"/>
                <a:ext cx="9516" cy="59222"/>
              </a:xfrm>
              <a:custGeom>
                <a:avLst/>
                <a:gdLst/>
                <a:ahLst/>
                <a:cxnLst/>
                <a:rect l="l" t="t" r="r" b="b"/>
                <a:pathLst>
                  <a:path w="121" h="753" extrusionOk="0">
                    <a:moveTo>
                      <a:pt x="56" y="1"/>
                    </a:moveTo>
                    <a:cubicBezTo>
                      <a:pt x="28" y="1"/>
                      <a:pt x="0" y="19"/>
                      <a:pt x="0" y="57"/>
                    </a:cubicBezTo>
                    <a:lnTo>
                      <a:pt x="0" y="697"/>
                    </a:lnTo>
                    <a:cubicBezTo>
                      <a:pt x="0" y="724"/>
                      <a:pt x="28" y="752"/>
                      <a:pt x="56" y="752"/>
                    </a:cubicBezTo>
                    <a:cubicBezTo>
                      <a:pt x="93" y="752"/>
                      <a:pt x="121" y="724"/>
                      <a:pt x="121" y="697"/>
                    </a:cubicBezTo>
                    <a:lnTo>
                      <a:pt x="121" y="57"/>
                    </a:lnTo>
                    <a:cubicBezTo>
                      <a:pt x="121" y="19"/>
                      <a:pt x="93" y="1"/>
                      <a:pt x="5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4" name="Google Shape;474;p19"/>
              <p:cNvSpPr/>
              <p:nvPr/>
            </p:nvSpPr>
            <p:spPr>
              <a:xfrm>
                <a:off x="842367" y="3053021"/>
                <a:ext cx="59929" cy="9595"/>
              </a:xfrm>
              <a:custGeom>
                <a:avLst/>
                <a:gdLst/>
                <a:ahLst/>
                <a:cxnLst/>
                <a:rect l="l" t="t" r="r" b="b"/>
                <a:pathLst>
                  <a:path w="762" h="122" extrusionOk="0">
                    <a:moveTo>
                      <a:pt x="66" y="1"/>
                    </a:moveTo>
                    <a:cubicBezTo>
                      <a:pt x="29" y="1"/>
                      <a:pt x="1" y="29"/>
                      <a:pt x="1" y="66"/>
                    </a:cubicBezTo>
                    <a:cubicBezTo>
                      <a:pt x="1" y="93"/>
                      <a:pt x="29" y="121"/>
                      <a:pt x="66" y="121"/>
                    </a:cubicBezTo>
                    <a:lnTo>
                      <a:pt x="706" y="121"/>
                    </a:lnTo>
                    <a:cubicBezTo>
                      <a:pt x="734" y="121"/>
                      <a:pt x="762" y="93"/>
                      <a:pt x="762" y="66"/>
                    </a:cubicBezTo>
                    <a:cubicBezTo>
                      <a:pt x="762" y="29"/>
                      <a:pt x="734" y="1"/>
                      <a:pt x="70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5" name="Google Shape;475;p19"/>
              <p:cNvSpPr/>
              <p:nvPr/>
            </p:nvSpPr>
            <p:spPr>
              <a:xfrm>
                <a:off x="713230" y="3053021"/>
                <a:ext cx="59222" cy="9595"/>
              </a:xfrm>
              <a:custGeom>
                <a:avLst/>
                <a:gdLst/>
                <a:ahLst/>
                <a:cxnLst/>
                <a:rect l="l" t="t" r="r" b="b"/>
                <a:pathLst>
                  <a:path w="753" h="122" extrusionOk="0">
                    <a:moveTo>
                      <a:pt x="57" y="1"/>
                    </a:moveTo>
                    <a:cubicBezTo>
                      <a:pt x="29" y="1"/>
                      <a:pt x="1" y="29"/>
                      <a:pt x="1" y="66"/>
                    </a:cubicBezTo>
                    <a:cubicBezTo>
                      <a:pt x="1" y="93"/>
                      <a:pt x="29" y="121"/>
                      <a:pt x="57" y="121"/>
                    </a:cubicBezTo>
                    <a:lnTo>
                      <a:pt x="697" y="121"/>
                    </a:lnTo>
                    <a:cubicBezTo>
                      <a:pt x="734" y="121"/>
                      <a:pt x="752" y="93"/>
                      <a:pt x="752" y="66"/>
                    </a:cubicBezTo>
                    <a:cubicBezTo>
                      <a:pt x="752" y="29"/>
                      <a:pt x="734" y="1"/>
                      <a:pt x="69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6" name="Google Shape;476;p19"/>
              <p:cNvSpPr/>
              <p:nvPr/>
            </p:nvSpPr>
            <p:spPr>
              <a:xfrm>
                <a:off x="743902" y="3085896"/>
                <a:ext cx="35863" cy="35785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55" extrusionOk="0">
                    <a:moveTo>
                      <a:pt x="1" y="455"/>
                    </a:moveTo>
                    <a:lnTo>
                      <a:pt x="45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7" name="Google Shape;477;p19"/>
              <p:cNvSpPr/>
              <p:nvPr/>
            </p:nvSpPr>
            <p:spPr>
              <a:xfrm>
                <a:off x="738790" y="3081098"/>
                <a:ext cx="46087" cy="44986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72" extrusionOk="0">
                    <a:moveTo>
                      <a:pt x="521" y="1"/>
                    </a:moveTo>
                    <a:cubicBezTo>
                      <a:pt x="506" y="1"/>
                      <a:pt x="492" y="5"/>
                      <a:pt x="483" y="15"/>
                    </a:cubicBezTo>
                    <a:lnTo>
                      <a:pt x="28" y="469"/>
                    </a:lnTo>
                    <a:cubicBezTo>
                      <a:pt x="1" y="497"/>
                      <a:pt x="1" y="534"/>
                      <a:pt x="28" y="553"/>
                    </a:cubicBezTo>
                    <a:cubicBezTo>
                      <a:pt x="38" y="562"/>
                      <a:pt x="47" y="571"/>
                      <a:pt x="66" y="571"/>
                    </a:cubicBezTo>
                    <a:cubicBezTo>
                      <a:pt x="84" y="571"/>
                      <a:pt x="93" y="562"/>
                      <a:pt x="112" y="553"/>
                    </a:cubicBezTo>
                    <a:lnTo>
                      <a:pt x="567" y="98"/>
                    </a:lnTo>
                    <a:cubicBezTo>
                      <a:pt x="585" y="80"/>
                      <a:pt x="585" y="43"/>
                      <a:pt x="567" y="15"/>
                    </a:cubicBezTo>
                    <a:cubicBezTo>
                      <a:pt x="553" y="5"/>
                      <a:pt x="536" y="1"/>
                      <a:pt x="52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8" name="Google Shape;478;p19"/>
              <p:cNvSpPr/>
              <p:nvPr/>
            </p:nvSpPr>
            <p:spPr>
              <a:xfrm>
                <a:off x="835840" y="2993958"/>
                <a:ext cx="35785" cy="3578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55" extrusionOk="0">
                    <a:moveTo>
                      <a:pt x="0" y="455"/>
                    </a:moveTo>
                    <a:lnTo>
                      <a:pt x="455" y="0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79" name="Google Shape;479;p19"/>
              <p:cNvSpPr/>
              <p:nvPr/>
            </p:nvSpPr>
            <p:spPr>
              <a:xfrm>
                <a:off x="830728" y="2989396"/>
                <a:ext cx="46009" cy="45458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78" extrusionOk="0">
                    <a:moveTo>
                      <a:pt x="519" y="0"/>
                    </a:moveTo>
                    <a:cubicBezTo>
                      <a:pt x="504" y="0"/>
                      <a:pt x="488" y="7"/>
                      <a:pt x="474" y="21"/>
                    </a:cubicBezTo>
                    <a:lnTo>
                      <a:pt x="19" y="476"/>
                    </a:lnTo>
                    <a:cubicBezTo>
                      <a:pt x="1" y="494"/>
                      <a:pt x="1" y="531"/>
                      <a:pt x="19" y="559"/>
                    </a:cubicBezTo>
                    <a:cubicBezTo>
                      <a:pt x="28" y="568"/>
                      <a:pt x="47" y="578"/>
                      <a:pt x="65" y="578"/>
                    </a:cubicBezTo>
                    <a:cubicBezTo>
                      <a:pt x="75" y="578"/>
                      <a:pt x="93" y="568"/>
                      <a:pt x="103" y="559"/>
                    </a:cubicBezTo>
                    <a:lnTo>
                      <a:pt x="557" y="105"/>
                    </a:lnTo>
                    <a:cubicBezTo>
                      <a:pt x="585" y="77"/>
                      <a:pt x="585" y="40"/>
                      <a:pt x="557" y="21"/>
                    </a:cubicBezTo>
                    <a:cubicBezTo>
                      <a:pt x="548" y="7"/>
                      <a:pt x="534" y="0"/>
                      <a:pt x="5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0" name="Google Shape;480;p19"/>
              <p:cNvSpPr/>
              <p:nvPr/>
            </p:nvSpPr>
            <p:spPr>
              <a:xfrm>
                <a:off x="743902" y="2993958"/>
                <a:ext cx="35863" cy="35785"/>
              </a:xfrm>
              <a:custGeom>
                <a:avLst/>
                <a:gdLst/>
                <a:ahLst/>
                <a:cxnLst/>
                <a:rect l="l" t="t" r="r" b="b"/>
                <a:pathLst>
                  <a:path w="456" h="455" extrusionOk="0">
                    <a:moveTo>
                      <a:pt x="1" y="0"/>
                    </a:moveTo>
                    <a:lnTo>
                      <a:pt x="455" y="4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1" name="Google Shape;481;p19"/>
              <p:cNvSpPr/>
              <p:nvPr/>
            </p:nvSpPr>
            <p:spPr>
              <a:xfrm>
                <a:off x="738790" y="2989396"/>
                <a:ext cx="46087" cy="45458"/>
              </a:xfrm>
              <a:custGeom>
                <a:avLst/>
                <a:gdLst/>
                <a:ahLst/>
                <a:cxnLst/>
                <a:rect l="l" t="t" r="r" b="b"/>
                <a:pathLst>
                  <a:path w="586" h="578" extrusionOk="0">
                    <a:moveTo>
                      <a:pt x="67" y="0"/>
                    </a:moveTo>
                    <a:cubicBezTo>
                      <a:pt x="52" y="0"/>
                      <a:pt x="38" y="7"/>
                      <a:pt x="28" y="21"/>
                    </a:cubicBezTo>
                    <a:cubicBezTo>
                      <a:pt x="1" y="40"/>
                      <a:pt x="1" y="77"/>
                      <a:pt x="28" y="105"/>
                    </a:cubicBezTo>
                    <a:lnTo>
                      <a:pt x="483" y="559"/>
                    </a:lnTo>
                    <a:cubicBezTo>
                      <a:pt x="492" y="568"/>
                      <a:pt x="502" y="578"/>
                      <a:pt x="520" y="578"/>
                    </a:cubicBezTo>
                    <a:cubicBezTo>
                      <a:pt x="539" y="578"/>
                      <a:pt x="548" y="568"/>
                      <a:pt x="567" y="559"/>
                    </a:cubicBezTo>
                    <a:cubicBezTo>
                      <a:pt x="585" y="531"/>
                      <a:pt x="585" y="494"/>
                      <a:pt x="567" y="476"/>
                    </a:cubicBezTo>
                    <a:lnTo>
                      <a:pt x="112" y="21"/>
                    </a:lnTo>
                    <a:cubicBezTo>
                      <a:pt x="98" y="7"/>
                      <a:pt x="82" y="0"/>
                      <a:pt x="6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2" name="Google Shape;482;p19"/>
              <p:cNvSpPr/>
              <p:nvPr/>
            </p:nvSpPr>
            <p:spPr>
              <a:xfrm>
                <a:off x="835840" y="3085896"/>
                <a:ext cx="35785" cy="35785"/>
              </a:xfrm>
              <a:custGeom>
                <a:avLst/>
                <a:gdLst/>
                <a:ahLst/>
                <a:cxnLst/>
                <a:rect l="l" t="t" r="r" b="b"/>
                <a:pathLst>
                  <a:path w="455" h="455" extrusionOk="0">
                    <a:moveTo>
                      <a:pt x="0" y="0"/>
                    </a:moveTo>
                    <a:lnTo>
                      <a:pt x="455" y="455"/>
                    </a:lnTo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3" name="Google Shape;483;p19"/>
              <p:cNvSpPr/>
              <p:nvPr/>
            </p:nvSpPr>
            <p:spPr>
              <a:xfrm>
                <a:off x="830728" y="3081098"/>
                <a:ext cx="46009" cy="44986"/>
              </a:xfrm>
              <a:custGeom>
                <a:avLst/>
                <a:gdLst/>
                <a:ahLst/>
                <a:cxnLst/>
                <a:rect l="l" t="t" r="r" b="b"/>
                <a:pathLst>
                  <a:path w="585" h="572" extrusionOk="0">
                    <a:moveTo>
                      <a:pt x="64" y="1"/>
                    </a:moveTo>
                    <a:cubicBezTo>
                      <a:pt x="49" y="1"/>
                      <a:pt x="33" y="5"/>
                      <a:pt x="19" y="15"/>
                    </a:cubicBezTo>
                    <a:cubicBezTo>
                      <a:pt x="1" y="43"/>
                      <a:pt x="1" y="80"/>
                      <a:pt x="19" y="98"/>
                    </a:cubicBezTo>
                    <a:lnTo>
                      <a:pt x="474" y="553"/>
                    </a:lnTo>
                    <a:cubicBezTo>
                      <a:pt x="483" y="562"/>
                      <a:pt x="501" y="571"/>
                      <a:pt x="520" y="571"/>
                    </a:cubicBezTo>
                    <a:cubicBezTo>
                      <a:pt x="529" y="571"/>
                      <a:pt x="548" y="562"/>
                      <a:pt x="557" y="553"/>
                    </a:cubicBezTo>
                    <a:cubicBezTo>
                      <a:pt x="585" y="534"/>
                      <a:pt x="585" y="497"/>
                      <a:pt x="557" y="469"/>
                    </a:cubicBezTo>
                    <a:lnTo>
                      <a:pt x="103" y="15"/>
                    </a:lnTo>
                    <a:cubicBezTo>
                      <a:pt x="93" y="5"/>
                      <a:pt x="79" y="1"/>
                      <a:pt x="6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4" name="Google Shape;484;p19"/>
              <p:cNvSpPr/>
              <p:nvPr/>
            </p:nvSpPr>
            <p:spPr>
              <a:xfrm>
                <a:off x="1099227" y="3149281"/>
                <a:ext cx="70861" cy="71569"/>
              </a:xfrm>
              <a:custGeom>
                <a:avLst/>
                <a:gdLst/>
                <a:ahLst/>
                <a:cxnLst/>
                <a:rect l="l" t="t" r="r" b="b"/>
                <a:pathLst>
                  <a:path w="901" h="910" extrusionOk="0">
                    <a:moveTo>
                      <a:pt x="446" y="121"/>
                    </a:moveTo>
                    <a:cubicBezTo>
                      <a:pt x="631" y="121"/>
                      <a:pt x="789" y="270"/>
                      <a:pt x="789" y="455"/>
                    </a:cubicBezTo>
                    <a:cubicBezTo>
                      <a:pt x="789" y="641"/>
                      <a:pt x="631" y="789"/>
                      <a:pt x="446" y="789"/>
                    </a:cubicBezTo>
                    <a:cubicBezTo>
                      <a:pt x="269" y="789"/>
                      <a:pt x="112" y="641"/>
                      <a:pt x="112" y="455"/>
                    </a:cubicBezTo>
                    <a:cubicBezTo>
                      <a:pt x="112" y="270"/>
                      <a:pt x="269" y="121"/>
                      <a:pt x="446" y="121"/>
                    </a:cubicBezTo>
                    <a:close/>
                    <a:moveTo>
                      <a:pt x="446" y="1"/>
                    </a:moveTo>
                    <a:cubicBezTo>
                      <a:pt x="204" y="1"/>
                      <a:pt x="0" y="205"/>
                      <a:pt x="0" y="455"/>
                    </a:cubicBezTo>
                    <a:cubicBezTo>
                      <a:pt x="0" y="706"/>
                      <a:pt x="204" y="910"/>
                      <a:pt x="446" y="910"/>
                    </a:cubicBezTo>
                    <a:cubicBezTo>
                      <a:pt x="696" y="910"/>
                      <a:pt x="900" y="706"/>
                      <a:pt x="900" y="455"/>
                    </a:cubicBezTo>
                    <a:cubicBezTo>
                      <a:pt x="900" y="205"/>
                      <a:pt x="696" y="1"/>
                      <a:pt x="44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5" name="Google Shape;485;p19"/>
              <p:cNvSpPr/>
              <p:nvPr/>
            </p:nvSpPr>
            <p:spPr>
              <a:xfrm>
                <a:off x="822706" y="3648376"/>
                <a:ext cx="300669" cy="38773"/>
              </a:xfrm>
              <a:custGeom>
                <a:avLst/>
                <a:gdLst/>
                <a:ahLst/>
                <a:cxnLst/>
                <a:rect l="l" t="t" r="r" b="b"/>
                <a:pathLst>
                  <a:path w="3823" h="493" extrusionOk="0">
                    <a:moveTo>
                      <a:pt x="0" y="0"/>
                    </a:moveTo>
                    <a:lnTo>
                      <a:pt x="0" y="492"/>
                    </a:lnTo>
                    <a:lnTo>
                      <a:pt x="3822" y="492"/>
                    </a:lnTo>
                    <a:lnTo>
                      <a:pt x="3822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6" name="Google Shape;486;p19"/>
              <p:cNvSpPr/>
              <p:nvPr/>
            </p:nvSpPr>
            <p:spPr>
              <a:xfrm>
                <a:off x="818302" y="3643972"/>
                <a:ext cx="309478" cy="47503"/>
              </a:xfrm>
              <a:custGeom>
                <a:avLst/>
                <a:gdLst/>
                <a:ahLst/>
                <a:cxnLst/>
                <a:rect l="l" t="t" r="r" b="b"/>
                <a:pathLst>
                  <a:path w="3935" h="604" extrusionOk="0">
                    <a:moveTo>
                      <a:pt x="3823" y="121"/>
                    </a:moveTo>
                    <a:lnTo>
                      <a:pt x="3823" y="492"/>
                    </a:lnTo>
                    <a:lnTo>
                      <a:pt x="112" y="492"/>
                    </a:lnTo>
                    <a:lnTo>
                      <a:pt x="112" y="121"/>
                    </a:lnTo>
                    <a:close/>
                    <a:moveTo>
                      <a:pt x="56" y="1"/>
                    </a:moveTo>
                    <a:cubicBezTo>
                      <a:pt x="38" y="1"/>
                      <a:pt x="29" y="10"/>
                      <a:pt x="10" y="19"/>
                    </a:cubicBezTo>
                    <a:cubicBezTo>
                      <a:pt x="1" y="29"/>
                      <a:pt x="1" y="47"/>
                      <a:pt x="1" y="56"/>
                    </a:cubicBezTo>
                    <a:lnTo>
                      <a:pt x="1" y="548"/>
                    </a:lnTo>
                    <a:cubicBezTo>
                      <a:pt x="1" y="585"/>
                      <a:pt x="19" y="604"/>
                      <a:pt x="56" y="604"/>
                    </a:cubicBezTo>
                    <a:lnTo>
                      <a:pt x="3878" y="604"/>
                    </a:lnTo>
                    <a:cubicBezTo>
                      <a:pt x="3906" y="604"/>
                      <a:pt x="3934" y="585"/>
                      <a:pt x="3934" y="548"/>
                    </a:cubicBezTo>
                    <a:lnTo>
                      <a:pt x="3934" y="56"/>
                    </a:lnTo>
                    <a:cubicBezTo>
                      <a:pt x="3934" y="47"/>
                      <a:pt x="3925" y="29"/>
                      <a:pt x="3916" y="19"/>
                    </a:cubicBezTo>
                    <a:cubicBezTo>
                      <a:pt x="3906" y="10"/>
                      <a:pt x="3888" y="1"/>
                      <a:pt x="387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7" name="Google Shape;487;p19"/>
              <p:cNvSpPr/>
              <p:nvPr/>
            </p:nvSpPr>
            <p:spPr>
              <a:xfrm>
                <a:off x="950349" y="3576887"/>
                <a:ext cx="173025" cy="24853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316" extrusionOk="0">
                    <a:moveTo>
                      <a:pt x="1" y="0"/>
                    </a:moveTo>
                    <a:lnTo>
                      <a:pt x="1" y="316"/>
                    </a:lnTo>
                    <a:lnTo>
                      <a:pt x="2199" y="316"/>
                    </a:lnTo>
                    <a:lnTo>
                      <a:pt x="219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8" name="Google Shape;488;p19"/>
              <p:cNvSpPr/>
              <p:nvPr/>
            </p:nvSpPr>
            <p:spPr>
              <a:xfrm>
                <a:off x="946024" y="3572482"/>
                <a:ext cx="181754" cy="33661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28" extrusionOk="0">
                    <a:moveTo>
                      <a:pt x="2199" y="112"/>
                    </a:moveTo>
                    <a:lnTo>
                      <a:pt x="2199" y="316"/>
                    </a:lnTo>
                    <a:lnTo>
                      <a:pt x="121" y="316"/>
                    </a:lnTo>
                    <a:lnTo>
                      <a:pt x="121" y="112"/>
                    </a:lnTo>
                    <a:close/>
                    <a:moveTo>
                      <a:pt x="56" y="1"/>
                    </a:moveTo>
                    <a:cubicBezTo>
                      <a:pt x="28" y="1"/>
                      <a:pt x="0" y="19"/>
                      <a:pt x="0" y="56"/>
                    </a:cubicBezTo>
                    <a:lnTo>
                      <a:pt x="0" y="372"/>
                    </a:lnTo>
                    <a:cubicBezTo>
                      <a:pt x="0" y="390"/>
                      <a:pt x="10" y="400"/>
                      <a:pt x="19" y="418"/>
                    </a:cubicBezTo>
                    <a:cubicBezTo>
                      <a:pt x="28" y="427"/>
                      <a:pt x="47" y="427"/>
                      <a:pt x="56" y="427"/>
                    </a:cubicBezTo>
                    <a:lnTo>
                      <a:pt x="2254" y="427"/>
                    </a:lnTo>
                    <a:cubicBezTo>
                      <a:pt x="2282" y="427"/>
                      <a:pt x="2310" y="409"/>
                      <a:pt x="2310" y="372"/>
                    </a:cubicBezTo>
                    <a:lnTo>
                      <a:pt x="2310" y="56"/>
                    </a:lnTo>
                    <a:cubicBezTo>
                      <a:pt x="2310" y="38"/>
                      <a:pt x="2301" y="28"/>
                      <a:pt x="2292" y="10"/>
                    </a:cubicBezTo>
                    <a:cubicBezTo>
                      <a:pt x="2282" y="1"/>
                      <a:pt x="2264" y="1"/>
                      <a:pt x="225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89" name="Google Shape;489;p19"/>
              <p:cNvSpPr/>
              <p:nvPr/>
            </p:nvSpPr>
            <p:spPr>
              <a:xfrm>
                <a:off x="950349" y="3505397"/>
                <a:ext cx="173025" cy="24853"/>
              </a:xfrm>
              <a:custGeom>
                <a:avLst/>
                <a:gdLst/>
                <a:ahLst/>
                <a:cxnLst/>
                <a:rect l="l" t="t" r="r" b="b"/>
                <a:pathLst>
                  <a:path w="2200" h="316" extrusionOk="0">
                    <a:moveTo>
                      <a:pt x="1" y="0"/>
                    </a:moveTo>
                    <a:lnTo>
                      <a:pt x="1" y="316"/>
                    </a:lnTo>
                    <a:lnTo>
                      <a:pt x="2199" y="316"/>
                    </a:lnTo>
                    <a:lnTo>
                      <a:pt x="2199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0" name="Google Shape;490;p19"/>
              <p:cNvSpPr/>
              <p:nvPr/>
            </p:nvSpPr>
            <p:spPr>
              <a:xfrm>
                <a:off x="946024" y="3500285"/>
                <a:ext cx="181754" cy="34369"/>
              </a:xfrm>
              <a:custGeom>
                <a:avLst/>
                <a:gdLst/>
                <a:ahLst/>
                <a:cxnLst/>
                <a:rect l="l" t="t" r="r" b="b"/>
                <a:pathLst>
                  <a:path w="2311" h="437" extrusionOk="0">
                    <a:moveTo>
                      <a:pt x="2199" y="121"/>
                    </a:moveTo>
                    <a:lnTo>
                      <a:pt x="2199" y="316"/>
                    </a:lnTo>
                    <a:lnTo>
                      <a:pt x="121" y="316"/>
                    </a:lnTo>
                    <a:lnTo>
                      <a:pt x="121" y="121"/>
                    </a:lnTo>
                    <a:close/>
                    <a:moveTo>
                      <a:pt x="56" y="0"/>
                    </a:moveTo>
                    <a:cubicBezTo>
                      <a:pt x="47" y="0"/>
                      <a:pt x="28" y="10"/>
                      <a:pt x="19" y="19"/>
                    </a:cubicBezTo>
                    <a:cubicBezTo>
                      <a:pt x="10" y="28"/>
                      <a:pt x="0" y="47"/>
                      <a:pt x="0" y="65"/>
                    </a:cubicBezTo>
                    <a:lnTo>
                      <a:pt x="0" y="381"/>
                    </a:lnTo>
                    <a:cubicBezTo>
                      <a:pt x="0" y="408"/>
                      <a:pt x="28" y="436"/>
                      <a:pt x="56" y="436"/>
                    </a:cubicBezTo>
                    <a:lnTo>
                      <a:pt x="2254" y="436"/>
                    </a:lnTo>
                    <a:cubicBezTo>
                      <a:pt x="2282" y="436"/>
                      <a:pt x="2310" y="408"/>
                      <a:pt x="2310" y="381"/>
                    </a:cubicBezTo>
                    <a:lnTo>
                      <a:pt x="2310" y="65"/>
                    </a:lnTo>
                    <a:cubicBezTo>
                      <a:pt x="2310" y="47"/>
                      <a:pt x="2301" y="28"/>
                      <a:pt x="2292" y="19"/>
                    </a:cubicBezTo>
                    <a:cubicBezTo>
                      <a:pt x="2282" y="10"/>
                      <a:pt x="2264" y="0"/>
                      <a:pt x="225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1" name="Google Shape;491;p19"/>
              <p:cNvSpPr/>
              <p:nvPr/>
            </p:nvSpPr>
            <p:spPr>
              <a:xfrm>
                <a:off x="1144449" y="3330093"/>
                <a:ext cx="583722" cy="544713"/>
              </a:xfrm>
              <a:custGeom>
                <a:avLst/>
                <a:gdLst/>
                <a:ahLst/>
                <a:cxnLst/>
                <a:rect l="l" t="t" r="r" b="b"/>
                <a:pathLst>
                  <a:path w="7422" h="6926" extrusionOk="0">
                    <a:moveTo>
                      <a:pt x="3714" y="0"/>
                    </a:moveTo>
                    <a:cubicBezTo>
                      <a:pt x="2029" y="0"/>
                      <a:pt x="549" y="1227"/>
                      <a:pt x="288" y="2934"/>
                    </a:cubicBezTo>
                    <a:cubicBezTo>
                      <a:pt x="0" y="4827"/>
                      <a:pt x="1299" y="6599"/>
                      <a:pt x="3182" y="6886"/>
                    </a:cubicBezTo>
                    <a:cubicBezTo>
                      <a:pt x="3359" y="6913"/>
                      <a:pt x="3535" y="6926"/>
                      <a:pt x="3708" y="6926"/>
                    </a:cubicBezTo>
                    <a:cubicBezTo>
                      <a:pt x="5393" y="6926"/>
                      <a:pt x="6874" y="5699"/>
                      <a:pt x="7134" y="3992"/>
                    </a:cubicBezTo>
                    <a:cubicBezTo>
                      <a:pt x="7422" y="2099"/>
                      <a:pt x="6123" y="327"/>
                      <a:pt x="4240" y="40"/>
                    </a:cubicBezTo>
                    <a:cubicBezTo>
                      <a:pt x="4063" y="13"/>
                      <a:pt x="3887" y="0"/>
                      <a:pt x="371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2" name="Google Shape;492;p19"/>
              <p:cNvSpPr/>
              <p:nvPr/>
            </p:nvSpPr>
            <p:spPr>
              <a:xfrm>
                <a:off x="1151763" y="3325532"/>
                <a:ext cx="569880" cy="554229"/>
              </a:xfrm>
              <a:custGeom>
                <a:avLst/>
                <a:gdLst/>
                <a:ahLst/>
                <a:cxnLst/>
                <a:rect l="l" t="t" r="r" b="b"/>
                <a:pathLst>
                  <a:path w="7246" h="7047" extrusionOk="0">
                    <a:moveTo>
                      <a:pt x="3618" y="116"/>
                    </a:moveTo>
                    <a:cubicBezTo>
                      <a:pt x="3785" y="116"/>
                      <a:pt x="3961" y="126"/>
                      <a:pt x="4138" y="154"/>
                    </a:cubicBezTo>
                    <a:cubicBezTo>
                      <a:pt x="5038" y="293"/>
                      <a:pt x="5826" y="775"/>
                      <a:pt x="6364" y="1508"/>
                    </a:cubicBezTo>
                    <a:cubicBezTo>
                      <a:pt x="6902" y="2241"/>
                      <a:pt x="7125" y="3141"/>
                      <a:pt x="6986" y="4040"/>
                    </a:cubicBezTo>
                    <a:cubicBezTo>
                      <a:pt x="6725" y="5720"/>
                      <a:pt x="5271" y="6929"/>
                      <a:pt x="3621" y="6929"/>
                    </a:cubicBezTo>
                    <a:cubicBezTo>
                      <a:pt x="3449" y="6929"/>
                      <a:pt x="3274" y="6916"/>
                      <a:pt x="3099" y="6888"/>
                    </a:cubicBezTo>
                    <a:cubicBezTo>
                      <a:pt x="2199" y="6749"/>
                      <a:pt x="1410" y="6267"/>
                      <a:pt x="872" y="5534"/>
                    </a:cubicBezTo>
                    <a:cubicBezTo>
                      <a:pt x="334" y="4801"/>
                      <a:pt x="112" y="3901"/>
                      <a:pt x="251" y="3002"/>
                    </a:cubicBezTo>
                    <a:cubicBezTo>
                      <a:pt x="510" y="1322"/>
                      <a:pt x="1967" y="116"/>
                      <a:pt x="3618" y="116"/>
                    </a:cubicBezTo>
                    <a:close/>
                    <a:moveTo>
                      <a:pt x="3618" y="1"/>
                    </a:moveTo>
                    <a:cubicBezTo>
                      <a:pt x="1910" y="1"/>
                      <a:pt x="408" y="1252"/>
                      <a:pt x="139" y="2983"/>
                    </a:cubicBezTo>
                    <a:cubicBezTo>
                      <a:pt x="0" y="3920"/>
                      <a:pt x="223" y="4848"/>
                      <a:pt x="780" y="5608"/>
                    </a:cubicBezTo>
                    <a:cubicBezTo>
                      <a:pt x="1336" y="6360"/>
                      <a:pt x="2152" y="6861"/>
                      <a:pt x="3089" y="7000"/>
                    </a:cubicBezTo>
                    <a:cubicBezTo>
                      <a:pt x="3266" y="7028"/>
                      <a:pt x="3442" y="7046"/>
                      <a:pt x="3618" y="7046"/>
                    </a:cubicBezTo>
                    <a:cubicBezTo>
                      <a:pt x="5325" y="7046"/>
                      <a:pt x="6837" y="5794"/>
                      <a:pt x="7097" y="4059"/>
                    </a:cubicBezTo>
                    <a:cubicBezTo>
                      <a:pt x="7245" y="3122"/>
                      <a:pt x="7013" y="2194"/>
                      <a:pt x="6457" y="1434"/>
                    </a:cubicBezTo>
                    <a:cubicBezTo>
                      <a:pt x="5900" y="682"/>
                      <a:pt x="5084" y="181"/>
                      <a:pt x="4156" y="42"/>
                    </a:cubicBezTo>
                    <a:cubicBezTo>
                      <a:pt x="3975" y="14"/>
                      <a:pt x="3795" y="1"/>
                      <a:pt x="361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3" name="Google Shape;493;p19"/>
              <p:cNvSpPr/>
              <p:nvPr/>
            </p:nvSpPr>
            <p:spPr>
              <a:xfrm>
                <a:off x="1152471" y="3313892"/>
                <a:ext cx="621708" cy="544949"/>
              </a:xfrm>
              <a:custGeom>
                <a:avLst/>
                <a:gdLst/>
                <a:ahLst/>
                <a:cxnLst/>
                <a:rect l="l" t="t" r="r" b="b"/>
                <a:pathLst>
                  <a:path w="7905" h="6929" extrusionOk="0">
                    <a:moveTo>
                      <a:pt x="3948" y="1"/>
                    </a:moveTo>
                    <a:cubicBezTo>
                      <a:pt x="3318" y="1"/>
                      <a:pt x="2680" y="173"/>
                      <a:pt x="2106" y="533"/>
                    </a:cubicBezTo>
                    <a:cubicBezTo>
                      <a:pt x="492" y="1554"/>
                      <a:pt x="1" y="3688"/>
                      <a:pt x="1021" y="5311"/>
                    </a:cubicBezTo>
                    <a:cubicBezTo>
                      <a:pt x="1675" y="6354"/>
                      <a:pt x="2801" y="6929"/>
                      <a:pt x="3955" y="6929"/>
                    </a:cubicBezTo>
                    <a:cubicBezTo>
                      <a:pt x="4586" y="6929"/>
                      <a:pt x="5225" y="6757"/>
                      <a:pt x="5798" y="6396"/>
                    </a:cubicBezTo>
                    <a:cubicBezTo>
                      <a:pt x="7413" y="5376"/>
                      <a:pt x="7904" y="3242"/>
                      <a:pt x="6884" y="1619"/>
                    </a:cubicBezTo>
                    <a:cubicBezTo>
                      <a:pt x="6224" y="575"/>
                      <a:pt x="5099" y="1"/>
                      <a:pt x="394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4" name="Google Shape;494;p19"/>
              <p:cNvSpPr/>
              <p:nvPr/>
            </p:nvSpPr>
            <p:spPr>
              <a:xfrm>
                <a:off x="1178739" y="3308938"/>
                <a:ext cx="582306" cy="553993"/>
              </a:xfrm>
              <a:custGeom>
                <a:avLst/>
                <a:gdLst/>
                <a:ahLst/>
                <a:cxnLst/>
                <a:rect l="l" t="t" r="r" b="b"/>
                <a:pathLst>
                  <a:path w="7404" h="7044" extrusionOk="0">
                    <a:moveTo>
                      <a:pt x="3628" y="114"/>
                    </a:moveTo>
                    <a:cubicBezTo>
                      <a:pt x="3795" y="114"/>
                      <a:pt x="3971" y="133"/>
                      <a:pt x="4138" y="160"/>
                    </a:cubicBezTo>
                    <a:cubicBezTo>
                      <a:pt x="5993" y="439"/>
                      <a:pt x="7273" y="2183"/>
                      <a:pt x="6995" y="4038"/>
                    </a:cubicBezTo>
                    <a:cubicBezTo>
                      <a:pt x="6735" y="5718"/>
                      <a:pt x="5280" y="6926"/>
                      <a:pt x="3630" y="6926"/>
                    </a:cubicBezTo>
                    <a:cubicBezTo>
                      <a:pt x="3458" y="6926"/>
                      <a:pt x="3284" y="6913"/>
                      <a:pt x="3108" y="6886"/>
                    </a:cubicBezTo>
                    <a:cubicBezTo>
                      <a:pt x="2208" y="6747"/>
                      <a:pt x="1420" y="6274"/>
                      <a:pt x="882" y="5541"/>
                    </a:cubicBezTo>
                    <a:cubicBezTo>
                      <a:pt x="344" y="4808"/>
                      <a:pt x="121" y="3908"/>
                      <a:pt x="260" y="3008"/>
                    </a:cubicBezTo>
                    <a:cubicBezTo>
                      <a:pt x="520" y="1320"/>
                      <a:pt x="1976" y="114"/>
                      <a:pt x="3628" y="114"/>
                    </a:cubicBezTo>
                    <a:close/>
                    <a:moveTo>
                      <a:pt x="3629" y="0"/>
                    </a:moveTo>
                    <a:cubicBezTo>
                      <a:pt x="1917" y="0"/>
                      <a:pt x="410" y="1247"/>
                      <a:pt x="149" y="2990"/>
                    </a:cubicBezTo>
                    <a:cubicBezTo>
                      <a:pt x="1" y="3918"/>
                      <a:pt x="232" y="4845"/>
                      <a:pt x="789" y="5606"/>
                    </a:cubicBezTo>
                    <a:cubicBezTo>
                      <a:pt x="1346" y="6367"/>
                      <a:pt x="2162" y="6858"/>
                      <a:pt x="3090" y="7007"/>
                    </a:cubicBezTo>
                    <a:cubicBezTo>
                      <a:pt x="3275" y="7034"/>
                      <a:pt x="3451" y="7044"/>
                      <a:pt x="3628" y="7044"/>
                    </a:cubicBezTo>
                    <a:cubicBezTo>
                      <a:pt x="5335" y="7044"/>
                      <a:pt x="6837" y="5791"/>
                      <a:pt x="7106" y="4057"/>
                    </a:cubicBezTo>
                    <a:cubicBezTo>
                      <a:pt x="7403" y="2136"/>
                      <a:pt x="6077" y="337"/>
                      <a:pt x="4156" y="40"/>
                    </a:cubicBezTo>
                    <a:cubicBezTo>
                      <a:pt x="3979" y="13"/>
                      <a:pt x="3803" y="0"/>
                      <a:pt x="36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5" name="Google Shape;495;p19"/>
              <p:cNvSpPr/>
              <p:nvPr/>
            </p:nvSpPr>
            <p:spPr>
              <a:xfrm>
                <a:off x="1563950" y="3370439"/>
                <a:ext cx="117578" cy="119701"/>
              </a:xfrm>
              <a:custGeom>
                <a:avLst/>
                <a:gdLst/>
                <a:ahLst/>
                <a:cxnLst/>
                <a:rect l="l" t="t" r="r" b="b"/>
                <a:pathLst>
                  <a:path w="1495" h="1522" extrusionOk="0">
                    <a:moveTo>
                      <a:pt x="1" y="0"/>
                    </a:moveTo>
                    <a:lnTo>
                      <a:pt x="1494" y="1521"/>
                    </a:lnTo>
                    <a:cubicBezTo>
                      <a:pt x="1197" y="863"/>
                      <a:pt x="678" y="315"/>
                      <a:pt x="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6" name="Google Shape;496;p19"/>
              <p:cNvSpPr/>
              <p:nvPr/>
            </p:nvSpPr>
            <p:spPr>
              <a:xfrm>
                <a:off x="1555928" y="3363282"/>
                <a:ext cx="132836" cy="133386"/>
              </a:xfrm>
              <a:custGeom>
                <a:avLst/>
                <a:gdLst/>
                <a:ahLst/>
                <a:cxnLst/>
                <a:rect l="l" t="t" r="r" b="b"/>
                <a:pathLst>
                  <a:path w="1689" h="1696" extrusionOk="0">
                    <a:moveTo>
                      <a:pt x="104" y="0"/>
                    </a:moveTo>
                    <a:cubicBezTo>
                      <a:pt x="71" y="0"/>
                      <a:pt x="42" y="20"/>
                      <a:pt x="28" y="54"/>
                    </a:cubicBezTo>
                    <a:cubicBezTo>
                      <a:pt x="1" y="100"/>
                      <a:pt x="19" y="147"/>
                      <a:pt x="65" y="175"/>
                    </a:cubicBezTo>
                    <a:cubicBezTo>
                      <a:pt x="715" y="471"/>
                      <a:pt x="1225" y="991"/>
                      <a:pt x="1513" y="1650"/>
                    </a:cubicBezTo>
                    <a:cubicBezTo>
                      <a:pt x="1531" y="1677"/>
                      <a:pt x="1559" y="1696"/>
                      <a:pt x="1596" y="1696"/>
                    </a:cubicBezTo>
                    <a:lnTo>
                      <a:pt x="1633" y="1696"/>
                    </a:lnTo>
                    <a:cubicBezTo>
                      <a:pt x="1670" y="1668"/>
                      <a:pt x="1689" y="1622"/>
                      <a:pt x="1670" y="1575"/>
                    </a:cubicBezTo>
                    <a:cubicBezTo>
                      <a:pt x="1364" y="889"/>
                      <a:pt x="826" y="332"/>
                      <a:pt x="140" y="8"/>
                    </a:cubicBezTo>
                    <a:cubicBezTo>
                      <a:pt x="128" y="3"/>
                      <a:pt x="116" y="0"/>
                      <a:pt x="104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7" name="Google Shape;497;p19"/>
              <p:cNvSpPr/>
              <p:nvPr/>
            </p:nvSpPr>
            <p:spPr>
              <a:xfrm>
                <a:off x="1990058" y="3317117"/>
                <a:ext cx="47503" cy="47503"/>
              </a:xfrm>
              <a:custGeom>
                <a:avLst/>
                <a:gdLst/>
                <a:ahLst/>
                <a:cxnLst/>
                <a:rect l="l" t="t" r="r" b="b"/>
                <a:pathLst>
                  <a:path w="604" h="604" extrusionOk="0">
                    <a:moveTo>
                      <a:pt x="158" y="1"/>
                    </a:moveTo>
                    <a:lnTo>
                      <a:pt x="0" y="437"/>
                    </a:lnTo>
                    <a:lnTo>
                      <a:pt x="436" y="604"/>
                    </a:lnTo>
                    <a:lnTo>
                      <a:pt x="603" y="159"/>
                    </a:lnTo>
                    <a:lnTo>
                      <a:pt x="158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8" name="Google Shape;498;p19"/>
              <p:cNvSpPr/>
              <p:nvPr/>
            </p:nvSpPr>
            <p:spPr>
              <a:xfrm>
                <a:off x="1277991" y="3581212"/>
                <a:ext cx="151790" cy="76524"/>
              </a:xfrm>
              <a:custGeom>
                <a:avLst/>
                <a:gdLst/>
                <a:ahLst/>
                <a:cxnLst/>
                <a:rect l="l" t="t" r="r" b="b"/>
                <a:pathLst>
                  <a:path w="1930" h="973" extrusionOk="0">
                    <a:moveTo>
                      <a:pt x="965" y="1"/>
                    </a:moveTo>
                    <a:cubicBezTo>
                      <a:pt x="427" y="1"/>
                      <a:pt x="0" y="437"/>
                      <a:pt x="0" y="966"/>
                    </a:cubicBezTo>
                    <a:cubicBezTo>
                      <a:pt x="0" y="970"/>
                      <a:pt x="483" y="973"/>
                      <a:pt x="965" y="973"/>
                    </a:cubicBezTo>
                    <a:cubicBezTo>
                      <a:pt x="1447" y="973"/>
                      <a:pt x="1930" y="970"/>
                      <a:pt x="1930" y="966"/>
                    </a:cubicBezTo>
                    <a:cubicBezTo>
                      <a:pt x="1930" y="437"/>
                      <a:pt x="1494" y="1"/>
                      <a:pt x="9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499" name="Google Shape;499;p19"/>
              <p:cNvSpPr/>
              <p:nvPr/>
            </p:nvSpPr>
            <p:spPr>
              <a:xfrm>
                <a:off x="1272879" y="3576887"/>
                <a:ext cx="161306" cy="85411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1086" extrusionOk="0">
                    <a:moveTo>
                      <a:pt x="1030" y="112"/>
                    </a:moveTo>
                    <a:cubicBezTo>
                      <a:pt x="1512" y="112"/>
                      <a:pt x="1902" y="492"/>
                      <a:pt x="1930" y="965"/>
                    </a:cubicBezTo>
                    <a:lnTo>
                      <a:pt x="121" y="965"/>
                    </a:lnTo>
                    <a:cubicBezTo>
                      <a:pt x="149" y="492"/>
                      <a:pt x="548" y="112"/>
                      <a:pt x="1030" y="112"/>
                    </a:cubicBezTo>
                    <a:close/>
                    <a:moveTo>
                      <a:pt x="1030" y="0"/>
                    </a:moveTo>
                    <a:cubicBezTo>
                      <a:pt x="464" y="0"/>
                      <a:pt x="0" y="455"/>
                      <a:pt x="0" y="1021"/>
                    </a:cubicBezTo>
                    <a:cubicBezTo>
                      <a:pt x="0" y="1076"/>
                      <a:pt x="0" y="1076"/>
                      <a:pt x="408" y="1086"/>
                    </a:cubicBezTo>
                    <a:lnTo>
                      <a:pt x="1132" y="1086"/>
                    </a:lnTo>
                    <a:cubicBezTo>
                      <a:pt x="2050" y="1086"/>
                      <a:pt x="2050" y="1086"/>
                      <a:pt x="2050" y="1021"/>
                    </a:cubicBezTo>
                    <a:cubicBezTo>
                      <a:pt x="2050" y="455"/>
                      <a:pt x="1587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0" name="Google Shape;500;p19"/>
              <p:cNvSpPr/>
              <p:nvPr/>
            </p:nvSpPr>
            <p:spPr>
              <a:xfrm>
                <a:off x="1310787" y="3484241"/>
                <a:ext cx="86198" cy="86905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105" extrusionOk="0">
                    <a:moveTo>
                      <a:pt x="548" y="0"/>
                    </a:moveTo>
                    <a:cubicBezTo>
                      <a:pt x="251" y="0"/>
                      <a:pt x="1" y="251"/>
                      <a:pt x="1" y="548"/>
                    </a:cubicBezTo>
                    <a:cubicBezTo>
                      <a:pt x="1" y="854"/>
                      <a:pt x="251" y="1104"/>
                      <a:pt x="548" y="1104"/>
                    </a:cubicBezTo>
                    <a:cubicBezTo>
                      <a:pt x="854" y="1104"/>
                      <a:pt x="1095" y="854"/>
                      <a:pt x="1095" y="548"/>
                    </a:cubicBezTo>
                    <a:cubicBezTo>
                      <a:pt x="1095" y="251"/>
                      <a:pt x="854" y="0"/>
                      <a:pt x="54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1" name="Google Shape;501;p19"/>
              <p:cNvSpPr/>
              <p:nvPr/>
            </p:nvSpPr>
            <p:spPr>
              <a:xfrm>
                <a:off x="1306383" y="3479837"/>
                <a:ext cx="95714" cy="95635"/>
              </a:xfrm>
              <a:custGeom>
                <a:avLst/>
                <a:gdLst/>
                <a:ahLst/>
                <a:cxnLst/>
                <a:rect l="l" t="t" r="r" b="b"/>
                <a:pathLst>
                  <a:path w="1217" h="1216" extrusionOk="0">
                    <a:moveTo>
                      <a:pt x="604" y="121"/>
                    </a:moveTo>
                    <a:cubicBezTo>
                      <a:pt x="882" y="121"/>
                      <a:pt x="1096" y="334"/>
                      <a:pt x="1096" y="604"/>
                    </a:cubicBezTo>
                    <a:cubicBezTo>
                      <a:pt x="1096" y="882"/>
                      <a:pt x="882" y="1095"/>
                      <a:pt x="604" y="1095"/>
                    </a:cubicBezTo>
                    <a:cubicBezTo>
                      <a:pt x="335" y="1095"/>
                      <a:pt x="122" y="882"/>
                      <a:pt x="122" y="604"/>
                    </a:cubicBezTo>
                    <a:cubicBezTo>
                      <a:pt x="122" y="334"/>
                      <a:pt x="335" y="121"/>
                      <a:pt x="604" y="121"/>
                    </a:cubicBezTo>
                    <a:close/>
                    <a:moveTo>
                      <a:pt x="604" y="1"/>
                    </a:moveTo>
                    <a:cubicBezTo>
                      <a:pt x="270" y="1"/>
                      <a:pt x="1" y="279"/>
                      <a:pt x="1" y="613"/>
                    </a:cubicBezTo>
                    <a:cubicBezTo>
                      <a:pt x="1" y="947"/>
                      <a:pt x="270" y="1216"/>
                      <a:pt x="604" y="1216"/>
                    </a:cubicBezTo>
                    <a:cubicBezTo>
                      <a:pt x="938" y="1216"/>
                      <a:pt x="1216" y="947"/>
                      <a:pt x="1216" y="613"/>
                    </a:cubicBezTo>
                    <a:cubicBezTo>
                      <a:pt x="1216" y="279"/>
                      <a:pt x="938" y="1"/>
                      <a:pt x="604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2" name="Google Shape;502;p19"/>
              <p:cNvSpPr/>
              <p:nvPr/>
            </p:nvSpPr>
            <p:spPr>
              <a:xfrm>
                <a:off x="1499775" y="3581212"/>
                <a:ext cx="152576" cy="76524"/>
              </a:xfrm>
              <a:custGeom>
                <a:avLst/>
                <a:gdLst/>
                <a:ahLst/>
                <a:cxnLst/>
                <a:rect l="l" t="t" r="r" b="b"/>
                <a:pathLst>
                  <a:path w="1940" h="973" extrusionOk="0">
                    <a:moveTo>
                      <a:pt x="965" y="1"/>
                    </a:moveTo>
                    <a:cubicBezTo>
                      <a:pt x="436" y="1"/>
                      <a:pt x="0" y="437"/>
                      <a:pt x="0" y="966"/>
                    </a:cubicBezTo>
                    <a:cubicBezTo>
                      <a:pt x="0" y="970"/>
                      <a:pt x="485" y="973"/>
                      <a:pt x="970" y="973"/>
                    </a:cubicBezTo>
                    <a:cubicBezTo>
                      <a:pt x="1454" y="973"/>
                      <a:pt x="1939" y="970"/>
                      <a:pt x="1939" y="966"/>
                    </a:cubicBezTo>
                    <a:cubicBezTo>
                      <a:pt x="1939" y="437"/>
                      <a:pt x="1503" y="1"/>
                      <a:pt x="96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3" name="Google Shape;503;p19"/>
              <p:cNvSpPr/>
              <p:nvPr/>
            </p:nvSpPr>
            <p:spPr>
              <a:xfrm>
                <a:off x="1495370" y="3576887"/>
                <a:ext cx="161306" cy="85411"/>
              </a:xfrm>
              <a:custGeom>
                <a:avLst/>
                <a:gdLst/>
                <a:ahLst/>
                <a:cxnLst/>
                <a:rect l="l" t="t" r="r" b="b"/>
                <a:pathLst>
                  <a:path w="2051" h="1086" extrusionOk="0">
                    <a:moveTo>
                      <a:pt x="1030" y="112"/>
                    </a:moveTo>
                    <a:cubicBezTo>
                      <a:pt x="1503" y="112"/>
                      <a:pt x="1902" y="492"/>
                      <a:pt x="1930" y="965"/>
                    </a:cubicBezTo>
                    <a:lnTo>
                      <a:pt x="121" y="965"/>
                    </a:lnTo>
                    <a:cubicBezTo>
                      <a:pt x="149" y="492"/>
                      <a:pt x="548" y="112"/>
                      <a:pt x="1030" y="112"/>
                    </a:cubicBezTo>
                    <a:close/>
                    <a:moveTo>
                      <a:pt x="1021" y="0"/>
                    </a:moveTo>
                    <a:cubicBezTo>
                      <a:pt x="464" y="0"/>
                      <a:pt x="1" y="455"/>
                      <a:pt x="1" y="1021"/>
                    </a:cubicBezTo>
                    <a:cubicBezTo>
                      <a:pt x="1" y="1076"/>
                      <a:pt x="1" y="1076"/>
                      <a:pt x="399" y="1086"/>
                    </a:cubicBezTo>
                    <a:lnTo>
                      <a:pt x="1132" y="1086"/>
                    </a:lnTo>
                    <a:cubicBezTo>
                      <a:pt x="2051" y="1086"/>
                      <a:pt x="2051" y="1086"/>
                      <a:pt x="2051" y="1021"/>
                    </a:cubicBezTo>
                    <a:cubicBezTo>
                      <a:pt x="2051" y="455"/>
                      <a:pt x="1587" y="0"/>
                      <a:pt x="102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4" name="Google Shape;504;p19"/>
              <p:cNvSpPr/>
              <p:nvPr/>
            </p:nvSpPr>
            <p:spPr>
              <a:xfrm>
                <a:off x="1533278" y="3484241"/>
                <a:ext cx="86198" cy="86905"/>
              </a:xfrm>
              <a:custGeom>
                <a:avLst/>
                <a:gdLst/>
                <a:ahLst/>
                <a:cxnLst/>
                <a:rect l="l" t="t" r="r" b="b"/>
                <a:pathLst>
                  <a:path w="1096" h="1105" extrusionOk="0">
                    <a:moveTo>
                      <a:pt x="548" y="0"/>
                    </a:moveTo>
                    <a:cubicBezTo>
                      <a:pt x="251" y="0"/>
                      <a:pt x="1" y="251"/>
                      <a:pt x="1" y="557"/>
                    </a:cubicBezTo>
                    <a:cubicBezTo>
                      <a:pt x="1" y="854"/>
                      <a:pt x="242" y="1104"/>
                      <a:pt x="548" y="1104"/>
                    </a:cubicBezTo>
                    <a:cubicBezTo>
                      <a:pt x="854" y="1104"/>
                      <a:pt x="1096" y="854"/>
                      <a:pt x="1096" y="557"/>
                    </a:cubicBezTo>
                    <a:cubicBezTo>
                      <a:pt x="1096" y="251"/>
                      <a:pt x="854" y="0"/>
                      <a:pt x="54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5" name="Google Shape;505;p19"/>
              <p:cNvSpPr/>
              <p:nvPr/>
            </p:nvSpPr>
            <p:spPr>
              <a:xfrm>
                <a:off x="1528952" y="3479837"/>
                <a:ext cx="95635" cy="95635"/>
              </a:xfrm>
              <a:custGeom>
                <a:avLst/>
                <a:gdLst/>
                <a:ahLst/>
                <a:cxnLst/>
                <a:rect l="l" t="t" r="r" b="b"/>
                <a:pathLst>
                  <a:path w="1216" h="1216" extrusionOk="0">
                    <a:moveTo>
                      <a:pt x="603" y="121"/>
                    </a:moveTo>
                    <a:cubicBezTo>
                      <a:pt x="872" y="121"/>
                      <a:pt x="1095" y="334"/>
                      <a:pt x="1095" y="604"/>
                    </a:cubicBezTo>
                    <a:cubicBezTo>
                      <a:pt x="1095" y="882"/>
                      <a:pt x="872" y="1095"/>
                      <a:pt x="603" y="1095"/>
                    </a:cubicBezTo>
                    <a:cubicBezTo>
                      <a:pt x="334" y="1095"/>
                      <a:pt x="112" y="882"/>
                      <a:pt x="112" y="604"/>
                    </a:cubicBezTo>
                    <a:cubicBezTo>
                      <a:pt x="112" y="334"/>
                      <a:pt x="334" y="121"/>
                      <a:pt x="603" y="121"/>
                    </a:cubicBezTo>
                    <a:close/>
                    <a:moveTo>
                      <a:pt x="603" y="1"/>
                    </a:moveTo>
                    <a:cubicBezTo>
                      <a:pt x="269" y="1"/>
                      <a:pt x="0" y="279"/>
                      <a:pt x="0" y="613"/>
                    </a:cubicBezTo>
                    <a:cubicBezTo>
                      <a:pt x="0" y="947"/>
                      <a:pt x="269" y="1216"/>
                      <a:pt x="603" y="1216"/>
                    </a:cubicBezTo>
                    <a:cubicBezTo>
                      <a:pt x="937" y="1216"/>
                      <a:pt x="1216" y="947"/>
                      <a:pt x="1216" y="613"/>
                    </a:cubicBezTo>
                    <a:cubicBezTo>
                      <a:pt x="1216" y="279"/>
                      <a:pt x="937" y="1"/>
                      <a:pt x="60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6" name="Google Shape;506;p19"/>
              <p:cNvSpPr/>
              <p:nvPr/>
            </p:nvSpPr>
            <p:spPr>
              <a:xfrm>
                <a:off x="1374962" y="3594346"/>
                <a:ext cx="172317" cy="86512"/>
              </a:xfrm>
              <a:custGeom>
                <a:avLst/>
                <a:gdLst/>
                <a:ahLst/>
                <a:cxnLst/>
                <a:rect l="l" t="t" r="r" b="b"/>
                <a:pathLst>
                  <a:path w="2191" h="1100" extrusionOk="0">
                    <a:moveTo>
                      <a:pt x="1096" y="1"/>
                    </a:moveTo>
                    <a:cubicBezTo>
                      <a:pt x="493" y="1"/>
                      <a:pt x="1" y="493"/>
                      <a:pt x="1" y="1096"/>
                    </a:cubicBezTo>
                    <a:cubicBezTo>
                      <a:pt x="1" y="1096"/>
                      <a:pt x="974" y="1100"/>
                      <a:pt x="1623" y="1100"/>
                    </a:cubicBezTo>
                    <a:cubicBezTo>
                      <a:pt x="1947" y="1100"/>
                      <a:pt x="2190" y="1099"/>
                      <a:pt x="2190" y="1096"/>
                    </a:cubicBezTo>
                    <a:cubicBezTo>
                      <a:pt x="2190" y="493"/>
                      <a:pt x="1699" y="1"/>
                      <a:pt x="109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7" name="Google Shape;507;p19"/>
              <p:cNvSpPr/>
              <p:nvPr/>
            </p:nvSpPr>
            <p:spPr>
              <a:xfrm>
                <a:off x="1370637" y="3590021"/>
                <a:ext cx="180968" cy="95635"/>
              </a:xfrm>
              <a:custGeom>
                <a:avLst/>
                <a:gdLst/>
                <a:ahLst/>
                <a:cxnLst/>
                <a:rect l="l" t="t" r="r" b="b"/>
                <a:pathLst>
                  <a:path w="2301" h="1216" extrusionOk="0">
                    <a:moveTo>
                      <a:pt x="1151" y="112"/>
                    </a:moveTo>
                    <a:cubicBezTo>
                      <a:pt x="1707" y="112"/>
                      <a:pt x="2162" y="548"/>
                      <a:pt x="2190" y="1095"/>
                    </a:cubicBezTo>
                    <a:lnTo>
                      <a:pt x="112" y="1095"/>
                    </a:lnTo>
                    <a:cubicBezTo>
                      <a:pt x="139" y="548"/>
                      <a:pt x="594" y="112"/>
                      <a:pt x="1151" y="112"/>
                    </a:cubicBezTo>
                    <a:close/>
                    <a:moveTo>
                      <a:pt x="1151" y="0"/>
                    </a:moveTo>
                    <a:cubicBezTo>
                      <a:pt x="510" y="0"/>
                      <a:pt x="0" y="511"/>
                      <a:pt x="0" y="1151"/>
                    </a:cubicBezTo>
                    <a:cubicBezTo>
                      <a:pt x="0" y="1206"/>
                      <a:pt x="0" y="1206"/>
                      <a:pt x="446" y="1216"/>
                    </a:cubicBezTo>
                    <a:lnTo>
                      <a:pt x="1271" y="1216"/>
                    </a:lnTo>
                    <a:cubicBezTo>
                      <a:pt x="2301" y="1216"/>
                      <a:pt x="2301" y="1216"/>
                      <a:pt x="2301" y="1151"/>
                    </a:cubicBezTo>
                    <a:cubicBezTo>
                      <a:pt x="2301" y="511"/>
                      <a:pt x="1791" y="0"/>
                      <a:pt x="115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8" name="Google Shape;508;p19"/>
              <p:cNvSpPr/>
              <p:nvPr/>
            </p:nvSpPr>
            <p:spPr>
              <a:xfrm>
                <a:off x="1412949" y="3484241"/>
                <a:ext cx="97837" cy="98545"/>
              </a:xfrm>
              <a:custGeom>
                <a:avLst/>
                <a:gdLst/>
                <a:ahLst/>
                <a:cxnLst/>
                <a:rect l="l" t="t" r="r" b="b"/>
                <a:pathLst>
                  <a:path w="1244" h="1253" extrusionOk="0">
                    <a:moveTo>
                      <a:pt x="622" y="0"/>
                    </a:moveTo>
                    <a:cubicBezTo>
                      <a:pt x="279" y="0"/>
                      <a:pt x="0" y="278"/>
                      <a:pt x="0" y="622"/>
                    </a:cubicBezTo>
                    <a:cubicBezTo>
                      <a:pt x="0" y="974"/>
                      <a:pt x="279" y="1253"/>
                      <a:pt x="622" y="1253"/>
                    </a:cubicBezTo>
                    <a:cubicBezTo>
                      <a:pt x="965" y="1253"/>
                      <a:pt x="1243" y="974"/>
                      <a:pt x="1243" y="622"/>
                    </a:cubicBezTo>
                    <a:cubicBezTo>
                      <a:pt x="1243" y="278"/>
                      <a:pt x="965" y="0"/>
                      <a:pt x="62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09" name="Google Shape;509;p19"/>
              <p:cNvSpPr/>
              <p:nvPr/>
            </p:nvSpPr>
            <p:spPr>
              <a:xfrm>
                <a:off x="1407837" y="3479837"/>
                <a:ext cx="107354" cy="107354"/>
              </a:xfrm>
              <a:custGeom>
                <a:avLst/>
                <a:gdLst/>
                <a:ahLst/>
                <a:cxnLst/>
                <a:rect l="l" t="t" r="r" b="b"/>
                <a:pathLst>
                  <a:path w="1365" h="1365" extrusionOk="0">
                    <a:moveTo>
                      <a:pt x="687" y="121"/>
                    </a:moveTo>
                    <a:cubicBezTo>
                      <a:pt x="993" y="121"/>
                      <a:pt x="1253" y="372"/>
                      <a:pt x="1253" y="678"/>
                    </a:cubicBezTo>
                    <a:cubicBezTo>
                      <a:pt x="1253" y="993"/>
                      <a:pt x="993" y="1244"/>
                      <a:pt x="687" y="1244"/>
                    </a:cubicBezTo>
                    <a:cubicBezTo>
                      <a:pt x="371" y="1244"/>
                      <a:pt x="121" y="993"/>
                      <a:pt x="121" y="678"/>
                    </a:cubicBezTo>
                    <a:cubicBezTo>
                      <a:pt x="121" y="372"/>
                      <a:pt x="371" y="121"/>
                      <a:pt x="687" y="121"/>
                    </a:cubicBezTo>
                    <a:close/>
                    <a:moveTo>
                      <a:pt x="687" y="1"/>
                    </a:moveTo>
                    <a:cubicBezTo>
                      <a:pt x="307" y="1"/>
                      <a:pt x="0" y="307"/>
                      <a:pt x="0" y="678"/>
                    </a:cubicBezTo>
                    <a:cubicBezTo>
                      <a:pt x="0" y="1058"/>
                      <a:pt x="307" y="1364"/>
                      <a:pt x="687" y="1364"/>
                    </a:cubicBezTo>
                    <a:cubicBezTo>
                      <a:pt x="1058" y="1364"/>
                      <a:pt x="1364" y="1058"/>
                      <a:pt x="1364" y="678"/>
                    </a:cubicBezTo>
                    <a:cubicBezTo>
                      <a:pt x="1364" y="307"/>
                      <a:pt x="1058" y="1"/>
                      <a:pt x="68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>
                <a:off x="1985653" y="3311847"/>
                <a:ext cx="57019" cy="56469"/>
              </a:xfrm>
              <a:custGeom>
                <a:avLst/>
                <a:gdLst/>
                <a:ahLst/>
                <a:cxnLst/>
                <a:rect l="l" t="t" r="r" b="b"/>
                <a:pathLst>
                  <a:path w="725" h="718" extrusionOk="0">
                    <a:moveTo>
                      <a:pt x="251" y="133"/>
                    </a:moveTo>
                    <a:lnTo>
                      <a:pt x="585" y="253"/>
                    </a:lnTo>
                    <a:lnTo>
                      <a:pt x="464" y="587"/>
                    </a:lnTo>
                    <a:lnTo>
                      <a:pt x="130" y="467"/>
                    </a:lnTo>
                    <a:lnTo>
                      <a:pt x="251" y="133"/>
                    </a:lnTo>
                    <a:close/>
                    <a:moveTo>
                      <a:pt x="223" y="0"/>
                    </a:moveTo>
                    <a:cubicBezTo>
                      <a:pt x="195" y="0"/>
                      <a:pt x="175" y="17"/>
                      <a:pt x="168" y="40"/>
                    </a:cubicBezTo>
                    <a:lnTo>
                      <a:pt x="1" y="485"/>
                    </a:lnTo>
                    <a:cubicBezTo>
                      <a:pt x="1" y="495"/>
                      <a:pt x="1" y="513"/>
                      <a:pt x="1" y="522"/>
                    </a:cubicBezTo>
                    <a:cubicBezTo>
                      <a:pt x="10" y="541"/>
                      <a:pt x="19" y="550"/>
                      <a:pt x="38" y="559"/>
                    </a:cubicBezTo>
                    <a:lnTo>
                      <a:pt x="483" y="717"/>
                    </a:lnTo>
                    <a:lnTo>
                      <a:pt x="501" y="717"/>
                    </a:lnTo>
                    <a:cubicBezTo>
                      <a:pt x="520" y="717"/>
                      <a:pt x="548" y="708"/>
                      <a:pt x="557" y="680"/>
                    </a:cubicBezTo>
                    <a:lnTo>
                      <a:pt x="715" y="235"/>
                    </a:lnTo>
                    <a:cubicBezTo>
                      <a:pt x="724" y="207"/>
                      <a:pt x="715" y="179"/>
                      <a:pt x="678" y="161"/>
                    </a:cubicBezTo>
                    <a:lnTo>
                      <a:pt x="242" y="3"/>
                    </a:lnTo>
                    <a:cubicBezTo>
                      <a:pt x="235" y="1"/>
                      <a:pt x="229" y="0"/>
                      <a:pt x="22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  <p:sp>
            <p:nvSpPr>
              <p:cNvPr id="511" name="Google Shape;511;p19"/>
              <p:cNvSpPr/>
              <p:nvPr/>
            </p:nvSpPr>
            <p:spPr>
              <a:xfrm>
                <a:off x="1707716" y="3340239"/>
                <a:ext cx="302085" cy="134566"/>
              </a:xfrm>
              <a:custGeom>
                <a:avLst/>
                <a:gdLst/>
                <a:ahLst/>
                <a:cxnLst/>
                <a:rect l="l" t="t" r="r" b="b"/>
                <a:pathLst>
                  <a:path w="3841" h="1711" extrusionOk="0">
                    <a:moveTo>
                      <a:pt x="3769" y="0"/>
                    </a:moveTo>
                    <a:cubicBezTo>
                      <a:pt x="3762" y="0"/>
                      <a:pt x="3754" y="1"/>
                      <a:pt x="3748" y="4"/>
                    </a:cubicBezTo>
                    <a:lnTo>
                      <a:pt x="37" y="1599"/>
                    </a:lnTo>
                    <a:cubicBezTo>
                      <a:pt x="9" y="1618"/>
                      <a:pt x="0" y="1655"/>
                      <a:pt x="9" y="1683"/>
                    </a:cubicBezTo>
                    <a:cubicBezTo>
                      <a:pt x="19" y="1701"/>
                      <a:pt x="37" y="1711"/>
                      <a:pt x="65" y="1711"/>
                    </a:cubicBezTo>
                    <a:lnTo>
                      <a:pt x="84" y="1711"/>
                    </a:lnTo>
                    <a:lnTo>
                      <a:pt x="3794" y="115"/>
                    </a:lnTo>
                    <a:cubicBezTo>
                      <a:pt x="3822" y="106"/>
                      <a:pt x="3841" y="69"/>
                      <a:pt x="3822" y="41"/>
                    </a:cubicBezTo>
                    <a:cubicBezTo>
                      <a:pt x="3815" y="12"/>
                      <a:pt x="3792" y="0"/>
                      <a:pt x="376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67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0806329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32455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p23"/>
          <p:cNvSpPr txBox="1">
            <a:spLocks noGrp="1"/>
          </p:cNvSpPr>
          <p:nvPr>
            <p:ph type="title"/>
          </p:nvPr>
        </p:nvSpPr>
        <p:spPr>
          <a:xfrm>
            <a:off x="955600" y="681200"/>
            <a:ext cx="10280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95302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61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slideLayout" Target="../slideLayouts/slideLayout74.xml"/><Relationship Id="rId18" Type="http://schemas.openxmlformats.org/officeDocument/2006/relationships/slideLayout" Target="../slideLayouts/slideLayout79.xml"/><Relationship Id="rId26" Type="http://schemas.openxmlformats.org/officeDocument/2006/relationships/slideLayout" Target="../slideLayouts/slideLayout87.xml"/><Relationship Id="rId3" Type="http://schemas.openxmlformats.org/officeDocument/2006/relationships/slideLayout" Target="../slideLayouts/slideLayout64.xml"/><Relationship Id="rId21" Type="http://schemas.openxmlformats.org/officeDocument/2006/relationships/slideLayout" Target="../slideLayouts/slideLayout82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17" Type="http://schemas.openxmlformats.org/officeDocument/2006/relationships/slideLayout" Target="../slideLayouts/slideLayout78.xml"/><Relationship Id="rId25" Type="http://schemas.openxmlformats.org/officeDocument/2006/relationships/slideLayout" Target="../slideLayouts/slideLayout86.xml"/><Relationship Id="rId2" Type="http://schemas.openxmlformats.org/officeDocument/2006/relationships/slideLayout" Target="../slideLayouts/slideLayout63.xml"/><Relationship Id="rId16" Type="http://schemas.openxmlformats.org/officeDocument/2006/relationships/slideLayout" Target="../slideLayouts/slideLayout77.xml"/><Relationship Id="rId20" Type="http://schemas.openxmlformats.org/officeDocument/2006/relationships/slideLayout" Target="../slideLayouts/slideLayout81.xml"/><Relationship Id="rId29" Type="http://schemas.openxmlformats.org/officeDocument/2006/relationships/slideLayout" Target="../slideLayouts/slideLayout90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24" Type="http://schemas.openxmlformats.org/officeDocument/2006/relationships/slideLayout" Target="../slideLayouts/slideLayout85.xml"/><Relationship Id="rId32" Type="http://schemas.openxmlformats.org/officeDocument/2006/relationships/theme" Target="../theme/theme5.xml"/><Relationship Id="rId5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76.xml"/><Relationship Id="rId23" Type="http://schemas.openxmlformats.org/officeDocument/2006/relationships/slideLayout" Target="../slideLayouts/slideLayout84.xml"/><Relationship Id="rId28" Type="http://schemas.openxmlformats.org/officeDocument/2006/relationships/slideLayout" Target="../slideLayouts/slideLayout89.xml"/><Relationship Id="rId10" Type="http://schemas.openxmlformats.org/officeDocument/2006/relationships/slideLayout" Target="../slideLayouts/slideLayout71.xml"/><Relationship Id="rId19" Type="http://schemas.openxmlformats.org/officeDocument/2006/relationships/slideLayout" Target="../slideLayouts/slideLayout80.xml"/><Relationship Id="rId31" Type="http://schemas.openxmlformats.org/officeDocument/2006/relationships/slideLayout" Target="../slideLayouts/slideLayout92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slideLayout" Target="../slideLayouts/slideLayout75.xml"/><Relationship Id="rId22" Type="http://schemas.openxmlformats.org/officeDocument/2006/relationships/slideLayout" Target="../slideLayouts/slideLayout83.xml"/><Relationship Id="rId27" Type="http://schemas.openxmlformats.org/officeDocument/2006/relationships/slideLayout" Target="../slideLayouts/slideLayout88.xml"/><Relationship Id="rId30" Type="http://schemas.openxmlformats.org/officeDocument/2006/relationships/slideLayout" Target="../slideLayouts/slideLayout91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5.xml"/><Relationship Id="rId2" Type="http://schemas.openxmlformats.org/officeDocument/2006/relationships/slideLayout" Target="../slideLayouts/slideLayout94.xml"/><Relationship Id="rId1" Type="http://schemas.openxmlformats.org/officeDocument/2006/relationships/slideLayout" Target="../slideLayouts/slideLayout93.xml"/><Relationship Id="rId6" Type="http://schemas.openxmlformats.org/officeDocument/2006/relationships/theme" Target="../theme/theme6.xml"/><Relationship Id="rId5" Type="http://schemas.openxmlformats.org/officeDocument/2006/relationships/slideLayout" Target="../slideLayouts/slideLayout97.xml"/><Relationship Id="rId4" Type="http://schemas.openxmlformats.org/officeDocument/2006/relationships/slideLayout" Target="../slideLayouts/slideLayout9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slideLayout" Target="../slideLayouts/slideLayout110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17" Type="http://schemas.openxmlformats.org/officeDocument/2006/relationships/theme" Target="../theme/theme7.xml"/><Relationship Id="rId2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13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5" Type="http://schemas.openxmlformats.org/officeDocument/2006/relationships/slideLayout" Target="../slideLayouts/slideLayout11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slideLayout" Target="../slideLayouts/slideLayout111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heme" Target="../theme/theme8.xml"/><Relationship Id="rId2" Type="http://schemas.openxmlformats.org/officeDocument/2006/relationships/slideLayout" Target="../slideLayouts/slideLayout115.xml"/><Relationship Id="rId1" Type="http://schemas.openxmlformats.org/officeDocument/2006/relationships/slideLayout" Target="../slideLayouts/slideLayout1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BM Plex Mono"/>
              <a:buNone/>
              <a:defRPr sz="3000" b="1">
                <a:solidFill>
                  <a:schemeClr val="dk2"/>
                </a:solidFill>
                <a:latin typeface="IBM Plex Mono"/>
                <a:ea typeface="IBM Plex Mono"/>
                <a:cs typeface="IBM Plex Mono"/>
                <a:sym typeface="IBM Plex Mon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424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●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○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■"/>
              <a:defRPr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6020637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1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1" name="Google Shape;1421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422" name="Google Shape;1422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9939060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8742056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  <p:sldLayoutId id="2147483714" r:id="rId18"/>
    <p:sldLayoutId id="2147483715" r:id="rId19"/>
    <p:sldLayoutId id="2147483716" r:id="rId20"/>
    <p:sldLayoutId id="2147483717" r:id="rId21"/>
    <p:sldLayoutId id="2147483718" r:id="rId22"/>
    <p:sldLayoutId id="2147483719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6978849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83" r:id="rId3"/>
    <p:sldLayoutId id="2147483784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Spline Sans Mono Medium"/>
              <a:buNone/>
              <a:defRPr sz="3200">
                <a:solidFill>
                  <a:schemeClr val="dk1"/>
                </a:solidFill>
                <a:latin typeface="Spline Sans Mono Medium"/>
                <a:ea typeface="Spline Sans Mono Medium"/>
                <a:cs typeface="Spline Sans Mono Medium"/>
                <a:sym typeface="Spline Sans Mon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●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○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■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●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○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■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●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Char char="○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rimo"/>
              <a:buChar char="■"/>
              <a:def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070272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  <p:sldLayoutId id="2147483736" r:id="rId12"/>
    <p:sldLayoutId id="2147483737" r:id="rId13"/>
    <p:sldLayoutId id="2147483738" r:id="rId14"/>
    <p:sldLayoutId id="2147483739" r:id="rId15"/>
    <p:sldLayoutId id="2147483740" r:id="rId16"/>
    <p:sldLayoutId id="2147483741" r:id="rId17"/>
    <p:sldLayoutId id="2147483742" r:id="rId18"/>
    <p:sldLayoutId id="2147483743" r:id="rId19"/>
    <p:sldLayoutId id="2147483744" r:id="rId20"/>
    <p:sldLayoutId id="2147483745" r:id="rId21"/>
    <p:sldLayoutId id="2147483746" r:id="rId22"/>
    <p:sldLayoutId id="2147483747" r:id="rId23"/>
    <p:sldLayoutId id="2147483748" r:id="rId24"/>
    <p:sldLayoutId id="2147483749" r:id="rId25"/>
    <p:sldLayoutId id="2147483750" r:id="rId26"/>
    <p:sldLayoutId id="2147483751" r:id="rId27"/>
    <p:sldLayoutId id="2147483752" r:id="rId28"/>
    <p:sldLayoutId id="2147483753" r:id="rId29"/>
    <p:sldLayoutId id="2147483754" r:id="rId30"/>
    <p:sldLayoutId id="2147483755" r:id="rId3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dk1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Inter"/>
              <a:buNone/>
              <a:defRPr sz="24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7" name="Google Shape;197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●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○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Inter"/>
              <a:buChar char="■"/>
              <a:defRPr sz="11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4107419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85" r:id="rId4"/>
    <p:sldLayoutId id="2147483786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Sora"/>
              <a:buNone/>
              <a:defRPr sz="3000" b="1">
                <a:solidFill>
                  <a:schemeClr val="dk1"/>
                </a:solidFill>
                <a:latin typeface="Sora"/>
                <a:ea typeface="Sora"/>
                <a:cs typeface="Sora"/>
                <a:sym typeface="Sor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166496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61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4" r:id="rId12"/>
    <p:sldLayoutId id="2147483775" r:id="rId13"/>
    <p:sldLayoutId id="2147483776" r:id="rId14"/>
    <p:sldLayoutId id="2147483777" r:id="rId15"/>
    <p:sldLayoutId id="2147483778" r:id="rId1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p21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02" name="Google Shape;702;p21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334239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81" r:id="rId1"/>
    <p:sldLayoutId id="2147483782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3EEAA-403E-6477-510D-76B1A6795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0966" y="1091184"/>
            <a:ext cx="5826800" cy="2868400"/>
          </a:xfrm>
        </p:spPr>
        <p:txBody>
          <a:bodyPr/>
          <a:lstStyle/>
          <a:p>
            <a:r>
              <a:rPr lang="ro-MD" sz="4400" noProof="0" dirty="0"/>
              <a:t>Analiza Paternelor de Arhitectură Pentru Dezvoltarea Aplicațiilor Web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4361C0-9B6E-6EB2-133E-6F9177FF2C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0966" y="4553030"/>
            <a:ext cx="6539494" cy="1213786"/>
          </a:xfrm>
        </p:spPr>
        <p:txBody>
          <a:bodyPr/>
          <a:lstStyle/>
          <a:p>
            <a:r>
              <a:rPr lang="ro-MD" noProof="0" dirty="0"/>
              <a:t>Autorul Tezei: </a:t>
            </a:r>
            <a:r>
              <a:rPr lang="ro-MD" b="1" noProof="0" dirty="0" err="1"/>
              <a:t>Dorogan</a:t>
            </a:r>
            <a:r>
              <a:rPr lang="ro-MD" b="1" noProof="0" dirty="0"/>
              <a:t> Vadim </a:t>
            </a:r>
            <a:r>
              <a:rPr lang="ro-MD" noProof="0" dirty="0"/>
              <a:t>IA-2201 FMI, USM</a:t>
            </a:r>
          </a:p>
          <a:p>
            <a:endParaRPr lang="ro-MD" noProof="0" dirty="0"/>
          </a:p>
          <a:p>
            <a:r>
              <a:rPr lang="ro-MD" noProof="0" dirty="0"/>
              <a:t>Conducător Științific: lect. univ. </a:t>
            </a:r>
            <a:r>
              <a:rPr lang="ro-MD" b="1" noProof="0" dirty="0"/>
              <a:t>Croitor Mihail</a:t>
            </a:r>
          </a:p>
          <a:p>
            <a:endParaRPr lang="ro-MD" noProof="0" dirty="0"/>
          </a:p>
        </p:txBody>
      </p:sp>
    </p:spTree>
    <p:extLst>
      <p:ext uri="{BB962C8B-B14F-4D97-AF65-F5344CB8AC3E}">
        <p14:creationId xmlns:p14="http://schemas.microsoft.com/office/powerpoint/2010/main" val="1702251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E70CC9-C64C-A012-4F8A-119EA307F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10281200" cy="358092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1. Aplicațiile web/desktop joacă un rol esențial în ecosistemul digital actual.</a:t>
            </a:r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2. Există o cerere tot mai mare pentru structuri software bine definite și ușor de extins.</a:t>
            </a:r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3. Arhitectura software are un impact direct asupra </a:t>
            </a:r>
            <a:r>
              <a:rPr lang="ro-MD" sz="2000" noProof="0" dirty="0" err="1"/>
              <a:t>mentenabilității</a:t>
            </a:r>
            <a:r>
              <a:rPr lang="ro-MD" sz="2000" noProof="0" dirty="0"/>
              <a:t>, performanței și securității aplicațiilor.</a:t>
            </a:r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4. Subiectul este de actualitate, având o importanță majoră în proiectarea de sisteme robuste și flexibile.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0B788D-EE9E-F556-851D-982C645F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ACTUALITATEA TEMEI</a:t>
            </a:r>
          </a:p>
        </p:txBody>
      </p:sp>
    </p:spTree>
    <p:extLst>
      <p:ext uri="{BB962C8B-B14F-4D97-AF65-F5344CB8AC3E}">
        <p14:creationId xmlns:p14="http://schemas.microsoft.com/office/powerpoint/2010/main" val="1140620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9975FC4-731B-9C24-B71E-9323A0739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485833"/>
            <a:ext cx="10281200" cy="439372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1800" b="1" noProof="0" dirty="0"/>
              <a:t>Scopul lucrării:</a:t>
            </a:r>
            <a:br>
              <a:rPr lang="ro-MD" sz="1800" noProof="0" dirty="0"/>
            </a:br>
            <a:r>
              <a:rPr lang="ro-MD" sz="1800" noProof="0" dirty="0"/>
              <a:t>	Analiza comparativă a principalelor șabloane arhitecturale utilizate în dezvoltarea aplicațiilor web (MVC, MVP, MVVM).</a:t>
            </a:r>
          </a:p>
          <a:p>
            <a:pPr marL="203195" indent="0">
              <a:lnSpc>
                <a:spcPct val="150000"/>
              </a:lnSpc>
              <a:buNone/>
            </a:pPr>
            <a:endParaRPr lang="ro-MD" sz="18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1800" b="1" noProof="0" dirty="0"/>
              <a:t>Obiective specifice:</a:t>
            </a:r>
            <a:endParaRPr lang="ro-MD" sz="1800" noProof="0" dirty="0"/>
          </a:p>
          <a:p>
            <a:pPr>
              <a:lnSpc>
                <a:spcPct val="150000"/>
              </a:lnSpc>
            </a:pPr>
            <a:r>
              <a:rPr lang="en-US" sz="1800" dirty="0"/>
              <a:t>C</a:t>
            </a:r>
            <a:r>
              <a:rPr lang="ro-MD" sz="1800" noProof="0" dirty="0" err="1"/>
              <a:t>onceptul</a:t>
            </a:r>
            <a:r>
              <a:rPr lang="ro-MD" sz="1800" noProof="0" dirty="0"/>
              <a:t> de șabloane arhitecturale</a:t>
            </a:r>
          </a:p>
          <a:p>
            <a:pPr>
              <a:lnSpc>
                <a:spcPct val="150000"/>
              </a:lnSpc>
            </a:pPr>
            <a:r>
              <a:rPr lang="ro-MD" sz="1800" noProof="0" dirty="0"/>
              <a:t>Clasificarea șabloanelor în funcție de scop și structură</a:t>
            </a:r>
          </a:p>
          <a:p>
            <a:pPr>
              <a:lnSpc>
                <a:spcPct val="150000"/>
              </a:lnSpc>
            </a:pPr>
            <a:r>
              <a:rPr lang="ro-MD" sz="1800" noProof="0" dirty="0"/>
              <a:t>Analiza și compararea șabloanelor MVC, MVP și MVVM</a:t>
            </a:r>
          </a:p>
          <a:p>
            <a:pPr>
              <a:lnSpc>
                <a:spcPct val="150000"/>
              </a:lnSpc>
            </a:pPr>
            <a:r>
              <a:rPr lang="ro-MD" sz="1800" noProof="0" dirty="0"/>
              <a:t>Aplicarea practică a unui model arhitectural într-o aplicație web reală</a:t>
            </a:r>
          </a:p>
          <a:p>
            <a:pPr marL="203195" indent="0">
              <a:buNone/>
            </a:pPr>
            <a:endParaRPr lang="ro-MD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A49994C-4BBC-190D-6CD7-EF33C7B8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SCOPUL ȘI OBIECTIVELE TEZEI</a:t>
            </a:r>
          </a:p>
        </p:txBody>
      </p:sp>
    </p:spTree>
    <p:extLst>
      <p:ext uri="{BB962C8B-B14F-4D97-AF65-F5344CB8AC3E}">
        <p14:creationId xmlns:p14="http://schemas.microsoft.com/office/powerpoint/2010/main" val="15475483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0A1D24B-1E48-5161-12A3-1B986CDC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10281200" cy="264620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Ce este un șablon arhitectural?</a:t>
            </a:r>
          </a:p>
          <a:p>
            <a:pPr>
              <a:lnSpc>
                <a:spcPct val="150000"/>
              </a:lnSpc>
            </a:pPr>
            <a:r>
              <a:rPr lang="ro-MD" sz="2000" noProof="0" dirty="0"/>
              <a:t>Soluție reutilizabilă pentru structurarea sistemelor software</a:t>
            </a:r>
          </a:p>
          <a:p>
            <a:pPr>
              <a:lnSpc>
                <a:spcPct val="150000"/>
              </a:lnSpc>
            </a:pPr>
            <a:r>
              <a:rPr lang="ro-MD" sz="2000" noProof="0" dirty="0"/>
              <a:t>Definește componentele și modul de interacțiune dintre ele</a:t>
            </a:r>
          </a:p>
          <a:p>
            <a:pPr>
              <a:lnSpc>
                <a:spcPct val="150000"/>
              </a:lnSpc>
            </a:pPr>
            <a:r>
              <a:rPr lang="ro-MD" sz="2000" noProof="0" dirty="0"/>
              <a:t>Se aplică la nivel macro, asupra întregii aplicații</a:t>
            </a:r>
          </a:p>
          <a:p>
            <a:pPr>
              <a:lnSpc>
                <a:spcPct val="150000"/>
              </a:lnSpc>
            </a:pPr>
            <a:r>
              <a:rPr lang="ro-MD" sz="2000" noProof="0" dirty="0"/>
              <a:t>Spre deosebire de șabloanele de design, nu vizează doar codul local</a:t>
            </a:r>
          </a:p>
          <a:p>
            <a:pPr marL="203195" indent="0">
              <a:buNone/>
            </a:pPr>
            <a:endParaRPr lang="ro-MD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156A641-66DD-977C-541C-6EB5C658F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000" y="722232"/>
            <a:ext cx="10281200" cy="994807"/>
          </a:xfrm>
        </p:spPr>
        <p:txBody>
          <a:bodyPr/>
          <a:lstStyle/>
          <a:p>
            <a:pPr algn="ctr"/>
            <a:r>
              <a:rPr lang="ro-MD" noProof="0" dirty="0"/>
              <a:t>DEFINIREA ȘABLONULUI ARHITECTURAL</a:t>
            </a:r>
          </a:p>
        </p:txBody>
      </p:sp>
    </p:spTree>
    <p:extLst>
      <p:ext uri="{BB962C8B-B14F-4D97-AF65-F5344CB8AC3E}">
        <p14:creationId xmlns:p14="http://schemas.microsoft.com/office/powerpoint/2010/main" val="2111601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8A06BB4-22CB-10F6-963D-188CDEE530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10281200" cy="2585240"/>
          </a:xfrm>
        </p:spPr>
        <p:txBody>
          <a:bodyPr/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ro-MD" sz="2000" b="1" noProof="0" dirty="0">
                <a:solidFill>
                  <a:schemeClr val="tx1"/>
                </a:solidFill>
              </a:rPr>
              <a:t>Exemple de clasificări generale a șabloanelor arhitecturale: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ro-MD" sz="2000" b="1" noProof="0" dirty="0">
                <a:solidFill>
                  <a:schemeClr val="tx1"/>
                </a:solidFill>
              </a:rPr>
              <a:t>Structurale</a:t>
            </a:r>
            <a:r>
              <a:rPr lang="ro-MD" sz="2000" noProof="0" dirty="0">
                <a:solidFill>
                  <a:schemeClr val="tx1"/>
                </a:solidFill>
              </a:rPr>
              <a:t> – </a:t>
            </a:r>
            <a:r>
              <a:rPr lang="en-US" sz="2000" noProof="0" dirty="0" err="1">
                <a:solidFill>
                  <a:schemeClr val="tx1"/>
                </a:solidFill>
              </a:rPr>
              <a:t>Arhitectur</a:t>
            </a:r>
            <a:r>
              <a:rPr lang="ro-MD" sz="2000" dirty="0">
                <a:solidFill>
                  <a:schemeClr val="tx1"/>
                </a:solidFill>
              </a:rPr>
              <a:t>ă </a:t>
            </a:r>
            <a:r>
              <a:rPr lang="en-US" sz="2000" noProof="0" dirty="0">
                <a:solidFill>
                  <a:schemeClr val="tx1"/>
                </a:solidFill>
              </a:rPr>
              <a:t>p</a:t>
            </a:r>
            <a:r>
              <a:rPr lang="en-US" sz="2000" dirty="0">
                <a:solidFill>
                  <a:schemeClr val="tx1"/>
                </a:solidFill>
              </a:rPr>
              <a:t>e </a:t>
            </a:r>
            <a:r>
              <a:rPr lang="en-US" sz="2000" dirty="0" err="1">
                <a:solidFill>
                  <a:schemeClr val="tx1"/>
                </a:solidFill>
              </a:rPr>
              <a:t>Straturi</a:t>
            </a:r>
            <a:r>
              <a:rPr lang="ro-MD" sz="2000" noProof="0" dirty="0">
                <a:solidFill>
                  <a:schemeClr val="tx1"/>
                </a:solidFill>
              </a:rPr>
              <a:t>, Client-Server, </a:t>
            </a:r>
            <a:r>
              <a:rPr lang="ro-MD" sz="2000" noProof="0" dirty="0" err="1">
                <a:solidFill>
                  <a:schemeClr val="tx1"/>
                </a:solidFill>
              </a:rPr>
              <a:t>Microservices</a:t>
            </a:r>
            <a:r>
              <a:rPr lang="ro-MD" sz="2000" noProof="0" dirty="0">
                <a:solidFill>
                  <a:schemeClr val="tx1"/>
                </a:solidFill>
              </a:rPr>
              <a:t>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ro-MD" sz="2000" b="1" noProof="0" dirty="0">
                <a:solidFill>
                  <a:schemeClr val="tx1"/>
                </a:solidFill>
              </a:rPr>
              <a:t>De comunicare/interacțiune</a:t>
            </a:r>
            <a:r>
              <a:rPr lang="ro-MD" sz="2000" noProof="0" dirty="0">
                <a:solidFill>
                  <a:schemeClr val="tx1"/>
                </a:solidFill>
              </a:rPr>
              <a:t> – Event-</a:t>
            </a:r>
            <a:r>
              <a:rPr lang="ro-MD" sz="2000" noProof="0" dirty="0" err="1">
                <a:solidFill>
                  <a:schemeClr val="tx1"/>
                </a:solidFill>
              </a:rPr>
              <a:t>Driven</a:t>
            </a:r>
            <a:r>
              <a:rPr lang="ro-MD" sz="2000" noProof="0" dirty="0">
                <a:solidFill>
                  <a:schemeClr val="tx1"/>
                </a:solidFill>
              </a:rPr>
              <a:t>, </a:t>
            </a:r>
            <a:r>
              <a:rPr lang="ro-MD" sz="2000" noProof="0" dirty="0" err="1">
                <a:solidFill>
                  <a:schemeClr val="tx1"/>
                </a:solidFill>
              </a:rPr>
              <a:t>Message</a:t>
            </a:r>
            <a:r>
              <a:rPr lang="ro-MD" sz="2000" noProof="0" dirty="0">
                <a:solidFill>
                  <a:schemeClr val="tx1"/>
                </a:solidFill>
              </a:rPr>
              <a:t> Bus.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ro-MD" sz="2000" b="1" noProof="0" dirty="0">
                <a:solidFill>
                  <a:schemeClr val="tx1"/>
                </a:solidFill>
              </a:rPr>
              <a:t>Distribuite</a:t>
            </a:r>
            <a:r>
              <a:rPr lang="ro-MD" sz="2000" noProof="0" dirty="0">
                <a:solidFill>
                  <a:schemeClr val="tx1"/>
                </a:solidFill>
              </a:rPr>
              <a:t> – Service-</a:t>
            </a:r>
            <a:r>
              <a:rPr lang="ro-MD" sz="2000" noProof="0" dirty="0" err="1">
                <a:solidFill>
                  <a:schemeClr val="tx1"/>
                </a:solidFill>
              </a:rPr>
              <a:t>Oriented</a:t>
            </a:r>
            <a:r>
              <a:rPr lang="ro-MD" sz="2000" noProof="0" dirty="0">
                <a:solidFill>
                  <a:schemeClr val="tx1"/>
                </a:solidFill>
              </a:rPr>
              <a:t> </a:t>
            </a:r>
            <a:r>
              <a:rPr lang="ro-MD" sz="2000" noProof="0" dirty="0" err="1">
                <a:solidFill>
                  <a:schemeClr val="tx1"/>
                </a:solidFill>
              </a:rPr>
              <a:t>Architecture</a:t>
            </a:r>
            <a:r>
              <a:rPr lang="ro-MD" sz="2000" noProof="0" dirty="0">
                <a:solidFill>
                  <a:schemeClr val="tx1"/>
                </a:solidFill>
              </a:rPr>
              <a:t>, Peer-</a:t>
            </a:r>
            <a:r>
              <a:rPr lang="ro-MD" sz="2000" noProof="0" dirty="0" err="1">
                <a:solidFill>
                  <a:schemeClr val="tx1"/>
                </a:solidFill>
              </a:rPr>
              <a:t>to</a:t>
            </a:r>
            <a:r>
              <a:rPr lang="ro-MD" sz="2000" noProof="0" dirty="0">
                <a:solidFill>
                  <a:schemeClr val="tx1"/>
                </a:solidFill>
              </a:rPr>
              <a:t>-Peer.</a:t>
            </a:r>
          </a:p>
          <a:p>
            <a:pPr marL="342900" lvl="0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ro-MD" sz="2000" b="1" noProof="0" dirty="0">
                <a:solidFill>
                  <a:schemeClr val="tx1"/>
                </a:solidFill>
              </a:rPr>
              <a:t>De control și acces la date </a:t>
            </a:r>
            <a:r>
              <a:rPr lang="ro-MD" sz="2000" noProof="0" dirty="0">
                <a:solidFill>
                  <a:schemeClr val="tx1"/>
                </a:solidFill>
              </a:rPr>
              <a:t>– Pipe &amp; </a:t>
            </a:r>
            <a:r>
              <a:rPr lang="ro-MD" sz="2000" noProof="0" dirty="0" err="1">
                <a:solidFill>
                  <a:schemeClr val="tx1"/>
                </a:solidFill>
              </a:rPr>
              <a:t>Filter</a:t>
            </a:r>
            <a:r>
              <a:rPr lang="ro-MD" sz="2000" noProof="0" dirty="0">
                <a:solidFill>
                  <a:schemeClr val="tx1"/>
                </a:solidFill>
              </a:rPr>
              <a:t>, </a:t>
            </a:r>
            <a:r>
              <a:rPr lang="ro-MD" sz="2000" noProof="0" dirty="0" err="1">
                <a:solidFill>
                  <a:schemeClr val="tx1"/>
                </a:solidFill>
              </a:rPr>
              <a:t>Repository</a:t>
            </a:r>
            <a:r>
              <a:rPr lang="ro-MD" sz="2000" noProof="0" dirty="0">
                <a:solidFill>
                  <a:schemeClr val="tx1"/>
                </a:solidFill>
              </a:rPr>
              <a:t>.</a:t>
            </a:r>
          </a:p>
          <a:p>
            <a:endParaRPr lang="ro-MD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F7F2A6C-7BBD-EBBA-91D7-7BA5A9732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sz="2800" noProof="0" dirty="0"/>
              <a:t>DEFINIREA ȘABLONULUI ARHITECTURAL</a:t>
            </a:r>
          </a:p>
        </p:txBody>
      </p:sp>
    </p:spTree>
    <p:extLst>
      <p:ext uri="{BB962C8B-B14F-4D97-AF65-F5344CB8AC3E}">
        <p14:creationId xmlns:p14="http://schemas.microsoft.com/office/powerpoint/2010/main" val="41585855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FA6933B-B9C7-800A-9198-9E0B524164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10281200" cy="349964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Șabloanele analizate în detaliu:</a:t>
            </a:r>
            <a:endParaRPr lang="ro-MD" sz="2000" noProof="0" dirty="0"/>
          </a:p>
          <a:p>
            <a:pPr marL="660395" indent="-457200">
              <a:lnSpc>
                <a:spcPct val="150000"/>
              </a:lnSpc>
              <a:buSzPct val="100000"/>
              <a:buFont typeface="+mj-lt"/>
              <a:buAutoNum type="arabicParenR"/>
            </a:pPr>
            <a:r>
              <a:rPr lang="ro-MD" sz="2000" noProof="0" dirty="0"/>
              <a:t>Model–</a:t>
            </a:r>
            <a:r>
              <a:rPr lang="ro-MD" sz="2000" noProof="0" dirty="0" err="1"/>
              <a:t>View</a:t>
            </a:r>
            <a:r>
              <a:rPr lang="ro-MD" sz="2000" noProof="0" dirty="0"/>
              <a:t>–Controller (MVC);</a:t>
            </a:r>
          </a:p>
          <a:p>
            <a:pPr marL="660395" indent="-457200">
              <a:lnSpc>
                <a:spcPct val="150000"/>
              </a:lnSpc>
              <a:buSzPct val="100000"/>
              <a:buFont typeface="+mj-lt"/>
              <a:buAutoNum type="arabicParenR"/>
            </a:pPr>
            <a:r>
              <a:rPr lang="ro-MD" sz="2000" noProof="0" dirty="0"/>
              <a:t>Model–</a:t>
            </a:r>
            <a:r>
              <a:rPr lang="ro-MD" sz="2000" noProof="0" dirty="0" err="1"/>
              <a:t>View</a:t>
            </a:r>
            <a:r>
              <a:rPr lang="ro-MD" sz="2000" noProof="0" dirty="0"/>
              <a:t>–</a:t>
            </a:r>
            <a:r>
              <a:rPr lang="ro-MD" sz="2000" noProof="0" dirty="0" err="1"/>
              <a:t>Presenter</a:t>
            </a:r>
            <a:r>
              <a:rPr lang="ro-MD" sz="2000" noProof="0" dirty="0"/>
              <a:t> (MVP);</a:t>
            </a:r>
          </a:p>
          <a:p>
            <a:pPr marL="660395" indent="-457200">
              <a:lnSpc>
                <a:spcPct val="150000"/>
              </a:lnSpc>
              <a:buSzPct val="100000"/>
              <a:buFont typeface="+mj-lt"/>
              <a:buAutoNum type="arabicParenR"/>
            </a:pPr>
            <a:r>
              <a:rPr lang="ro-MD" sz="2000" noProof="0" dirty="0"/>
              <a:t>Model–</a:t>
            </a:r>
            <a:r>
              <a:rPr lang="ro-MD" sz="2000" noProof="0" dirty="0" err="1"/>
              <a:t>View</a:t>
            </a:r>
            <a:r>
              <a:rPr lang="ro-MD" sz="2000" noProof="0" dirty="0"/>
              <a:t>–</a:t>
            </a:r>
            <a:r>
              <a:rPr lang="ro-MD" sz="2000" noProof="0" dirty="0" err="1"/>
              <a:t>ViewModel</a:t>
            </a:r>
            <a:r>
              <a:rPr lang="ro-MD" sz="2000" noProof="0" dirty="0"/>
              <a:t> (MVVM).</a:t>
            </a:r>
          </a:p>
          <a:p>
            <a:pPr marL="660395" indent="-457200">
              <a:lnSpc>
                <a:spcPct val="150000"/>
              </a:lnSpc>
              <a:buSzPct val="100000"/>
              <a:buFont typeface="+mj-lt"/>
              <a:buAutoNum type="arabicParenR"/>
            </a:pPr>
            <a:endParaRPr lang="ro-MD" sz="2000" noProof="0" dirty="0"/>
          </a:p>
          <a:p>
            <a:pPr marL="203195" indent="0">
              <a:lnSpc>
                <a:spcPct val="150000"/>
              </a:lnSpc>
              <a:buSzPct val="100000"/>
              <a:buNone/>
            </a:pPr>
            <a:r>
              <a:rPr lang="ro-MD" sz="2000" noProof="0" dirty="0"/>
              <a:t>Acestea fac parte din categoria </a:t>
            </a:r>
            <a:r>
              <a:rPr lang="ro-MD" sz="2000" b="1" noProof="0" dirty="0"/>
              <a:t>șabloanelor arhitecturale orientate pe interfața cu utilizatorul</a:t>
            </a:r>
            <a:r>
              <a:rPr lang="ro-MD" sz="2000" noProof="0" dirty="0"/>
              <a:t> (UI </a:t>
            </a:r>
            <a:r>
              <a:rPr lang="ro-MD" sz="2000" noProof="0" dirty="0" err="1"/>
              <a:t>Architectural</a:t>
            </a:r>
            <a:r>
              <a:rPr lang="ro-MD" sz="2000" noProof="0" dirty="0"/>
              <a:t> </a:t>
            </a:r>
            <a:r>
              <a:rPr lang="ro-MD" sz="2000" noProof="0" dirty="0" err="1"/>
              <a:t>Patterns</a:t>
            </a:r>
            <a:r>
              <a:rPr lang="ro-MD" sz="2000" noProof="0" dirty="0"/>
              <a:t>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70C3229-AD24-159B-9E54-E7EA510A6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ANALIZA ȘABLOANELOR DE PROIECTARE</a:t>
            </a:r>
          </a:p>
        </p:txBody>
      </p:sp>
    </p:spTree>
    <p:extLst>
      <p:ext uri="{BB962C8B-B14F-4D97-AF65-F5344CB8AC3E}">
        <p14:creationId xmlns:p14="http://schemas.microsoft.com/office/powerpoint/2010/main" val="15382107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0E76B97-4546-8C15-64CC-B93DD5897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0999"/>
            <a:ext cx="5488251" cy="2983384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MVC – Model–</a:t>
            </a:r>
            <a:r>
              <a:rPr lang="ro-MD" sz="2000" b="1" noProof="0" dirty="0" err="1"/>
              <a:t>View</a:t>
            </a:r>
            <a:r>
              <a:rPr lang="ro-MD" sz="2000" b="1" noProof="0" dirty="0"/>
              <a:t>–Controller</a:t>
            </a:r>
            <a:endParaRPr lang="ro-MD" sz="20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Separarea componentelor: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/>
              <a:t>Model (Model)</a:t>
            </a:r>
            <a:r>
              <a:rPr lang="ro-MD" sz="2000" noProof="0" dirty="0"/>
              <a:t> – gestionează datele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 err="1"/>
              <a:t>View</a:t>
            </a:r>
            <a:r>
              <a:rPr lang="ro-MD" sz="2000" i="1" noProof="0" dirty="0"/>
              <a:t> (Vizualizare)</a:t>
            </a:r>
            <a:r>
              <a:rPr lang="ro-MD" sz="2000" noProof="0" dirty="0"/>
              <a:t> – afișează informațiile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/>
              <a:t>Controller (Controler)</a:t>
            </a:r>
            <a:r>
              <a:rPr lang="ro-MD" sz="2000" noProof="0" dirty="0"/>
              <a:t> – gestionează logica și interacțiunile cu utilizatorul.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BA54115-0A6B-926C-561B-19F0E5A77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Arhitectura MVC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8A6947A-3BEF-898A-2B59-9503996E63E8}"/>
              </a:ext>
            </a:extLst>
          </p:cNvPr>
          <p:cNvGrpSpPr/>
          <p:nvPr/>
        </p:nvGrpSpPr>
        <p:grpSpPr>
          <a:xfrm>
            <a:off x="6431400" y="1992630"/>
            <a:ext cx="4800600" cy="2872740"/>
            <a:chOff x="0" y="0"/>
            <a:chExt cx="4800600" cy="2872740"/>
          </a:xfrm>
        </p:grpSpPr>
        <p:sp>
          <p:nvSpPr>
            <p:cNvPr id="7" name="Text Box 12">
              <a:extLst>
                <a:ext uri="{FF2B5EF4-FFF2-40B4-BE49-F238E27FC236}">
                  <a16:creationId xmlns:a16="http://schemas.microsoft.com/office/drawing/2014/main" id="{868B5660-4D99-D116-91B2-BD8ABAFDF672}"/>
                </a:ext>
              </a:extLst>
            </p:cNvPr>
            <p:cNvSpPr txBox="1"/>
            <p:nvPr/>
          </p:nvSpPr>
          <p:spPr>
            <a:xfrm>
              <a:off x="1310640" y="464820"/>
              <a:ext cx="104394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Acces la date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04CF92F-DC3A-BCD4-7D63-C6FE95D023D8}"/>
                </a:ext>
              </a:extLst>
            </p:cNvPr>
            <p:cNvGrpSpPr/>
            <p:nvPr/>
          </p:nvGrpSpPr>
          <p:grpSpPr>
            <a:xfrm>
              <a:off x="0" y="0"/>
              <a:ext cx="4800600" cy="2872740"/>
              <a:chOff x="0" y="0"/>
              <a:chExt cx="4800600" cy="2872740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9424BA50-E4B1-D523-F938-BC6298DD4124}"/>
                  </a:ext>
                </a:extLst>
              </p:cNvPr>
              <p:cNvGrpSpPr/>
              <p:nvPr/>
            </p:nvGrpSpPr>
            <p:grpSpPr>
              <a:xfrm>
                <a:off x="0" y="160020"/>
                <a:ext cx="3566158" cy="2712720"/>
                <a:chOff x="0" y="0"/>
                <a:chExt cx="3566158" cy="2712720"/>
              </a:xfrm>
            </p:grpSpPr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1FDEB66E-FC63-6A83-075C-110AA582C45E}"/>
                    </a:ext>
                  </a:extLst>
                </p:cNvPr>
                <p:cNvGrpSpPr/>
                <p:nvPr/>
              </p:nvGrpSpPr>
              <p:grpSpPr>
                <a:xfrm>
                  <a:off x="0" y="0"/>
                  <a:ext cx="3566158" cy="2712720"/>
                  <a:chOff x="0" y="0"/>
                  <a:chExt cx="2917766" cy="2244736"/>
                </a:xfrm>
              </p:grpSpPr>
              <p:sp>
                <p:nvSpPr>
                  <p:cNvPr id="17" name="Oval 16">
                    <a:extLst>
                      <a:ext uri="{FF2B5EF4-FFF2-40B4-BE49-F238E27FC236}">
                        <a16:creationId xmlns:a16="http://schemas.microsoft.com/office/drawing/2014/main" id="{A7EE646E-65B8-59A6-30A9-D22FA88BCB30}"/>
                      </a:ext>
                    </a:extLst>
                  </p:cNvPr>
                  <p:cNvSpPr/>
                  <p:nvPr/>
                </p:nvSpPr>
                <p:spPr>
                  <a:xfrm>
                    <a:off x="0" y="15240"/>
                    <a:ext cx="914400" cy="914400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</a:pPr>
                    <a:r>
                      <a:rPr lang="ro-MD" sz="1200" noProof="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a:t>Model</a:t>
                    </a:r>
                    <a:endParaRPr lang="ro-MD" sz="1100" noProof="0" dirty="0">
                      <a:effectLst/>
                      <a:ea typeface="Aptos" panose="020B00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1B59B928-BAE5-5AD7-7DCA-BAA6EFB5E38C}"/>
                      </a:ext>
                    </a:extLst>
                  </p:cNvPr>
                  <p:cNvSpPr/>
                  <p:nvPr/>
                </p:nvSpPr>
                <p:spPr>
                  <a:xfrm>
                    <a:off x="1965960" y="0"/>
                    <a:ext cx="914400" cy="914400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</a:pPr>
                    <a:r>
                      <a:rPr lang="ro-MD" sz="1200" noProof="0" dirty="0" err="1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a:t>View</a:t>
                    </a:r>
                    <a:endParaRPr lang="ro-MD" sz="1100" noProof="0" dirty="0">
                      <a:effectLst/>
                      <a:ea typeface="Aptos" panose="020B00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63DC3C69-57D4-2EC3-E9D4-125BA0EAA5E0}"/>
                      </a:ext>
                    </a:extLst>
                  </p:cNvPr>
                  <p:cNvSpPr/>
                  <p:nvPr/>
                </p:nvSpPr>
                <p:spPr>
                  <a:xfrm>
                    <a:off x="1934093" y="1330336"/>
                    <a:ext cx="983673" cy="914400"/>
                  </a:xfrm>
                  <a:prstGeom prst="ellipse">
                    <a:avLst/>
                  </a:prstGeom>
                  <a:solidFill>
                    <a:srgbClr val="0070C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ot="0" spcFirstLastPara="0" vert="horz" wrap="square" lIns="91440" tIns="45720" rIns="91440" bIns="45720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>
                      <a:lnSpc>
                        <a:spcPct val="107000"/>
                      </a:lnSpc>
                      <a:spcAft>
                        <a:spcPts val="800"/>
                      </a:spcAft>
                    </a:pPr>
                    <a:r>
                      <a:rPr lang="ro-MD" sz="1200" noProof="0" dirty="0">
                        <a:solidFill>
                          <a:srgbClr val="FFFFFF"/>
                        </a:solidFill>
                        <a:effectLst/>
                        <a:latin typeface="Times New Roman" panose="02020603050405020304" pitchFamily="18" charset="0"/>
                        <a:ea typeface="Aptos" panose="020B0004020202020204" pitchFamily="34" charset="0"/>
                        <a:cs typeface="Arial" panose="020B0604020202020204" pitchFamily="34" charset="0"/>
                      </a:rPr>
                      <a:t>Controller</a:t>
                    </a:r>
                    <a:endParaRPr lang="ro-MD" sz="1100" noProof="0" dirty="0">
                      <a:effectLst/>
                      <a:ea typeface="Aptos" panose="020B00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0" name="Straight Arrow Connector 19">
                    <a:extLst>
                      <a:ext uri="{FF2B5EF4-FFF2-40B4-BE49-F238E27FC236}">
                        <a16:creationId xmlns:a16="http://schemas.microsoft.com/office/drawing/2014/main" id="{DEC13FE2-F837-BB45-F593-0425A526BB03}"/>
                      </a:ext>
                    </a:extLst>
                  </p:cNvPr>
                  <p:cNvCxnSpPr/>
                  <p:nvPr/>
                </p:nvCxnSpPr>
                <p:spPr>
                  <a:xfrm>
                    <a:off x="457200" y="929640"/>
                    <a:ext cx="1476894" cy="857896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Arrow Connector 20">
                    <a:extLst>
                      <a:ext uri="{FF2B5EF4-FFF2-40B4-BE49-F238E27FC236}">
                        <a16:creationId xmlns:a16="http://schemas.microsoft.com/office/drawing/2014/main" id="{121E7DED-A326-D1B1-49D3-41CEE99064DE}"/>
                      </a:ext>
                    </a:extLst>
                  </p:cNvPr>
                  <p:cNvCxnSpPr/>
                  <p:nvPr/>
                </p:nvCxnSpPr>
                <p:spPr>
                  <a:xfrm flipH="1" flipV="1">
                    <a:off x="780489" y="795729"/>
                    <a:ext cx="1287516" cy="66851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Arrow Connector 21">
                    <a:extLst>
                      <a:ext uri="{FF2B5EF4-FFF2-40B4-BE49-F238E27FC236}">
                        <a16:creationId xmlns:a16="http://schemas.microsoft.com/office/drawing/2014/main" id="{2C5D7B11-4033-DA2C-9C62-B63810009C3B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914400" y="457201"/>
                    <a:ext cx="1051560" cy="15240"/>
                  </a:xfrm>
                  <a:prstGeom prst="straightConnector1">
                    <a:avLst/>
                  </a:prstGeom>
                  <a:ln w="19050" cap="flat" cmpd="sng" algn="ctr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arrow" w="med" len="med"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Arrow Connector 22">
                    <a:extLst>
                      <a:ext uri="{FF2B5EF4-FFF2-40B4-BE49-F238E27FC236}">
                        <a16:creationId xmlns:a16="http://schemas.microsoft.com/office/drawing/2014/main" id="{F572487A-DD40-A0DF-1FE2-170CAE9BB609}"/>
                      </a:ext>
                    </a:extLst>
                  </p:cNvPr>
                  <p:cNvCxnSpPr>
                    <a:endCxn id="19" idx="0"/>
                  </p:cNvCxnSpPr>
                  <p:nvPr/>
                </p:nvCxnSpPr>
                <p:spPr>
                  <a:xfrm>
                    <a:off x="2423159" y="914400"/>
                    <a:ext cx="2770" cy="415936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CC6DC8BA-FCB4-6551-886B-B8EE7D2B68D1}"/>
                      </a:ext>
                    </a:extLst>
                  </p:cNvPr>
                  <p:cNvCxnSpPr>
                    <a:stCxn id="19" idx="7"/>
                  </p:cNvCxnSpPr>
                  <p:nvPr/>
                </p:nvCxnSpPr>
                <p:spPr>
                  <a:xfrm flipH="1" flipV="1">
                    <a:off x="2746449" y="780489"/>
                    <a:ext cx="27262" cy="683758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F6F2A454-14FC-6AB8-BC65-0326CD078526}"/>
                    </a:ext>
                  </a:extLst>
                </p:cNvPr>
                <p:cNvCxnSpPr/>
                <p:nvPr/>
              </p:nvCxnSpPr>
              <p:spPr>
                <a:xfrm flipV="1">
                  <a:off x="953931" y="161829"/>
                  <a:ext cx="1612578" cy="18417"/>
                </a:xfrm>
                <a:prstGeom prst="straightConnector1">
                  <a:avLst/>
                </a:prstGeom>
                <a:ln w="19050" cap="flat" cmpd="sng" algn="ctr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" name="Text Box 12">
                <a:extLst>
                  <a:ext uri="{FF2B5EF4-FFF2-40B4-BE49-F238E27FC236}">
                    <a16:creationId xmlns:a16="http://schemas.microsoft.com/office/drawing/2014/main" id="{216245AB-71CF-4E74-9309-9809B8FCEA74}"/>
                  </a:ext>
                </a:extLst>
              </p:cNvPr>
              <p:cNvSpPr txBox="1"/>
              <p:nvPr/>
            </p:nvSpPr>
            <p:spPr>
              <a:xfrm>
                <a:off x="1287780" y="0"/>
                <a:ext cx="967740" cy="32004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Notificări</a:t>
                </a:r>
                <a:endParaRPr lang="ro-MD" sz="1100" noProof="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" name="Text Box 12">
                <a:extLst>
                  <a:ext uri="{FF2B5EF4-FFF2-40B4-BE49-F238E27FC236}">
                    <a16:creationId xmlns:a16="http://schemas.microsoft.com/office/drawing/2014/main" id="{897916D4-D938-22CF-FB57-4EEED433B4BA}"/>
                  </a:ext>
                </a:extLst>
              </p:cNvPr>
              <p:cNvSpPr txBox="1"/>
              <p:nvPr/>
            </p:nvSpPr>
            <p:spPr>
              <a:xfrm>
                <a:off x="3314700" y="1371600"/>
                <a:ext cx="1485900" cy="48768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Răspunsul primit la executare unei </a:t>
                </a:r>
                <a:r>
                  <a:rPr lang="ro-MD" sz="1200" noProof="0" dirty="0" err="1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cerei</a:t>
                </a:r>
                <a:endParaRPr lang="ro-MD" sz="1100" noProof="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Text Box 12">
                <a:extLst>
                  <a:ext uri="{FF2B5EF4-FFF2-40B4-BE49-F238E27FC236}">
                    <a16:creationId xmlns:a16="http://schemas.microsoft.com/office/drawing/2014/main" id="{60FB7356-37F4-3880-8928-7CD34050A331}"/>
                  </a:ext>
                </a:extLst>
              </p:cNvPr>
              <p:cNvSpPr txBox="1"/>
              <p:nvPr/>
            </p:nvSpPr>
            <p:spPr>
              <a:xfrm>
                <a:off x="1882805" y="1256634"/>
                <a:ext cx="1249680" cy="50292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Chemarea unei funcționalități</a:t>
                </a:r>
                <a:endParaRPr lang="ro-MD" sz="1100" noProof="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Text Box 12">
                <a:extLst>
                  <a:ext uri="{FF2B5EF4-FFF2-40B4-BE49-F238E27FC236}">
                    <a16:creationId xmlns:a16="http://schemas.microsoft.com/office/drawing/2014/main" id="{8B276A74-7D39-B3E4-A8F4-10149599C91D}"/>
                  </a:ext>
                </a:extLst>
              </p:cNvPr>
              <p:cNvSpPr txBox="1"/>
              <p:nvPr/>
            </p:nvSpPr>
            <p:spPr>
              <a:xfrm>
                <a:off x="1066800" y="952500"/>
                <a:ext cx="1516380" cy="29718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Actualizarea datelor</a:t>
                </a:r>
                <a:endParaRPr lang="ro-MD" sz="1100" noProof="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" name="Text Box 12">
                <a:extLst>
                  <a:ext uri="{FF2B5EF4-FFF2-40B4-BE49-F238E27FC236}">
                    <a16:creationId xmlns:a16="http://schemas.microsoft.com/office/drawing/2014/main" id="{F45393B0-B048-333C-4974-1048EC746426}"/>
                  </a:ext>
                </a:extLst>
              </p:cNvPr>
              <p:cNvSpPr txBox="1"/>
              <p:nvPr/>
            </p:nvSpPr>
            <p:spPr>
              <a:xfrm>
                <a:off x="30480" y="1706880"/>
                <a:ext cx="1516380" cy="480060"/>
              </a:xfrm>
              <a:prstGeom prst="rect">
                <a:avLst/>
              </a:prstGeom>
              <a:noFill/>
              <a:ln w="6350">
                <a:noFill/>
              </a:ln>
            </p:spPr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Extragerea obiectului model</a:t>
                </a:r>
                <a:endParaRPr lang="ro-MD" sz="1100" noProof="0" dirty="0">
                  <a:effectLst/>
                  <a:latin typeface="Aptos" panose="020B0004020202020204" pitchFamily="34" charset="0"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1813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C6848E-39A7-0249-6D70-3561870608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5430640" cy="332692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MVP – Model–</a:t>
            </a:r>
            <a:r>
              <a:rPr lang="ro-MD" sz="2000" b="1" noProof="0" dirty="0" err="1"/>
              <a:t>View</a:t>
            </a:r>
            <a:r>
              <a:rPr lang="ro-MD" sz="2000" b="1" noProof="0" dirty="0"/>
              <a:t>–</a:t>
            </a:r>
            <a:r>
              <a:rPr lang="ro-MD" sz="2000" b="1" noProof="0" dirty="0" err="1"/>
              <a:t>Presenter</a:t>
            </a:r>
            <a:endParaRPr lang="ro-MD" sz="20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Separarea componentelor: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/>
              <a:t>Model (Model)</a:t>
            </a:r>
            <a:r>
              <a:rPr lang="ro-MD" sz="2000" noProof="0" dirty="0"/>
              <a:t> – gestionează datele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 err="1"/>
              <a:t>View</a:t>
            </a:r>
            <a:r>
              <a:rPr lang="ro-MD" sz="2000" i="1" noProof="0" dirty="0"/>
              <a:t> (Vizualizare)</a:t>
            </a:r>
            <a:r>
              <a:rPr lang="ro-MD" sz="2000" noProof="0" dirty="0"/>
              <a:t> – afișează și transmite acțiuni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 err="1"/>
              <a:t>Presenter</a:t>
            </a:r>
            <a:r>
              <a:rPr lang="ro-MD" sz="2000" i="1" noProof="0" dirty="0"/>
              <a:t> (Prezentator)</a:t>
            </a:r>
            <a:r>
              <a:rPr lang="ro-MD" sz="2000" noProof="0" dirty="0"/>
              <a:t> - gestionează integral logica aplicației.</a:t>
            </a:r>
          </a:p>
          <a:p>
            <a:endParaRPr lang="ro-MD" sz="20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DF16B7-58CF-4F97-0504-D639A73CC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Arhitectura MVP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E146E60-6AA2-CEA3-008E-97F7B391DFDF}"/>
              </a:ext>
            </a:extLst>
          </p:cNvPr>
          <p:cNvGrpSpPr/>
          <p:nvPr/>
        </p:nvGrpSpPr>
        <p:grpSpPr>
          <a:xfrm>
            <a:off x="6317100" y="2146935"/>
            <a:ext cx="4914900" cy="2564130"/>
            <a:chOff x="0" y="1"/>
            <a:chExt cx="4914900" cy="2564707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BC0FF1A-2599-B3EC-36FB-BEAF309C8E4C}"/>
                </a:ext>
              </a:extLst>
            </p:cNvPr>
            <p:cNvGrpSpPr/>
            <p:nvPr/>
          </p:nvGrpSpPr>
          <p:grpSpPr>
            <a:xfrm>
              <a:off x="91440" y="1"/>
              <a:ext cx="4427220" cy="2564707"/>
              <a:chOff x="-286789" y="-567727"/>
              <a:chExt cx="3622271" cy="2122586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8DF84D4-0B22-1473-6B5C-6ADC9042DDEC}"/>
                  </a:ext>
                </a:extLst>
              </p:cNvPr>
              <p:cNvSpPr/>
              <p:nvPr/>
            </p:nvSpPr>
            <p:spPr>
              <a:xfrm>
                <a:off x="-286789" y="640459"/>
                <a:ext cx="914400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Model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D871EF7-54B7-8540-B1B3-53611CBB1562}"/>
                  </a:ext>
                </a:extLst>
              </p:cNvPr>
              <p:cNvSpPr/>
              <p:nvPr/>
            </p:nvSpPr>
            <p:spPr>
              <a:xfrm>
                <a:off x="2421082" y="640458"/>
                <a:ext cx="914400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 err="1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View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E7252A1-A7B9-EFB7-E371-C153188AF76B}"/>
                  </a:ext>
                </a:extLst>
              </p:cNvPr>
              <p:cNvSpPr/>
              <p:nvPr/>
            </p:nvSpPr>
            <p:spPr>
              <a:xfrm>
                <a:off x="1048788" y="-567727"/>
                <a:ext cx="905256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 err="1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Presenter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2F739FB6-7A38-E376-E392-42DC6956FD22}"/>
                  </a:ext>
                </a:extLst>
              </p:cNvPr>
              <p:cNvCxnSpPr/>
              <p:nvPr/>
            </p:nvCxnSpPr>
            <p:spPr>
              <a:xfrm flipV="1">
                <a:off x="627611" y="212762"/>
                <a:ext cx="553749" cy="88489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F07D8E89-F701-68FF-B46C-DF8E3E39EE24}"/>
                  </a:ext>
                </a:extLst>
              </p:cNvPr>
              <p:cNvCxnSpPr/>
              <p:nvPr/>
            </p:nvCxnSpPr>
            <p:spPr>
              <a:xfrm flipH="1">
                <a:off x="493700" y="-110527"/>
                <a:ext cx="555088" cy="88489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FA9813B0-159E-BBA0-B30F-6E6454B99736}"/>
                  </a:ext>
                </a:extLst>
              </p:cNvPr>
              <p:cNvCxnSpPr/>
              <p:nvPr/>
            </p:nvCxnSpPr>
            <p:spPr>
              <a:xfrm flipH="1" flipV="1">
                <a:off x="1821473" y="212731"/>
                <a:ext cx="599609" cy="88486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DE4BF15D-B01C-94FB-3D8D-820CE014998E}"/>
                  </a:ext>
                </a:extLst>
              </p:cNvPr>
              <p:cNvCxnSpPr/>
              <p:nvPr/>
            </p:nvCxnSpPr>
            <p:spPr>
              <a:xfrm>
                <a:off x="1954044" y="-110545"/>
                <a:ext cx="600949" cy="88486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4" name="Text Box 12">
              <a:extLst>
                <a:ext uri="{FF2B5EF4-FFF2-40B4-BE49-F238E27FC236}">
                  <a16:creationId xmlns:a16="http://schemas.microsoft.com/office/drawing/2014/main" id="{4258B242-BA3C-B632-9687-59000F51D5C2}"/>
                </a:ext>
              </a:extLst>
            </p:cNvPr>
            <p:cNvSpPr txBox="1"/>
            <p:nvPr/>
          </p:nvSpPr>
          <p:spPr>
            <a:xfrm>
              <a:off x="0" y="754380"/>
              <a:ext cx="1615440" cy="32766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Actualizarea datelor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 Box 12">
              <a:extLst>
                <a:ext uri="{FF2B5EF4-FFF2-40B4-BE49-F238E27FC236}">
                  <a16:creationId xmlns:a16="http://schemas.microsoft.com/office/drawing/2014/main" id="{B610F2B4-56E7-6A93-14A2-E428208D3E1D}"/>
                </a:ext>
              </a:extLst>
            </p:cNvPr>
            <p:cNvSpPr txBox="1"/>
            <p:nvPr/>
          </p:nvSpPr>
          <p:spPr>
            <a:xfrm>
              <a:off x="1440180" y="1524000"/>
              <a:ext cx="108204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Acces la date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Text Box 12">
              <a:extLst>
                <a:ext uri="{FF2B5EF4-FFF2-40B4-BE49-F238E27FC236}">
                  <a16:creationId xmlns:a16="http://schemas.microsoft.com/office/drawing/2014/main" id="{281C21D8-97CD-2971-7922-10BC91089CB1}"/>
                </a:ext>
              </a:extLst>
            </p:cNvPr>
            <p:cNvSpPr txBox="1"/>
            <p:nvPr/>
          </p:nvSpPr>
          <p:spPr>
            <a:xfrm>
              <a:off x="2217420" y="1737360"/>
              <a:ext cx="1112520" cy="45720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Chemarea unei acțiuni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 Box 12">
              <a:extLst>
                <a:ext uri="{FF2B5EF4-FFF2-40B4-BE49-F238E27FC236}">
                  <a16:creationId xmlns:a16="http://schemas.microsoft.com/office/drawing/2014/main" id="{2A06F14A-99B8-68F3-1B39-AAC62D720552}"/>
                </a:ext>
              </a:extLst>
            </p:cNvPr>
            <p:cNvSpPr txBox="1"/>
            <p:nvPr/>
          </p:nvSpPr>
          <p:spPr>
            <a:xfrm>
              <a:off x="3154680" y="739140"/>
              <a:ext cx="176022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Actualizarea vizualizării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0078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9DD12A-9B13-A8D7-1CA9-A2C67BDD6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0999"/>
            <a:ext cx="4977630" cy="3824761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MVVM – Model–</a:t>
            </a:r>
            <a:r>
              <a:rPr lang="ro-MD" sz="2000" b="1" noProof="0" dirty="0" err="1"/>
              <a:t>View</a:t>
            </a:r>
            <a:r>
              <a:rPr lang="ro-MD" sz="2000" b="1" noProof="0" dirty="0"/>
              <a:t>–</a:t>
            </a:r>
            <a:r>
              <a:rPr lang="ro-MD" sz="2000" b="1" noProof="0" dirty="0" err="1"/>
              <a:t>ViewModel</a:t>
            </a:r>
            <a:endParaRPr lang="ro-MD" sz="20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2000" noProof="0" dirty="0"/>
              <a:t>Separarea componentelor: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/>
              <a:t>Model (Model)</a:t>
            </a:r>
            <a:r>
              <a:rPr lang="ro-MD" sz="2000" noProof="0" dirty="0"/>
              <a:t> – gestionează datele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 err="1"/>
              <a:t>View</a:t>
            </a:r>
            <a:r>
              <a:rPr lang="ro-MD" sz="2000" i="1" noProof="0" dirty="0"/>
              <a:t> (Vizualizare)</a:t>
            </a:r>
            <a:r>
              <a:rPr lang="ro-MD" sz="2000" noProof="0" dirty="0"/>
              <a:t> – reprezintă interfața grafică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i="1" noProof="0" dirty="0" err="1"/>
              <a:t>ViewModel</a:t>
            </a:r>
            <a:r>
              <a:rPr lang="ro-MD" sz="2000" i="1" noProof="0" dirty="0"/>
              <a:t> (Modelul Vizualizării)</a:t>
            </a:r>
            <a:r>
              <a:rPr lang="ro-MD" sz="2000" noProof="0" dirty="0"/>
              <a:t> – gestionează logica UI și face legătura cu </a:t>
            </a:r>
            <a:r>
              <a:rPr lang="ro-MD" sz="2000" noProof="0" dirty="0" err="1"/>
              <a:t>View-ul</a:t>
            </a:r>
            <a:r>
              <a:rPr lang="ro-MD" sz="2000" noProof="0" dirty="0"/>
              <a:t> prin Data </a:t>
            </a:r>
            <a:r>
              <a:rPr lang="ro-MD" sz="2000" noProof="0" dirty="0" err="1"/>
              <a:t>Binding</a:t>
            </a:r>
            <a:endParaRPr lang="ro-MD" sz="2000" noProof="0" dirty="0"/>
          </a:p>
          <a:p>
            <a:endParaRPr lang="ro-MD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510E026-355B-D04F-D916-DA4DE743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Arhitectura MVVM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F25BDB6-6BB4-DF8E-1ACD-693A0CDFAAEF}"/>
              </a:ext>
            </a:extLst>
          </p:cNvPr>
          <p:cNvGrpSpPr/>
          <p:nvPr/>
        </p:nvGrpSpPr>
        <p:grpSpPr>
          <a:xfrm>
            <a:off x="6192520" y="2720340"/>
            <a:ext cx="5394960" cy="1417320"/>
            <a:chOff x="0" y="22860"/>
            <a:chExt cx="5394960" cy="141732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B50BE7A-2877-1F26-073C-C3D9396F1335}"/>
                </a:ext>
              </a:extLst>
            </p:cNvPr>
            <p:cNvGrpSpPr/>
            <p:nvPr/>
          </p:nvGrpSpPr>
          <p:grpSpPr>
            <a:xfrm>
              <a:off x="0" y="152400"/>
              <a:ext cx="5394960" cy="1119167"/>
              <a:chOff x="-679565" y="230542"/>
              <a:chExt cx="4414058" cy="926094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21AAD86-4653-169A-5083-6B311D6EDBCF}"/>
                  </a:ext>
                </a:extLst>
              </p:cNvPr>
              <p:cNvSpPr/>
              <p:nvPr/>
            </p:nvSpPr>
            <p:spPr>
              <a:xfrm>
                <a:off x="-679565" y="242236"/>
                <a:ext cx="914400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Model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B9D9614-893B-919A-DEC6-B93DF73B2B4F}"/>
                  </a:ext>
                </a:extLst>
              </p:cNvPr>
              <p:cNvSpPr/>
              <p:nvPr/>
            </p:nvSpPr>
            <p:spPr>
              <a:xfrm>
                <a:off x="2820093" y="230542"/>
                <a:ext cx="914400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 err="1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View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129BDAB2-5326-9B80-D76F-390F69BB2D22}"/>
                  </a:ext>
                </a:extLst>
              </p:cNvPr>
              <p:cNvSpPr/>
              <p:nvPr/>
            </p:nvSpPr>
            <p:spPr>
              <a:xfrm>
                <a:off x="1017616" y="233187"/>
                <a:ext cx="1120834" cy="914400"/>
              </a:xfrm>
              <a:prstGeom prst="ellipse">
                <a:avLst/>
              </a:prstGeom>
              <a:solidFill>
                <a:srgbClr val="0070C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lnSpc>
                    <a:spcPct val="107000"/>
                  </a:lnSpc>
                  <a:spcAft>
                    <a:spcPts val="800"/>
                  </a:spcAft>
                </a:pPr>
                <a:r>
                  <a:rPr lang="ro-MD" sz="1200" noProof="0" dirty="0" err="1">
                    <a:solidFill>
                      <a:srgbClr val="FFFFFF"/>
                    </a:solidFill>
                    <a:effectLst/>
                    <a:latin typeface="Times New Roman" panose="02020603050405020304" pitchFamily="18" charset="0"/>
                    <a:ea typeface="Aptos" panose="020B0004020202020204" pitchFamily="34" charset="0"/>
                    <a:cs typeface="Arial" panose="020B0604020202020204" pitchFamily="34" charset="0"/>
                  </a:rPr>
                  <a:t>ViewModel</a:t>
                </a:r>
                <a:endParaRPr lang="ro-MD" sz="1100" noProof="0" dirty="0">
                  <a:effectLst/>
                  <a:ea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F4E779FE-7C7D-FA5F-7DE3-32B37325A95F}"/>
                  </a:ext>
                </a:extLst>
              </p:cNvPr>
              <p:cNvCxnSpPr/>
              <p:nvPr/>
            </p:nvCxnSpPr>
            <p:spPr>
              <a:xfrm flipV="1">
                <a:off x="100924" y="1013676"/>
                <a:ext cx="1080834" cy="904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6507B8EC-CF1C-239C-39E7-257C6373B207}"/>
                  </a:ext>
                </a:extLst>
              </p:cNvPr>
              <p:cNvCxnSpPr/>
              <p:nvPr/>
            </p:nvCxnSpPr>
            <p:spPr>
              <a:xfrm flipH="1">
                <a:off x="100924" y="367098"/>
                <a:ext cx="1080834" cy="904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5A6B07A-FD44-320E-9CE3-0E7112A0B431}"/>
                  </a:ext>
                </a:extLst>
              </p:cNvPr>
              <p:cNvCxnSpPr/>
              <p:nvPr/>
            </p:nvCxnSpPr>
            <p:spPr>
              <a:xfrm flipH="1">
                <a:off x="1974307" y="1011031"/>
                <a:ext cx="979697" cy="2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FB587DBC-A99A-F018-FD11-FD562E4F5D37}"/>
                  </a:ext>
                </a:extLst>
              </p:cNvPr>
              <p:cNvCxnSpPr/>
              <p:nvPr/>
            </p:nvCxnSpPr>
            <p:spPr>
              <a:xfrm flipV="1">
                <a:off x="1974307" y="364453"/>
                <a:ext cx="979697" cy="264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" name="Text Box 12">
              <a:extLst>
                <a:ext uri="{FF2B5EF4-FFF2-40B4-BE49-F238E27FC236}">
                  <a16:creationId xmlns:a16="http://schemas.microsoft.com/office/drawing/2014/main" id="{B812F90F-4B35-13D8-DF57-5AD90FF65862}"/>
                </a:ext>
              </a:extLst>
            </p:cNvPr>
            <p:cNvSpPr txBox="1"/>
            <p:nvPr/>
          </p:nvSpPr>
          <p:spPr>
            <a:xfrm>
              <a:off x="914400" y="38100"/>
              <a:ext cx="1615440" cy="32766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Actualizarea datelor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 Box 12">
              <a:extLst>
                <a:ext uri="{FF2B5EF4-FFF2-40B4-BE49-F238E27FC236}">
                  <a16:creationId xmlns:a16="http://schemas.microsoft.com/office/drawing/2014/main" id="{4141E6B7-1A6B-0560-1321-5AC1AA8766C1}"/>
                </a:ext>
              </a:extLst>
            </p:cNvPr>
            <p:cNvSpPr txBox="1"/>
            <p:nvPr/>
          </p:nvSpPr>
          <p:spPr>
            <a:xfrm>
              <a:off x="1074420" y="1097280"/>
              <a:ext cx="108204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Acces la date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Text Box 12">
              <a:extLst>
                <a:ext uri="{FF2B5EF4-FFF2-40B4-BE49-F238E27FC236}">
                  <a16:creationId xmlns:a16="http://schemas.microsoft.com/office/drawing/2014/main" id="{64DCF7FD-33E4-509E-2199-8C133F4F4754}"/>
                </a:ext>
              </a:extLst>
            </p:cNvPr>
            <p:cNvSpPr txBox="1"/>
            <p:nvPr/>
          </p:nvSpPr>
          <p:spPr>
            <a:xfrm>
              <a:off x="3124200" y="1120140"/>
              <a:ext cx="163068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Chemarea unei acțiuni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 Box 12">
              <a:extLst>
                <a:ext uri="{FF2B5EF4-FFF2-40B4-BE49-F238E27FC236}">
                  <a16:creationId xmlns:a16="http://schemas.microsoft.com/office/drawing/2014/main" id="{381A5199-F608-7AEA-15DC-84560EBAB17D}"/>
                </a:ext>
              </a:extLst>
            </p:cNvPr>
            <p:cNvSpPr txBox="1"/>
            <p:nvPr/>
          </p:nvSpPr>
          <p:spPr>
            <a:xfrm>
              <a:off x="3101340" y="22860"/>
              <a:ext cx="1463040" cy="320040"/>
            </a:xfrm>
            <a:prstGeom prst="rect">
              <a:avLst/>
            </a:prstGeom>
            <a:noFill/>
            <a:ln w="6350">
              <a:noFill/>
            </a:ln>
          </p:spPr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ro-MD" sz="1200" noProof="0" dirty="0">
                  <a:effectLst/>
                  <a:latin typeface="Times New Roman" panose="02020603050405020304" pitchFamily="18" charset="0"/>
                  <a:ea typeface="Aptos" panose="020B0004020202020204" pitchFamily="34" charset="0"/>
                  <a:cs typeface="Arial" panose="020B0604020202020204" pitchFamily="34" charset="0"/>
                </a:rPr>
                <a:t>Transmite rezultatul</a:t>
              </a:r>
              <a:endParaRPr lang="ro-MD" sz="1100" noProof="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9015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CAFDEE-511A-14E5-2393-6E777A445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Compararea șabloanelor arhitecturale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EFBF6D-9DF7-AF1E-6A78-F73159300E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112" y="1484802"/>
            <a:ext cx="5079528" cy="46509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E690FC5-0941-6361-7713-C55362C17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4779" y="1901017"/>
            <a:ext cx="4875061" cy="320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7061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5C54995-2EF7-2DCF-BF7D-70B5DE04ED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B6AAC70-D2E7-E5A2-3DA7-4E3A0E128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MD" dirty="0"/>
              <a:t>Motivarea alegerii MVC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2995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D9BD74-77F8-F7F8-22DF-02EB95C97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5400" y="2098520"/>
            <a:ext cx="10281200" cy="389588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Formularea problemei și cerințe: </a:t>
            </a:r>
            <a:r>
              <a:rPr lang="ro-MD" sz="2000" noProof="0" dirty="0"/>
              <a:t>Acces dificil la programări medicale în Moldova și Necesitatea unui sistem digital, accesibil și eficient</a:t>
            </a:r>
          </a:p>
          <a:p>
            <a:pPr>
              <a:lnSpc>
                <a:spcPct val="150000"/>
              </a:lnSpc>
            </a:pPr>
            <a:endParaRPr lang="ro-MD" sz="20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Obiectivul aplicației:</a:t>
            </a:r>
            <a:endParaRPr lang="ro-MD" sz="20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Programare online la consultații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Alegerea doctorului, zilei și orei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Interfață intuitivă, accesibilă în mai multe limbi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BB9CC8-DBD9-757D-5687-44EBBABED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000" y="722232"/>
            <a:ext cx="10281200" cy="1086247"/>
          </a:xfrm>
        </p:spPr>
        <p:txBody>
          <a:bodyPr/>
          <a:lstStyle/>
          <a:p>
            <a:pPr algn="ctr"/>
            <a:r>
              <a:rPr lang="ro-MD" noProof="0" dirty="0"/>
              <a:t>EXEMPLU DE IMPLEMENTARE A UNEI APLICAȚII UTILIZÂND UN ȘABLON DE ARHITECTURĂ</a:t>
            </a:r>
          </a:p>
        </p:txBody>
      </p:sp>
    </p:spTree>
    <p:extLst>
      <p:ext uri="{BB962C8B-B14F-4D97-AF65-F5344CB8AC3E}">
        <p14:creationId xmlns:p14="http://schemas.microsoft.com/office/powerpoint/2010/main" val="12074272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BF6E1D-B247-2606-FA30-E4F489BB53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55400" y="1864840"/>
            <a:ext cx="10281200" cy="4718840"/>
          </a:xfrm>
        </p:spPr>
        <p:txBody>
          <a:bodyPr numCol="2"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Cerințe funcționale: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Creare cont și autentificare.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Vizualizare medici și programare.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Medicul poate accepta/refuza programări.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Notificări e-mail despre programări.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Aplicația în română și engleză.</a:t>
            </a:r>
          </a:p>
          <a:p>
            <a:pPr marL="203195" indent="0">
              <a:lnSpc>
                <a:spcPct val="150000"/>
              </a:lnSpc>
              <a:buNone/>
            </a:pPr>
            <a:endParaRPr lang="ro-MD" sz="2000" b="1" noProof="0" dirty="0"/>
          </a:p>
          <a:p>
            <a:pPr marL="203195" indent="0">
              <a:lnSpc>
                <a:spcPct val="150000"/>
              </a:lnSpc>
              <a:buNone/>
            </a:pPr>
            <a:endParaRPr lang="ro-MD" sz="2000" b="1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2000" b="1" noProof="0" dirty="0"/>
              <a:t>Cerințe nefuncționale: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b="1" dirty="0"/>
              <a:t>Tehnologii utilizate: </a:t>
            </a:r>
            <a:r>
              <a:rPr lang="ro-MD" sz="2000" dirty="0"/>
              <a:t>EF Core, </a:t>
            </a:r>
            <a:r>
              <a:rPr lang="ro-MD" sz="2000" dirty="0" err="1"/>
              <a:t>MailKit</a:t>
            </a:r>
            <a:r>
              <a:rPr lang="ro-MD" sz="2000" dirty="0"/>
              <a:t>, </a:t>
            </a:r>
            <a:r>
              <a:rPr lang="ro-MD" sz="2000" dirty="0" err="1"/>
              <a:t>Bootstrap</a:t>
            </a:r>
            <a:r>
              <a:rPr lang="ro-MD" sz="2000" dirty="0"/>
              <a:t>, SQL Server</a:t>
            </a:r>
            <a:endParaRPr lang="ro-MD" sz="2000" b="1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b="1" noProof="0" dirty="0"/>
              <a:t>Roluri: </a:t>
            </a:r>
            <a:r>
              <a:rPr lang="ro-MD" sz="2000" dirty="0"/>
              <a:t>Oaspete, Utilizator, Doctor, Administrator.</a:t>
            </a:r>
            <a:endParaRPr lang="ro-MD" sz="20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Interfață simplă și intuitivă.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 err="1"/>
              <a:t>Scalabilitate</a:t>
            </a:r>
            <a:r>
              <a:rPr lang="ro-MD" sz="2000" noProof="0" dirty="0"/>
              <a:t> și securitate.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2000" noProof="0" dirty="0"/>
              <a:t>Răspuns rapid.</a:t>
            </a:r>
          </a:p>
          <a:p>
            <a:endParaRPr lang="ro-MD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784376-DDA2-D18A-5B7C-D6D15CC58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EXEMPLU DE IMPLEMENTARE A UNEI APLICAȚII UTILIZÂND UN ȘABLON DE ARHITECTURĂ</a:t>
            </a:r>
          </a:p>
        </p:txBody>
      </p:sp>
    </p:spTree>
    <p:extLst>
      <p:ext uri="{BB962C8B-B14F-4D97-AF65-F5344CB8AC3E}">
        <p14:creationId xmlns:p14="http://schemas.microsoft.com/office/powerpoint/2010/main" val="25873611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9ECA6C-C513-1499-B745-7D33E47B3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905480"/>
            <a:ext cx="10281200" cy="431244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1800" b="1" noProof="0" dirty="0"/>
              <a:t>Arhitectură și structură: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800" noProof="0" dirty="0"/>
              <a:t>ASP.NET Core MVC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800" noProof="0" dirty="0"/>
              <a:t>Structură pe directoare: </a:t>
            </a:r>
            <a:r>
              <a:rPr lang="ro-MD" sz="1800" noProof="0" dirty="0" err="1"/>
              <a:t>Models</a:t>
            </a:r>
            <a:r>
              <a:rPr lang="ro-MD" sz="1800" noProof="0" dirty="0"/>
              <a:t>, </a:t>
            </a:r>
            <a:r>
              <a:rPr lang="ro-MD" sz="1800" noProof="0" dirty="0" err="1"/>
              <a:t>Views</a:t>
            </a:r>
            <a:r>
              <a:rPr lang="ro-MD" sz="1800" noProof="0" dirty="0"/>
              <a:t>, </a:t>
            </a:r>
            <a:r>
              <a:rPr lang="ro-MD" sz="1800" noProof="0" dirty="0" err="1"/>
              <a:t>Controllers</a:t>
            </a:r>
            <a:r>
              <a:rPr lang="ro-MD" sz="1800" noProof="0" dirty="0"/>
              <a:t>, Services, </a:t>
            </a:r>
            <a:r>
              <a:rPr lang="ro-MD" sz="1800" noProof="0" dirty="0" err="1"/>
              <a:t>Classes</a:t>
            </a:r>
            <a:endParaRPr lang="ro-MD" sz="1800" noProof="0" dirty="0"/>
          </a:p>
          <a:p>
            <a:pPr marL="203195" indent="0">
              <a:lnSpc>
                <a:spcPct val="150000"/>
              </a:lnSpc>
              <a:buNone/>
            </a:pPr>
            <a:r>
              <a:rPr lang="ro-MD" sz="1800" b="1" noProof="0" dirty="0"/>
              <a:t>Componente principale: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800" b="1" noProof="0" dirty="0"/>
              <a:t>Controlere: </a:t>
            </a:r>
            <a:r>
              <a:rPr lang="ro-MD" sz="1800" noProof="0" dirty="0" err="1"/>
              <a:t>HomeController</a:t>
            </a:r>
            <a:r>
              <a:rPr lang="ro-MD" sz="1800" noProof="0" dirty="0"/>
              <a:t>, </a:t>
            </a:r>
            <a:r>
              <a:rPr lang="ro-MD" sz="1800" noProof="0" dirty="0" err="1"/>
              <a:t>AccountController</a:t>
            </a:r>
            <a:r>
              <a:rPr lang="ro-MD" sz="1800" noProof="0" dirty="0"/>
              <a:t>, </a:t>
            </a:r>
            <a:r>
              <a:rPr lang="ro-MD" sz="1800" noProof="0" dirty="0" err="1"/>
              <a:t>DoctorController</a:t>
            </a:r>
            <a:r>
              <a:rPr lang="ro-MD" sz="1800" noProof="0" dirty="0"/>
              <a:t>, </a:t>
            </a:r>
            <a:r>
              <a:rPr lang="ro-MD" sz="1800" noProof="0" dirty="0" err="1"/>
              <a:t>LocalizationController</a:t>
            </a:r>
            <a:endParaRPr lang="ro-MD" sz="18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800" b="1" noProof="0" dirty="0"/>
              <a:t>Modele: </a:t>
            </a:r>
            <a:r>
              <a:rPr lang="ro-MD" sz="1800" noProof="0" dirty="0" err="1"/>
              <a:t>Account</a:t>
            </a:r>
            <a:r>
              <a:rPr lang="ro-MD" sz="1800" noProof="0" dirty="0"/>
              <a:t>, </a:t>
            </a:r>
            <a:r>
              <a:rPr lang="ro-MD" sz="1800" noProof="0" dirty="0" err="1"/>
              <a:t>Appointment</a:t>
            </a:r>
            <a:r>
              <a:rPr lang="ro-MD" sz="1800" noProof="0" dirty="0"/>
              <a:t>, Doctor, </a:t>
            </a:r>
            <a:r>
              <a:rPr lang="ro-MD" sz="1800" noProof="0" dirty="0" err="1"/>
              <a:t>Culture</a:t>
            </a:r>
            <a:r>
              <a:rPr lang="ro-MD" sz="1800" noProof="0" dirty="0"/>
              <a:t>, </a:t>
            </a:r>
            <a:r>
              <a:rPr lang="ro-MD" sz="1800" noProof="0" dirty="0" err="1"/>
              <a:t>Resource</a:t>
            </a:r>
            <a:r>
              <a:rPr lang="ro-MD" sz="1800" noProof="0" dirty="0"/>
              <a:t>, </a:t>
            </a:r>
            <a:r>
              <a:rPr lang="ro-MD" sz="1800" noProof="0" dirty="0" err="1"/>
              <a:t>LogEvent</a:t>
            </a:r>
            <a:endParaRPr lang="ro-MD" sz="18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800" b="1" noProof="0" dirty="0"/>
              <a:t>Vizualizări: </a:t>
            </a:r>
            <a:r>
              <a:rPr lang="ro-MD" sz="1800" noProof="0" dirty="0" err="1"/>
              <a:t>Razor</a:t>
            </a:r>
            <a:r>
              <a:rPr lang="ro-MD" sz="1800" noProof="0" dirty="0"/>
              <a:t> </a:t>
            </a:r>
            <a:r>
              <a:rPr lang="ro-MD" sz="1800" noProof="0" dirty="0" err="1"/>
              <a:t>Pages</a:t>
            </a:r>
            <a:r>
              <a:rPr lang="ro-MD" sz="1800" noProof="0" dirty="0"/>
              <a:t> (Index, Profil, Autentificare, Administrare etc.)</a:t>
            </a:r>
            <a:endParaRPr lang="ro-MD" sz="1800" b="1" noProof="0" dirty="0"/>
          </a:p>
          <a:p>
            <a:pPr marL="203195" indent="0">
              <a:lnSpc>
                <a:spcPct val="150000"/>
              </a:lnSpc>
              <a:buNone/>
            </a:pPr>
            <a:endParaRPr lang="ro-MD" sz="18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F2297C-2CB0-9167-4764-53871A593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UN EXEMPLU DE IMPLEMENTARE A UNEI APLICAȚII UTILIZÂND UN ȘABLON DE ARHITECTURĂ</a:t>
            </a:r>
          </a:p>
        </p:txBody>
      </p:sp>
    </p:spTree>
    <p:extLst>
      <p:ext uri="{BB962C8B-B14F-4D97-AF65-F5344CB8AC3E}">
        <p14:creationId xmlns:p14="http://schemas.microsoft.com/office/powerpoint/2010/main" val="3699428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99FEB0-05A0-8FFC-EE4A-826080381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0000" y="1621000"/>
            <a:ext cx="10281200" cy="4586760"/>
          </a:xfrm>
        </p:spPr>
        <p:txBody>
          <a:bodyPr/>
          <a:lstStyle/>
          <a:p>
            <a:pPr marL="203195" indent="0">
              <a:lnSpc>
                <a:spcPct val="150000"/>
              </a:lnSpc>
              <a:buNone/>
            </a:pPr>
            <a:r>
              <a:rPr lang="ro-MD" sz="1600" b="1" noProof="0" dirty="0"/>
              <a:t>Autentificare/Autorizare personalizată: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dirty="0"/>
              <a:t>Implementarea </a:t>
            </a:r>
            <a:r>
              <a:rPr lang="ro-MD" sz="1600" noProof="0" dirty="0"/>
              <a:t>manual a autentificării </a:t>
            </a:r>
            <a:r>
              <a:rPr lang="en-US" sz="1600" dirty="0" err="1"/>
              <a:t>bazat</a:t>
            </a:r>
            <a:r>
              <a:rPr lang="en-US" sz="1600" dirty="0"/>
              <a:t> pe cookie-</a:t>
            </a:r>
            <a:r>
              <a:rPr lang="en-US" sz="1600" dirty="0" err="1"/>
              <a:t>uri</a:t>
            </a:r>
            <a:endParaRPr lang="ro-MD" sz="16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Verificare cont prin e-mail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Roluri: Oaspete, Utilizator, Doctor, Administrator</a:t>
            </a:r>
          </a:p>
          <a:p>
            <a:pPr marL="203195" indent="0">
              <a:lnSpc>
                <a:spcPct val="150000"/>
              </a:lnSpc>
              <a:buNone/>
            </a:pPr>
            <a:r>
              <a:rPr lang="ro-MD" sz="1600" b="1" noProof="0" dirty="0"/>
              <a:t>Localizare: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Implementare prin </a:t>
            </a:r>
            <a:r>
              <a:rPr lang="ro-MD" sz="1600" noProof="0" dirty="0" err="1"/>
              <a:t>StrLocalizer</a:t>
            </a:r>
            <a:r>
              <a:rPr lang="ro-MD" sz="1600" noProof="0" dirty="0"/>
              <a:t>, </a:t>
            </a:r>
            <a:r>
              <a:rPr lang="ro-MD" sz="1600" noProof="0" dirty="0" err="1"/>
              <a:t>StrLocalizerFactory</a:t>
            </a:r>
            <a:endParaRPr lang="ro-MD" sz="16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Date extrase din baza SQL (tabele: </a:t>
            </a:r>
            <a:r>
              <a:rPr lang="ro-MD" sz="1600" noProof="0" dirty="0" err="1"/>
              <a:t>Culture</a:t>
            </a:r>
            <a:r>
              <a:rPr lang="ro-MD" sz="1600" noProof="0" dirty="0"/>
              <a:t>, </a:t>
            </a:r>
            <a:r>
              <a:rPr lang="ro-MD" sz="1600" noProof="0" dirty="0" err="1"/>
              <a:t>Resource</a:t>
            </a:r>
            <a:r>
              <a:rPr lang="ro-MD" sz="1600" noProof="0" dirty="0"/>
              <a:t>)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Selectare limbă în bara de navigare</a:t>
            </a:r>
          </a:p>
          <a:p>
            <a:pPr marL="203195" indent="0">
              <a:lnSpc>
                <a:spcPct val="150000"/>
              </a:lnSpc>
              <a:buNone/>
            </a:pPr>
            <a:r>
              <a:rPr lang="ro-MD" sz="1600" b="1" noProof="0" dirty="0"/>
              <a:t>Alte componente:</a:t>
            </a:r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/>
              <a:t>Trimitere e-mailuri: </a:t>
            </a:r>
            <a:r>
              <a:rPr lang="ro-MD" sz="1600" noProof="0" dirty="0" err="1"/>
              <a:t>MailKit</a:t>
            </a:r>
            <a:endParaRPr lang="ro-MD" sz="1600" noProof="0" dirty="0"/>
          </a:p>
          <a:p>
            <a:pPr>
              <a:lnSpc>
                <a:spcPct val="150000"/>
              </a:lnSpc>
              <a:buSzPct val="100000"/>
              <a:buFont typeface="Arial" panose="020B0604020202020204" pitchFamily="34" charset="0"/>
              <a:buChar char="•"/>
            </a:pPr>
            <a:r>
              <a:rPr lang="ro-MD" sz="1600" noProof="0" dirty="0" err="1"/>
              <a:t>Logare</a:t>
            </a:r>
            <a:r>
              <a:rPr lang="ro-MD" sz="1600" noProof="0" dirty="0"/>
              <a:t> evenimente prin modelul </a:t>
            </a:r>
            <a:r>
              <a:rPr lang="ro-MD" sz="1600" noProof="0" dirty="0" err="1"/>
              <a:t>LogEvent</a:t>
            </a:r>
            <a:endParaRPr lang="ro-MD" sz="16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00E981-7316-CFDA-7FD0-3857B981A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o-MD" noProof="0" dirty="0"/>
              <a:t>UN EXEMPLU DE IMPLEMENTARE A UNEI APLICAȚII UTILIZÂND UN ȘABLON DE ARHITECTURĂ</a:t>
            </a:r>
          </a:p>
        </p:txBody>
      </p:sp>
    </p:spTree>
    <p:extLst>
      <p:ext uri="{BB962C8B-B14F-4D97-AF65-F5344CB8AC3E}">
        <p14:creationId xmlns:p14="http://schemas.microsoft.com/office/powerpoint/2010/main" val="12388357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05244CB-EA37-5ACF-282D-E29B70C56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400" y="3047200"/>
            <a:ext cx="10281200" cy="763600"/>
          </a:xfrm>
        </p:spPr>
        <p:txBody>
          <a:bodyPr/>
          <a:lstStyle/>
          <a:p>
            <a:pPr algn="ctr"/>
            <a:r>
              <a:rPr lang="ro-MD" noProof="0" dirty="0"/>
              <a:t>PREZENTAREA APLICAȚIEI</a:t>
            </a:r>
          </a:p>
        </p:txBody>
      </p:sp>
    </p:spTree>
    <p:extLst>
      <p:ext uri="{BB962C8B-B14F-4D97-AF65-F5344CB8AC3E}">
        <p14:creationId xmlns:p14="http://schemas.microsoft.com/office/powerpoint/2010/main" val="14612887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28094-E2FC-CCAF-B3E2-DFC5E0316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0CF4F5-CF88-E9D2-548F-D8B226E3D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5400" y="3047200"/>
            <a:ext cx="10281200" cy="763600"/>
          </a:xfrm>
        </p:spPr>
        <p:txBody>
          <a:bodyPr/>
          <a:lstStyle/>
          <a:p>
            <a:pPr algn="ctr"/>
            <a:r>
              <a:rPr lang="ro-MD" noProof="0" dirty="0"/>
              <a:t>CONCLUZII</a:t>
            </a:r>
          </a:p>
        </p:txBody>
      </p:sp>
    </p:spTree>
    <p:extLst>
      <p:ext uri="{BB962C8B-B14F-4D97-AF65-F5344CB8AC3E}">
        <p14:creationId xmlns:p14="http://schemas.microsoft.com/office/powerpoint/2010/main" val="4150825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A40336-20DF-A732-53E9-B5FE09991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o-MD" dirty="0"/>
              <a:t>Mulțumesc pentru atenție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0C443F-7279-E17A-2EEB-1B24031C70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03195" indent="0" algn="ctr">
              <a:buNone/>
            </a:pPr>
            <a:r>
              <a:rPr lang="ro-MD" sz="4000" dirty="0"/>
              <a:t>Întrebări?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275804917"/>
      </p:ext>
    </p:extLst>
  </p:cSld>
  <p:clrMapOvr>
    <a:masterClrMapping/>
  </p:clrMapOvr>
</p:sld>
</file>

<file path=ppt/theme/theme1.xml><?xml version="1.0" encoding="utf-8"?>
<a:theme xmlns:a="http://schemas.openxmlformats.org/drawingml/2006/main" name="Introduction to Coding Workshop by Slidesgo">
  <a:themeElements>
    <a:clrScheme name="Simple Light">
      <a:dk1>
        <a:srgbClr val="1D1D1D"/>
      </a:dk1>
      <a:lt1>
        <a:srgbClr val="F5F8FF"/>
      </a:lt1>
      <a:dk2>
        <a:srgbClr val="0C0A9E"/>
      </a:dk2>
      <a:lt2>
        <a:srgbClr val="EB9109"/>
      </a:lt2>
      <a:accent1>
        <a:srgbClr val="8208D5"/>
      </a:accent1>
      <a:accent2>
        <a:srgbClr val="BFBEF7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D1D1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chnology Market Research Pitch Deck by Slidesgo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1_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Professional Technology Style by Slidesgo">
  <a:themeElements>
    <a:clrScheme name="Simple Light">
      <a:dk1>
        <a:srgbClr val="FFFFFF"/>
      </a:dk1>
      <a:lt1>
        <a:srgbClr val="001976"/>
      </a:lt1>
      <a:dk2>
        <a:srgbClr val="DA7EE9"/>
      </a:dk2>
      <a:lt2>
        <a:srgbClr val="00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2_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Software Engineering Business Plan by Slidesgo">
  <a:themeElements>
    <a:clrScheme name="Simple Light">
      <a:dk1>
        <a:srgbClr val="191919"/>
      </a:dk1>
      <a:lt1>
        <a:srgbClr val="F3F3F3"/>
      </a:lt1>
      <a:dk2>
        <a:srgbClr val="45818E"/>
      </a:dk2>
      <a:lt2>
        <a:srgbClr val="2AAFEB"/>
      </a:lt2>
      <a:accent1>
        <a:srgbClr val="7FD6C3"/>
      </a:accent1>
      <a:accent2>
        <a:srgbClr val="D9D9D9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3_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Introduction to Coding Workshop by Slidesgo</Template>
  <TotalTime>380</TotalTime>
  <Words>766</Words>
  <Application>Microsoft Office PowerPoint</Application>
  <PresentationFormat>Widescreen</PresentationFormat>
  <Paragraphs>127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21</vt:i4>
      </vt:variant>
      <vt:variant>
        <vt:lpstr>Theme</vt:lpstr>
      </vt:variant>
      <vt:variant>
        <vt:i4>8</vt:i4>
      </vt:variant>
      <vt:variant>
        <vt:lpstr>Slide Titles</vt:lpstr>
      </vt:variant>
      <vt:variant>
        <vt:i4>18</vt:i4>
      </vt:variant>
    </vt:vector>
  </HeadingPairs>
  <TitlesOfParts>
    <vt:vector size="47" baseType="lpstr">
      <vt:lpstr>Aptos</vt:lpstr>
      <vt:lpstr>Arial</vt:lpstr>
      <vt:lpstr>Arimo</vt:lpstr>
      <vt:lpstr>Bebas Neue</vt:lpstr>
      <vt:lpstr>Calibri</vt:lpstr>
      <vt:lpstr>Hanken Grotesk</vt:lpstr>
      <vt:lpstr>IBM Plex Mono</vt:lpstr>
      <vt:lpstr>Inter</vt:lpstr>
      <vt:lpstr>Nunito Light</vt:lpstr>
      <vt:lpstr>Open Sans</vt:lpstr>
      <vt:lpstr>Poppins</vt:lpstr>
      <vt:lpstr>Proxima Nova</vt:lpstr>
      <vt:lpstr>PT Sans</vt:lpstr>
      <vt:lpstr>Raleway Black</vt:lpstr>
      <vt:lpstr>Raleway ExtraBold</vt:lpstr>
      <vt:lpstr>Roboto Condensed Light</vt:lpstr>
      <vt:lpstr>Sora</vt:lpstr>
      <vt:lpstr>Source Code Pro</vt:lpstr>
      <vt:lpstr>Spline Sans Mono</vt:lpstr>
      <vt:lpstr>Spline Sans Mono Medium</vt:lpstr>
      <vt:lpstr>Times New Roman</vt:lpstr>
      <vt:lpstr>Introduction to Coding Workshop by Slidesgo</vt:lpstr>
      <vt:lpstr>Slidesgo Final Pages</vt:lpstr>
      <vt:lpstr>Technology Market Research Pitch Deck by Slidesgo</vt:lpstr>
      <vt:lpstr>1_Slidesgo Final Pages</vt:lpstr>
      <vt:lpstr>Professional Technology Style by Slidesgo</vt:lpstr>
      <vt:lpstr>2_Slidesgo Final Pages</vt:lpstr>
      <vt:lpstr>Software Engineering Business Plan by Slidesgo</vt:lpstr>
      <vt:lpstr>3_Slidesgo Final Pages</vt:lpstr>
      <vt:lpstr>Analiza Paternelor de Arhitectură Pentru Dezvoltarea Aplicațiilor Web</vt:lpstr>
      <vt:lpstr>ACTUALITATEA TEMEI</vt:lpstr>
      <vt:lpstr>SCOPUL ȘI OBIECTIVELE TEZEI</vt:lpstr>
      <vt:lpstr>DEFINIREA ȘABLONULUI ARHITECTURAL</vt:lpstr>
      <vt:lpstr>DEFINIREA ȘABLONULUI ARHITECTURAL</vt:lpstr>
      <vt:lpstr>ANALIZA ȘABLOANELOR DE PROIECTARE</vt:lpstr>
      <vt:lpstr>Arhitectura MVC</vt:lpstr>
      <vt:lpstr>Arhitectura MVP</vt:lpstr>
      <vt:lpstr>Arhitectura MVVM</vt:lpstr>
      <vt:lpstr>Compararea șabloanelor arhitecturale</vt:lpstr>
      <vt:lpstr>Motivarea alegerii MVC</vt:lpstr>
      <vt:lpstr>EXEMPLU DE IMPLEMENTARE A UNEI APLICAȚII UTILIZÂND UN ȘABLON DE ARHITECTURĂ</vt:lpstr>
      <vt:lpstr>EXEMPLU DE IMPLEMENTARE A UNEI APLICAȚII UTILIZÂND UN ȘABLON DE ARHITECTURĂ</vt:lpstr>
      <vt:lpstr>UN EXEMPLU DE IMPLEMENTARE A UNEI APLICAȚII UTILIZÂND UN ȘABLON DE ARHITECTURĂ</vt:lpstr>
      <vt:lpstr>UN EXEMPLU DE IMPLEMENTARE A UNEI APLICAȚII UTILIZÂND UN ȘABLON DE ARHITECTURĂ</vt:lpstr>
      <vt:lpstr>PREZENTAREA APLICAȚIEI</vt:lpstr>
      <vt:lpstr>CONCLUZII</vt:lpstr>
      <vt:lpstr>Mulțumesc pentru atenție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314</cp:revision>
  <dcterms:created xsi:type="dcterms:W3CDTF">2025-06-16T11:33:56Z</dcterms:created>
  <dcterms:modified xsi:type="dcterms:W3CDTF">2025-06-17T15:34:22Z</dcterms:modified>
</cp:coreProperties>
</file>